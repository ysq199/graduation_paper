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notesMasterIdLst>
    <p:notesMasterId r:id="rId17"/>
  </p:notesMasterIdLst>
  <p:sldIdLst>
    <p:sldId id="1840" r:id="rId3"/>
    <p:sldId id="281" r:id="rId4"/>
    <p:sldId id="1841" r:id="rId5"/>
    <p:sldId id="1864" r:id="rId6"/>
    <p:sldId id="1843" r:id="rId7"/>
    <p:sldId id="1856" r:id="rId8"/>
    <p:sldId id="1846" r:id="rId9"/>
    <p:sldId id="1854" r:id="rId10"/>
    <p:sldId id="1862" r:id="rId11"/>
    <p:sldId id="1867" r:id="rId12"/>
    <p:sldId id="1850" r:id="rId13"/>
    <p:sldId id="1866" r:id="rId14"/>
    <p:sldId id="1868" r:id="rId15"/>
    <p:sldId id="260" r:id="rId16"/>
  </p:sldIdLst>
  <p:sldSz cx="9144000" cy="5143500" type="screen16x9"/>
  <p:notesSz cx="6858000" cy="91440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2" userDrawn="1">
          <p15:clr>
            <a:srgbClr val="A4A3A4"/>
          </p15:clr>
        </p15:guide>
        <p15:guide id="2" pos="5633" userDrawn="1">
          <p15:clr>
            <a:srgbClr val="A4A3A4"/>
          </p15:clr>
        </p15:guide>
        <p15:guide id="3" orient="horz" pos="815" userDrawn="1">
          <p15:clr>
            <a:srgbClr val="A4A3A4"/>
          </p15:clr>
        </p15:guide>
        <p15:guide id="4" pos="262" userDrawn="1">
          <p15:clr>
            <a:srgbClr val="A4A3A4"/>
          </p15:clr>
        </p15:guide>
        <p15:guide id="5" userDrawn="1">
          <p15:clr>
            <a:srgbClr val="A4A3A4"/>
          </p15:clr>
        </p15:guide>
        <p15:guide id="6" pos="277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EC4"/>
    <a:srgbClr val="056CC9"/>
    <a:srgbClr val="FFFFFF"/>
    <a:srgbClr val="00A3E5"/>
    <a:srgbClr val="39BF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0" autoAdjust="0"/>
    <p:restoredTop sz="93051" autoAdjust="0"/>
  </p:normalViewPr>
  <p:slideViewPr>
    <p:cSldViewPr snapToGrid="0" showGuides="1">
      <p:cViewPr varScale="1">
        <p:scale>
          <a:sx n="137" d="100"/>
          <a:sy n="137" d="100"/>
        </p:scale>
        <p:origin x="246" y="186"/>
      </p:cViewPr>
      <p:guideLst>
        <p:guide orient="horz" pos="1362"/>
        <p:guide pos="5633"/>
        <p:guide orient="horz" pos="815"/>
        <p:guide pos="262"/>
        <p:guide/>
        <p:guide pos="27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C1C90-9711-4398-B44D-D49C663193F8}" type="datetimeFigureOut">
              <a:rPr lang="zh-CN" altLang="en-US" smtClean="0"/>
              <a:t>2025/12/26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201838-366B-4A52-AB3E-3372666F763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1</a:t>
            </a:fld>
            <a:endParaRPr lang="zh-CN" altLang="en-US"/>
          </a:p>
        </p:txBody>
      </p:sp>
    </p:spTree>
    <p:extLst>
      <p:ext uri="{BB962C8B-B14F-4D97-AF65-F5344CB8AC3E}">
        <p14:creationId xmlns:p14="http://schemas.microsoft.com/office/powerpoint/2010/main" val="1319810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4</a:t>
            </a:fld>
            <a:endParaRPr lang="zh-CN" altLang="en-US"/>
          </a:p>
        </p:txBody>
      </p:sp>
    </p:spTree>
    <p:extLst>
      <p:ext uri="{BB962C8B-B14F-4D97-AF65-F5344CB8AC3E}">
        <p14:creationId xmlns:p14="http://schemas.microsoft.com/office/powerpoint/2010/main" val="527169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6</a:t>
            </a:fld>
            <a:endParaRPr lang="zh-CN" altLang="en-US"/>
          </a:p>
        </p:txBody>
      </p:sp>
    </p:spTree>
    <p:extLst>
      <p:ext uri="{BB962C8B-B14F-4D97-AF65-F5344CB8AC3E}">
        <p14:creationId xmlns:p14="http://schemas.microsoft.com/office/powerpoint/2010/main" val="1357163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8</a:t>
            </a:fld>
            <a:endParaRPr lang="zh-CN" altLang="en-US"/>
          </a:p>
        </p:txBody>
      </p:sp>
    </p:spTree>
    <p:extLst>
      <p:ext uri="{BB962C8B-B14F-4D97-AF65-F5344CB8AC3E}">
        <p14:creationId xmlns:p14="http://schemas.microsoft.com/office/powerpoint/2010/main" val="2408467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9</a:t>
            </a:fld>
            <a:endParaRPr lang="zh-CN" altLang="en-US"/>
          </a:p>
        </p:txBody>
      </p:sp>
    </p:spTree>
    <p:extLst>
      <p:ext uri="{BB962C8B-B14F-4D97-AF65-F5344CB8AC3E}">
        <p14:creationId xmlns:p14="http://schemas.microsoft.com/office/powerpoint/2010/main" val="4267137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10</a:t>
            </a:fld>
            <a:endParaRPr lang="zh-CN" altLang="en-US"/>
          </a:p>
        </p:txBody>
      </p:sp>
    </p:spTree>
    <p:extLst>
      <p:ext uri="{BB962C8B-B14F-4D97-AF65-F5344CB8AC3E}">
        <p14:creationId xmlns:p14="http://schemas.microsoft.com/office/powerpoint/2010/main" val="3262830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12</a:t>
            </a:fld>
            <a:endParaRPr lang="zh-CN" altLang="en-US"/>
          </a:p>
        </p:txBody>
      </p:sp>
    </p:spTree>
    <p:extLst>
      <p:ext uri="{BB962C8B-B14F-4D97-AF65-F5344CB8AC3E}">
        <p14:creationId xmlns:p14="http://schemas.microsoft.com/office/powerpoint/2010/main" val="2049449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13</a:t>
            </a:fld>
            <a:endParaRPr lang="zh-CN" altLang="en-US"/>
          </a:p>
        </p:txBody>
      </p:sp>
    </p:spTree>
    <p:extLst>
      <p:ext uri="{BB962C8B-B14F-4D97-AF65-F5344CB8AC3E}">
        <p14:creationId xmlns:p14="http://schemas.microsoft.com/office/powerpoint/2010/main" val="2553172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201838-366B-4A52-AB3E-3372666F7637}" type="slidenum">
              <a:rPr lang="zh-CN" altLang="en-US" smtClean="0"/>
              <a:t>14</a:t>
            </a:fld>
            <a:endParaRPr lang="zh-CN" altLang="en-US"/>
          </a:p>
        </p:txBody>
      </p:sp>
    </p:spTree>
    <p:extLst>
      <p:ext uri="{BB962C8B-B14F-4D97-AF65-F5344CB8AC3E}">
        <p14:creationId xmlns:p14="http://schemas.microsoft.com/office/powerpoint/2010/main" val="35700735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02">
    <p:spTree>
      <p:nvGrpSpPr>
        <p:cNvPr id="1" name=""/>
        <p:cNvGrpSpPr/>
        <p:nvPr/>
      </p:nvGrpSpPr>
      <p:grpSpPr>
        <a:xfrm>
          <a:off x="0" y="0"/>
          <a:ext cx="0" cy="0"/>
          <a:chOff x="0" y="0"/>
          <a:chExt cx="0" cy="0"/>
        </a:xfrm>
      </p:grpSpPr>
      <p:sp>
        <p:nvSpPr>
          <p:cNvPr id="23" name="任意多边形: 形状 22"/>
          <p:cNvSpPr/>
          <p:nvPr userDrawn="1"/>
        </p:nvSpPr>
        <p:spPr>
          <a:xfrm rot="19089281">
            <a:off x="-146407" y="397619"/>
            <a:ext cx="7295575" cy="4292923"/>
          </a:xfrm>
          <a:custGeom>
            <a:avLst/>
            <a:gdLst>
              <a:gd name="connsiteX0" fmla="*/ 7295575 w 7295575"/>
              <a:gd name="connsiteY0" fmla="*/ 1998047 h 4292923"/>
              <a:gd name="connsiteX1" fmla="*/ 7154393 w 7295575"/>
              <a:gd name="connsiteY1" fmla="*/ 2291125 h 4292923"/>
              <a:gd name="connsiteX2" fmla="*/ 3791015 w 7295575"/>
              <a:gd name="connsiteY2" fmla="*/ 4292923 h 4292923"/>
              <a:gd name="connsiteX3" fmla="*/ 10049 w 7295575"/>
              <a:gd name="connsiteY3" fmla="*/ 1050400 h 4292923"/>
              <a:gd name="connsiteX4" fmla="*/ 0 w 7295575"/>
              <a:gd name="connsiteY4" fmla="*/ 971315 h 4292923"/>
              <a:gd name="connsiteX5" fmla="*/ 869839 w 7295575"/>
              <a:gd name="connsiteY5" fmla="*/ 0 h 4292923"/>
              <a:gd name="connsiteX6" fmla="*/ 860370 w 7295575"/>
              <a:gd name="connsiteY6" fmla="*/ 54014 h 4292923"/>
              <a:gd name="connsiteX7" fmla="*/ 831659 w 7295575"/>
              <a:gd name="connsiteY7" fmla="*/ 467884 h 4292923"/>
              <a:gd name="connsiteX8" fmla="*/ 3791015 w 7295575"/>
              <a:gd name="connsiteY8" fmla="*/ 3427240 h 4292923"/>
              <a:gd name="connsiteX9" fmla="*/ 6517810 w 7295575"/>
              <a:gd name="connsiteY9" fmla="*/ 1619799 h 4292923"/>
              <a:gd name="connsiteX10" fmla="*/ 6605540 w 7295575"/>
              <a:gd name="connsiteY10" fmla="*/ 1380102 h 429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95575" h="4292923">
                <a:moveTo>
                  <a:pt x="7295575" y="1998047"/>
                </a:moveTo>
                <a:lnTo>
                  <a:pt x="7154393" y="2291125"/>
                </a:lnTo>
                <a:cubicBezTo>
                  <a:pt x="6506663" y="3483486"/>
                  <a:pt x="5243367" y="4292923"/>
                  <a:pt x="3791015" y="4292923"/>
                </a:cubicBezTo>
                <a:cubicBezTo>
                  <a:pt x="1876552" y="4292923"/>
                  <a:pt x="290591" y="2886442"/>
                  <a:pt x="10049" y="1050400"/>
                </a:cubicBezTo>
                <a:lnTo>
                  <a:pt x="0" y="971315"/>
                </a:lnTo>
                <a:lnTo>
                  <a:pt x="869839" y="0"/>
                </a:lnTo>
                <a:lnTo>
                  <a:pt x="860370" y="54014"/>
                </a:lnTo>
                <a:cubicBezTo>
                  <a:pt x="841444" y="189256"/>
                  <a:pt x="831659" y="327427"/>
                  <a:pt x="831659" y="467884"/>
                </a:cubicBezTo>
                <a:cubicBezTo>
                  <a:pt x="831659" y="2102291"/>
                  <a:pt x="2156608" y="3427240"/>
                  <a:pt x="3791015" y="3427240"/>
                </a:cubicBezTo>
                <a:cubicBezTo>
                  <a:pt x="5016820" y="3427240"/>
                  <a:pt x="6068555" y="2681956"/>
                  <a:pt x="6517810" y="1619799"/>
                </a:cubicBezTo>
                <a:lnTo>
                  <a:pt x="6605540" y="1380102"/>
                </a:lnTo>
                <a:close/>
              </a:path>
            </a:pathLst>
          </a:custGeom>
          <a:solidFill>
            <a:schemeClr val="bg1"/>
          </a:solidFill>
          <a:ln w="12700" cap="flat" cmpd="sng" algn="ctr">
            <a:noFill/>
            <a:prstDash val="solid"/>
            <a:miter lim="800000"/>
          </a:ln>
          <a:effectLst>
            <a:outerShdw blurRad="254000" dist="38100" dir="13500000" algn="br" rotWithShape="0">
              <a:prstClr val="black">
                <a:alpha val="3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nvGrpSpPr>
          <p:cNvPr id="9" name="组合 8"/>
          <p:cNvGrpSpPr/>
          <p:nvPr userDrawn="1"/>
        </p:nvGrpSpPr>
        <p:grpSpPr>
          <a:xfrm>
            <a:off x="1005512" y="772160"/>
            <a:ext cx="1452878" cy="292587"/>
            <a:chOff x="6388738" y="5748098"/>
            <a:chExt cx="1251337" cy="252000"/>
          </a:xfrm>
          <a:solidFill>
            <a:schemeClr val="accent1"/>
          </a:solidFill>
        </p:grpSpPr>
        <p:sp>
          <p:nvSpPr>
            <p:cNvPr id="10"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1" name="组合 10"/>
            <p:cNvGrpSpPr/>
            <p:nvPr/>
          </p:nvGrpSpPr>
          <p:grpSpPr>
            <a:xfrm>
              <a:off x="6388738" y="5748098"/>
              <a:ext cx="252000" cy="252000"/>
              <a:chOff x="4568970" y="892144"/>
              <a:chExt cx="837417" cy="840124"/>
            </a:xfrm>
            <a:grpFill/>
          </p:grpSpPr>
          <p:grpSp>
            <p:nvGrpSpPr>
              <p:cNvPr id="12" name="组合 11"/>
              <p:cNvGrpSpPr/>
              <p:nvPr/>
            </p:nvGrpSpPr>
            <p:grpSpPr>
              <a:xfrm>
                <a:off x="4568970" y="892144"/>
                <a:ext cx="837417" cy="840124"/>
                <a:chOff x="3001963" y="1951037"/>
                <a:chExt cx="2946400" cy="2955925"/>
              </a:xfrm>
              <a:grpFill/>
            </p:grpSpPr>
            <p:sp>
              <p:nvSpPr>
                <p:cNvPr id="15"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p>
              </p:txBody>
            </p:sp>
            <p:sp>
              <p:nvSpPr>
                <p:cNvPr id="16"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p>
              </p:txBody>
            </p:sp>
            <p:sp>
              <p:nvSpPr>
                <p:cNvPr id="17"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p>
              </p:txBody>
            </p:sp>
            <p:sp>
              <p:nvSpPr>
                <p:cNvPr id="18"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endParaRPr>
                </a:p>
              </p:txBody>
            </p:sp>
          </p:grpSp>
          <p:sp>
            <p:nvSpPr>
              <p:cNvPr id="13" name="椭圆 12"/>
              <p:cNvSpPr/>
              <p:nvPr/>
            </p:nvSpPr>
            <p:spPr>
              <a:xfrm>
                <a:off x="4700072" y="1033381"/>
                <a:ext cx="564659" cy="564657"/>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p>
            </p:txBody>
          </p:sp>
        </p:grpSp>
      </p:grpSp>
      <p:sp>
        <p:nvSpPr>
          <p:cNvPr id="19" name="矩形 18"/>
          <p:cNvSpPr/>
          <p:nvPr userDrawn="1"/>
        </p:nvSpPr>
        <p:spPr>
          <a:xfrm>
            <a:off x="367153" y="1448535"/>
            <a:ext cx="396000" cy="2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占位符 26"/>
          <p:cNvSpPr>
            <a:spLocks noGrp="1"/>
          </p:cNvSpPr>
          <p:nvPr>
            <p:ph type="body" sz="quarter" idx="10"/>
          </p:nvPr>
        </p:nvSpPr>
        <p:spPr>
          <a:xfrm>
            <a:off x="904008" y="1228001"/>
            <a:ext cx="4352051" cy="466269"/>
          </a:xfrm>
        </p:spPr>
        <p:txBody>
          <a:bodyPr>
            <a:noAutofit/>
          </a:bodyPr>
          <a:lstStyle>
            <a:lvl1pPr marL="0" indent="0" algn="l" defTabSz="457200" rtl="0" eaLnBrk="1" latinLnBrk="0" hangingPunct="1">
              <a:lnSpc>
                <a:spcPct val="110000"/>
              </a:lnSpc>
              <a:spcBef>
                <a:spcPts val="0"/>
              </a:spcBef>
              <a:buNone/>
              <a:defRPr lang="zh-CN" altLang="en-US" sz="2400" b="1" kern="1200" spc="300" dirty="0" smtClean="0">
                <a:solidFill>
                  <a:schemeClr val="accent1"/>
                </a:solidFill>
                <a:latin typeface="Arial" panose="020B0604020202020204"/>
                <a:ea typeface="微软雅黑" panose="020B0503020204020204" charset="-122"/>
                <a:cs typeface="+mn-ea"/>
              </a:defRPr>
            </a:lvl1pPr>
          </a:lstStyle>
          <a:p>
            <a:pPr lvl="0"/>
            <a:r>
              <a:rPr lang="zh-CN" altLang="en-US" dirty="0"/>
              <a:t>单击此处编辑母版文本样式</a:t>
            </a:r>
          </a:p>
        </p:txBody>
      </p:sp>
      <p:sp>
        <p:nvSpPr>
          <p:cNvPr id="25" name="文本占位符 26"/>
          <p:cNvSpPr>
            <a:spLocks noGrp="1"/>
          </p:cNvSpPr>
          <p:nvPr>
            <p:ph type="body" sz="quarter" idx="11"/>
          </p:nvPr>
        </p:nvSpPr>
        <p:spPr>
          <a:xfrm>
            <a:off x="904008" y="2087388"/>
            <a:ext cx="3902471" cy="232822"/>
          </a:xfrm>
        </p:spPr>
        <p:txBody>
          <a:bodyPr>
            <a:noAutofit/>
          </a:bodyPr>
          <a:lstStyle>
            <a:lvl1pPr marL="0" indent="0" algn="dist" defTabSz="457200" rtl="0" eaLnBrk="1" latinLnBrk="0" hangingPunct="1">
              <a:lnSpc>
                <a:spcPct val="110000"/>
              </a:lnSpc>
              <a:buNone/>
              <a:defRPr lang="zh-CN" altLang="en-US" sz="900" kern="1200" dirty="0" smtClean="0">
                <a:solidFill>
                  <a:schemeClr val="accent1"/>
                </a:solidFill>
                <a:latin typeface="Arial" panose="020B0604020202020204"/>
                <a:ea typeface="微软雅黑" panose="020B0503020204020204" charset="-122"/>
                <a:cs typeface="+mn-ea"/>
              </a:defRPr>
            </a:lvl1pPr>
          </a:lstStyle>
          <a:p>
            <a:pPr lvl="0"/>
            <a:r>
              <a:rPr lang="zh-CN" altLang="en-US" dirty="0"/>
              <a:t>单击此处编辑母版文本样式</a:t>
            </a:r>
          </a:p>
        </p:txBody>
      </p:sp>
      <p:sp>
        <p:nvSpPr>
          <p:cNvPr id="26" name="文本占位符 26"/>
          <p:cNvSpPr>
            <a:spLocks noGrp="1"/>
          </p:cNvSpPr>
          <p:nvPr>
            <p:ph type="body" sz="quarter" idx="12" hasCustomPrompt="1"/>
          </p:nvPr>
        </p:nvSpPr>
        <p:spPr>
          <a:xfrm>
            <a:off x="1003085" y="2634914"/>
            <a:ext cx="1093477" cy="230039"/>
          </a:xfrm>
          <a:prstGeom prst="roundRect">
            <a:avLst>
              <a:gd name="adj" fmla="val 50000"/>
            </a:avLst>
          </a:prstGeom>
          <a:solidFill>
            <a:schemeClr val="accent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indent="0">
              <a:buNone/>
              <a:defRPr lang="zh-CN" altLang="en-US" sz="800" dirty="0" smtClean="0">
                <a:solidFill>
                  <a:schemeClr val="bg1"/>
                </a:solidFill>
                <a:latin typeface="Arial" panose="020B0604020202020204"/>
                <a:ea typeface="微软雅黑" panose="020B0503020204020204" charset="-122"/>
                <a:cs typeface="+mn-ea"/>
              </a:defRPr>
            </a:lvl1pPr>
          </a:lstStyle>
          <a:p>
            <a:pPr marL="0" lvl="0" algn="ctr" defTabSz="457200">
              <a:lnSpc>
                <a:spcPct val="110000"/>
              </a:lnSpc>
            </a:pPr>
            <a:r>
              <a:rPr lang="zh-CN" altLang="en-US" dirty="0"/>
              <a:t>单击此处</a:t>
            </a:r>
          </a:p>
        </p:txBody>
      </p:sp>
      <p:sp>
        <p:nvSpPr>
          <p:cNvPr id="27" name="文本占位符 26"/>
          <p:cNvSpPr>
            <a:spLocks noGrp="1"/>
          </p:cNvSpPr>
          <p:nvPr>
            <p:ph type="body" sz="quarter" idx="13" hasCustomPrompt="1"/>
          </p:nvPr>
        </p:nvSpPr>
        <p:spPr>
          <a:xfrm>
            <a:off x="2262452" y="2634914"/>
            <a:ext cx="1093477" cy="230039"/>
          </a:xfrm>
          <a:prstGeom prst="roundRect">
            <a:avLst>
              <a:gd name="adj" fmla="val 50000"/>
            </a:avLst>
          </a:prstGeom>
          <a:solidFill>
            <a:schemeClr val="accent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indent="0">
              <a:buNone/>
              <a:defRPr lang="zh-CN" altLang="en-US" sz="800" dirty="0" smtClean="0">
                <a:solidFill>
                  <a:schemeClr val="bg1"/>
                </a:solidFill>
                <a:latin typeface="Arial" panose="020B0604020202020204"/>
                <a:ea typeface="微软雅黑" panose="020B0503020204020204" charset="-122"/>
                <a:cs typeface="+mn-ea"/>
              </a:defRPr>
            </a:lvl1pPr>
          </a:lstStyle>
          <a:p>
            <a:pPr marL="0" lvl="0" algn="ctr" defTabSz="457200">
              <a:lnSpc>
                <a:spcPct val="110000"/>
              </a:lnSpc>
            </a:pPr>
            <a:r>
              <a:rPr lang="zh-CN" altLang="en-US" dirty="0"/>
              <a:t>单击此处</a:t>
            </a:r>
          </a:p>
        </p:txBody>
      </p:sp>
      <p:pic>
        <p:nvPicPr>
          <p:cNvPr id="5" name="图片 4" descr="图片包含 建筑物, 户外&#10;&#10;描述已自动生成"/>
          <p:cNvPicPr>
            <a:picLocks noChangeAspect="1"/>
          </p:cNvPicPr>
          <p:nvPr userDrawn="1"/>
        </p:nvPicPr>
        <p:blipFill rotWithShape="1">
          <a:blip r:embed="rId2" cstate="print">
            <a:alphaModFix amt="94000"/>
            <a:extLst>
              <a:ext uri="{28A0092B-C50C-407E-A947-70E740481C1C}">
                <a14:useLocalDpi xmlns:a14="http://schemas.microsoft.com/office/drawing/2010/main" val="0"/>
              </a:ext>
            </a:extLst>
          </a:blip>
          <a:srcRect t="21273" b="2783"/>
          <a:stretch>
            <a:fillRect/>
          </a:stretch>
        </p:blipFill>
        <p:spPr>
          <a:xfrm>
            <a:off x="0" y="0"/>
            <a:ext cx="9144000" cy="5143500"/>
          </a:xfrm>
          <a:custGeom>
            <a:avLst/>
            <a:gdLst>
              <a:gd name="connsiteX0" fmla="*/ 1295323 w 8648700"/>
              <a:gd name="connsiteY0" fmla="*/ 1893474 h 4531992"/>
              <a:gd name="connsiteX1" fmla="*/ 816286 w 8648700"/>
              <a:gd name="connsiteY1" fmla="*/ 2372511 h 4531992"/>
              <a:gd name="connsiteX2" fmla="*/ 1295323 w 8648700"/>
              <a:gd name="connsiteY2" fmla="*/ 2851548 h 4531992"/>
              <a:gd name="connsiteX3" fmla="*/ 1774360 w 8648700"/>
              <a:gd name="connsiteY3" fmla="*/ 2372511 h 4531992"/>
              <a:gd name="connsiteX4" fmla="*/ 1295323 w 8648700"/>
              <a:gd name="connsiteY4" fmla="*/ 1893474 h 4531992"/>
              <a:gd name="connsiteX5" fmla="*/ 3188360 w 8648700"/>
              <a:gd name="connsiteY5" fmla="*/ 1732970 h 4531992"/>
              <a:gd name="connsiteX6" fmla="*/ 2434078 w 8648700"/>
              <a:gd name="connsiteY6" fmla="*/ 2487252 h 4531992"/>
              <a:gd name="connsiteX7" fmla="*/ 3188360 w 8648700"/>
              <a:gd name="connsiteY7" fmla="*/ 3241534 h 4531992"/>
              <a:gd name="connsiteX8" fmla="*/ 3942642 w 8648700"/>
              <a:gd name="connsiteY8" fmla="*/ 2487252 h 4531992"/>
              <a:gd name="connsiteX9" fmla="*/ 3188360 w 8648700"/>
              <a:gd name="connsiteY9" fmla="*/ 1732970 h 4531992"/>
              <a:gd name="connsiteX10" fmla="*/ 0 w 8648700"/>
              <a:gd name="connsiteY10" fmla="*/ 0 h 4531992"/>
              <a:gd name="connsiteX11" fmla="*/ 8648700 w 8648700"/>
              <a:gd name="connsiteY11" fmla="*/ 0 h 4531992"/>
              <a:gd name="connsiteX12" fmla="*/ 8648700 w 8648700"/>
              <a:gd name="connsiteY12" fmla="*/ 4531992 h 4531992"/>
              <a:gd name="connsiteX13" fmla="*/ 0 w 8648700"/>
              <a:gd name="connsiteY13" fmla="*/ 4531992 h 453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8700" h="4531992">
                <a:moveTo>
                  <a:pt x="1295323" y="1893474"/>
                </a:moveTo>
                <a:cubicBezTo>
                  <a:pt x="1030758" y="1893474"/>
                  <a:pt x="816286" y="2107946"/>
                  <a:pt x="816286" y="2372511"/>
                </a:cubicBezTo>
                <a:cubicBezTo>
                  <a:pt x="816286" y="2637076"/>
                  <a:pt x="1030758" y="2851548"/>
                  <a:pt x="1295323" y="2851548"/>
                </a:cubicBezTo>
                <a:cubicBezTo>
                  <a:pt x="1559888" y="2851548"/>
                  <a:pt x="1774360" y="2637076"/>
                  <a:pt x="1774360" y="2372511"/>
                </a:cubicBezTo>
                <a:cubicBezTo>
                  <a:pt x="1774360" y="2107946"/>
                  <a:pt x="1559888" y="1893474"/>
                  <a:pt x="1295323" y="1893474"/>
                </a:cubicBezTo>
                <a:close/>
                <a:moveTo>
                  <a:pt x="3188360" y="1732970"/>
                </a:moveTo>
                <a:cubicBezTo>
                  <a:pt x="2771782" y="1732970"/>
                  <a:pt x="2434078" y="2070674"/>
                  <a:pt x="2434078" y="2487252"/>
                </a:cubicBezTo>
                <a:cubicBezTo>
                  <a:pt x="2434078" y="2903830"/>
                  <a:pt x="2771782" y="3241534"/>
                  <a:pt x="3188360" y="3241534"/>
                </a:cubicBezTo>
                <a:cubicBezTo>
                  <a:pt x="3604938" y="3241534"/>
                  <a:pt x="3942642" y="2903830"/>
                  <a:pt x="3942642" y="2487252"/>
                </a:cubicBezTo>
                <a:cubicBezTo>
                  <a:pt x="3942642" y="2070674"/>
                  <a:pt x="3604938" y="1732970"/>
                  <a:pt x="3188360" y="1732970"/>
                </a:cubicBezTo>
                <a:close/>
                <a:moveTo>
                  <a:pt x="0" y="0"/>
                </a:moveTo>
                <a:lnTo>
                  <a:pt x="8648700" y="0"/>
                </a:lnTo>
                <a:lnTo>
                  <a:pt x="8648700" y="4531992"/>
                </a:lnTo>
                <a:lnTo>
                  <a:pt x="0" y="4531992"/>
                </a:lnTo>
                <a:close/>
              </a:path>
            </a:pathLst>
          </a:custGeom>
          <a:effectLst>
            <a:outerShdw blurRad="508000" dist="38100" dir="13500000" algn="br" rotWithShape="0">
              <a:prstClr val="black">
                <a:alpha val="7000"/>
              </a:prstClr>
            </a:outerShdw>
          </a:effectLst>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51151" y="772160"/>
            <a:ext cx="1500457" cy="247488"/>
          </a:xfrm>
          <a:prstGeom prst="rect">
            <a:avLst/>
          </a:prstGeom>
        </p:spPr>
      </p:pic>
      <p:pic>
        <p:nvPicPr>
          <p:cNvPr id="2" name="图片 1"/>
          <p:cNvPicPr>
            <a:picLocks noChangeAspect="1"/>
          </p:cNvPicPr>
          <p:nvPr userDrawn="1"/>
        </p:nvPicPr>
        <p:blipFill>
          <a:blip r:embed="rId4"/>
          <a:stretch>
            <a:fillRect/>
          </a:stretch>
        </p:blipFill>
        <p:spPr>
          <a:xfrm>
            <a:off x="190639" y="1198091"/>
            <a:ext cx="572514" cy="4961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过渡页03">
    <p:bg>
      <p:bgPr>
        <a:solidFill>
          <a:schemeClr val="bg1"/>
        </a:solidFill>
        <a:effectLst/>
      </p:bgPr>
    </p:bg>
    <p:spTree>
      <p:nvGrpSpPr>
        <p:cNvPr id="1" name=""/>
        <p:cNvGrpSpPr/>
        <p:nvPr/>
      </p:nvGrpSpPr>
      <p:grpSpPr>
        <a:xfrm>
          <a:off x="0" y="0"/>
          <a:ext cx="0" cy="0"/>
          <a:chOff x="0" y="0"/>
          <a:chExt cx="0" cy="0"/>
        </a:xfrm>
      </p:grpSpPr>
      <p:sp>
        <p:nvSpPr>
          <p:cNvPr id="22" name="bk object 16"/>
          <p:cNvSpPr/>
          <p:nvPr userDrawn="1"/>
        </p:nvSpPr>
        <p:spPr>
          <a:xfrm>
            <a:off x="0" y="3710941"/>
            <a:ext cx="9144000" cy="1432559"/>
          </a:xfrm>
          <a:prstGeom prst="rect">
            <a:avLst/>
          </a:prstGeom>
          <a:blipFill>
            <a:blip r:embed="rId2" cstate="email"/>
            <a:stretch>
              <a:fillRect t="-259043"/>
            </a:stretch>
          </a:blipFill>
        </p:spPr>
        <p:txBody>
          <a:bodyPr wrap="square" lIns="0" tIns="0" rIns="0" bIns="0" rtlCol="0"/>
          <a:lstStyle/>
          <a:p>
            <a:endParaRPr dirty="0"/>
          </a:p>
        </p:txBody>
      </p:sp>
      <p:sp>
        <p:nvSpPr>
          <p:cNvPr id="23" name="矩形 22"/>
          <p:cNvSpPr/>
          <p:nvPr userDrawn="1"/>
        </p:nvSpPr>
        <p:spPr>
          <a:xfrm>
            <a:off x="0" y="0"/>
            <a:ext cx="9144000" cy="5143500"/>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p:cNvCxnSpPr/>
          <p:nvPr userDrawn="1"/>
        </p:nvCxnSpPr>
        <p:spPr>
          <a:xfrm>
            <a:off x="8893666" y="0"/>
            <a:ext cx="0" cy="5143500"/>
          </a:xfrm>
          <a:prstGeom prst="line">
            <a:avLst/>
          </a:prstGeom>
          <a:ln w="3175">
            <a:gradFill flip="none" rotWithShape="1">
              <a:gsLst>
                <a:gs pos="0">
                  <a:schemeClr val="accent1">
                    <a:alpha val="0"/>
                  </a:schemeClr>
                </a:gs>
                <a:gs pos="10000">
                  <a:srgbClr val="056CC9">
                    <a:alpha val="0"/>
                  </a:srgbClr>
                </a:gs>
                <a:gs pos="28000">
                  <a:srgbClr val="056CC9">
                    <a:alpha val="15000"/>
                  </a:srgbClr>
                </a:gs>
                <a:gs pos="49000">
                  <a:schemeClr val="accent1">
                    <a:alpha val="75000"/>
                  </a:schemeClr>
                </a:gs>
                <a:gs pos="74000">
                  <a:schemeClr val="accent1"/>
                </a:gs>
                <a:gs pos="100000">
                  <a:schemeClr val="accent1"/>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userDrawn="1"/>
        </p:nvCxnSpPr>
        <p:spPr>
          <a:xfrm>
            <a:off x="4529271" y="0"/>
            <a:ext cx="0" cy="5143500"/>
          </a:xfrm>
          <a:prstGeom prst="line">
            <a:avLst/>
          </a:prstGeom>
          <a:ln w="3175">
            <a:gradFill flip="none" rotWithShape="1">
              <a:gsLst>
                <a:gs pos="0">
                  <a:schemeClr val="bg1">
                    <a:lumMod val="95000"/>
                    <a:alpha val="0"/>
                  </a:schemeClr>
                </a:gs>
                <a:gs pos="10000">
                  <a:schemeClr val="bg1">
                    <a:lumMod val="95000"/>
                  </a:schemeClr>
                </a:gs>
                <a:gs pos="16000">
                  <a:schemeClr val="bg1">
                    <a:lumMod val="95000"/>
                    <a:alpha val="15000"/>
                  </a:schemeClr>
                </a:gs>
                <a:gs pos="49000">
                  <a:schemeClr val="bg1">
                    <a:lumMod val="95000"/>
                    <a:alpha val="75000"/>
                  </a:schemeClr>
                </a:gs>
                <a:gs pos="74000">
                  <a:schemeClr val="bg1">
                    <a:lumMod val="95000"/>
                  </a:schemeClr>
                </a:gs>
                <a:gs pos="100000">
                  <a:schemeClr val="bg1">
                    <a:lumMod val="95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p:ph type="body" sz="quarter" idx="10" hasCustomPrompt="1"/>
          </p:nvPr>
        </p:nvSpPr>
        <p:spPr>
          <a:xfrm>
            <a:off x="4567238" y="1637484"/>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a:t>请输入您的标题</a:t>
            </a:r>
            <a:endParaRPr lang="zh-CN" altLang="en-US" dirty="0"/>
          </a:p>
        </p:txBody>
      </p:sp>
      <p:sp>
        <p:nvSpPr>
          <p:cNvPr id="94" name="文本占位符 3"/>
          <p:cNvSpPr>
            <a:spLocks noGrp="1"/>
          </p:cNvSpPr>
          <p:nvPr>
            <p:ph type="body" sz="quarter" idx="11" hasCustomPrompt="1"/>
          </p:nvPr>
        </p:nvSpPr>
        <p:spPr>
          <a:xfrm>
            <a:off x="4567237" y="1875924"/>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95" name="文本占位符 3"/>
          <p:cNvSpPr>
            <a:spLocks noGrp="1"/>
          </p:cNvSpPr>
          <p:nvPr>
            <p:ph type="body" sz="quarter" idx="12" hasCustomPrompt="1"/>
          </p:nvPr>
        </p:nvSpPr>
        <p:spPr>
          <a:xfrm>
            <a:off x="4567238" y="2374118"/>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96" name="文本占位符 3"/>
          <p:cNvSpPr>
            <a:spLocks noGrp="1"/>
          </p:cNvSpPr>
          <p:nvPr>
            <p:ph type="body" sz="quarter" idx="13" hasCustomPrompt="1"/>
          </p:nvPr>
        </p:nvSpPr>
        <p:spPr>
          <a:xfrm>
            <a:off x="4567237" y="2612558"/>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97" name="文本占位符 3"/>
          <p:cNvSpPr>
            <a:spLocks noGrp="1"/>
          </p:cNvSpPr>
          <p:nvPr>
            <p:ph type="body" sz="quarter" idx="14" hasCustomPrompt="1"/>
          </p:nvPr>
        </p:nvSpPr>
        <p:spPr>
          <a:xfrm>
            <a:off x="4567238" y="3108053"/>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98" name="文本占位符 3"/>
          <p:cNvSpPr>
            <a:spLocks noGrp="1"/>
          </p:cNvSpPr>
          <p:nvPr>
            <p:ph type="body" sz="quarter" idx="15" hasCustomPrompt="1"/>
          </p:nvPr>
        </p:nvSpPr>
        <p:spPr>
          <a:xfrm>
            <a:off x="4567237" y="3346493"/>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pic>
        <p:nvPicPr>
          <p:cNvPr id="39" name="图片 38"/>
          <p:cNvPicPr>
            <a:picLocks noChangeAspect="1"/>
          </p:cNvPicPr>
          <p:nvPr userDrawn="1"/>
        </p:nvPicPr>
        <p:blipFill rotWithShape="1">
          <a:blip r:embed="rId3" cstate="screen"/>
          <a:srcRect l="22903" r="10937" b="1063"/>
          <a:stretch>
            <a:fillRect/>
          </a:stretch>
        </p:blipFill>
        <p:spPr>
          <a:xfrm>
            <a:off x="-1" y="0"/>
            <a:ext cx="3242919" cy="2727860"/>
          </a:xfrm>
          <a:custGeom>
            <a:avLst/>
            <a:gdLst>
              <a:gd name="connsiteX0" fmla="*/ 0 w 3242919"/>
              <a:gd name="connsiteY0" fmla="*/ 0 h 2727860"/>
              <a:gd name="connsiteX1" fmla="*/ 3242919 w 3242919"/>
              <a:gd name="connsiteY1" fmla="*/ 0 h 2727860"/>
              <a:gd name="connsiteX2" fmla="*/ 3223569 w 3242919"/>
              <a:gd name="connsiteY2" fmla="*/ 187621 h 2727860"/>
              <a:gd name="connsiteX3" fmla="*/ 2272082 w 3242919"/>
              <a:gd name="connsiteY3" fmla="*/ 1946844 h 2727860"/>
              <a:gd name="connsiteX4" fmla="*/ 134973 w 3242919"/>
              <a:gd name="connsiteY4" fmla="*/ 2697147 h 2727860"/>
              <a:gd name="connsiteX5" fmla="*/ 1 w 3242919"/>
              <a:gd name="connsiteY5" fmla="*/ 2683227 h 2727860"/>
              <a:gd name="connsiteX6" fmla="*/ 1 w 3242919"/>
              <a:gd name="connsiteY6" fmla="*/ 2727860 h 2727860"/>
              <a:gd name="connsiteX7" fmla="*/ 0 w 3242919"/>
              <a:gd name="connsiteY7" fmla="*/ 2727860 h 2727860"/>
              <a:gd name="connsiteX8" fmla="*/ 0 w 3242919"/>
              <a:gd name="connsiteY8" fmla="*/ 0 h 272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919" h="2727860">
                <a:moveTo>
                  <a:pt x="0" y="0"/>
                </a:moveTo>
                <a:lnTo>
                  <a:pt x="3242919" y="0"/>
                </a:lnTo>
                <a:lnTo>
                  <a:pt x="3223569" y="187621"/>
                </a:lnTo>
                <a:cubicBezTo>
                  <a:pt x="3124129" y="843382"/>
                  <a:pt x="2804760" y="1469816"/>
                  <a:pt x="2272082" y="1946844"/>
                </a:cubicBezTo>
                <a:cubicBezTo>
                  <a:pt x="1663307" y="2492018"/>
                  <a:pt x="891191" y="2738826"/>
                  <a:pt x="134973" y="2697147"/>
                </a:cubicBezTo>
                <a:lnTo>
                  <a:pt x="1" y="2683227"/>
                </a:lnTo>
                <a:lnTo>
                  <a:pt x="1" y="2727860"/>
                </a:lnTo>
                <a:lnTo>
                  <a:pt x="0" y="2727860"/>
                </a:lnTo>
                <a:lnTo>
                  <a:pt x="0" y="0"/>
                </a:lnTo>
                <a:close/>
              </a:path>
            </a:pathLst>
          </a:custGeom>
        </p:spPr>
      </p:pic>
      <p:sp>
        <p:nvSpPr>
          <p:cNvPr id="61" name="任意多边形: 形状 60"/>
          <p:cNvSpPr/>
          <p:nvPr userDrawn="1"/>
        </p:nvSpPr>
        <p:spPr>
          <a:xfrm rot="19089281">
            <a:off x="-514748" y="1024484"/>
            <a:ext cx="5434738" cy="1832870"/>
          </a:xfrm>
          <a:custGeom>
            <a:avLst/>
            <a:gdLst>
              <a:gd name="connsiteX0" fmla="*/ 4787166 w 5434738"/>
              <a:gd name="connsiteY0" fmla="*/ 164555 h 1832870"/>
              <a:gd name="connsiteX1" fmla="*/ 5434738 w 5434738"/>
              <a:gd name="connsiteY1" fmla="*/ 744474 h 1832870"/>
              <a:gd name="connsiteX2" fmla="*/ 5198241 w 5434738"/>
              <a:gd name="connsiteY2" fmla="*/ 959417 h 1832870"/>
              <a:gd name="connsiteX3" fmla="*/ 2765161 w 5434738"/>
              <a:gd name="connsiteY3" fmla="*/ 1832870 h 1832870"/>
              <a:gd name="connsiteX4" fmla="*/ 60450 w 5434738"/>
              <a:gd name="connsiteY4" fmla="*/ 712542 h 1832870"/>
              <a:gd name="connsiteX5" fmla="*/ 0 w 5434738"/>
              <a:gd name="connsiteY5" fmla="*/ 649138 h 1832870"/>
              <a:gd name="connsiteX6" fmla="*/ 581320 w 5434738"/>
              <a:gd name="connsiteY6" fmla="*/ 0 h 1832870"/>
              <a:gd name="connsiteX7" fmla="*/ 672581 w 5434738"/>
              <a:gd name="connsiteY7" fmla="*/ 100412 h 1832870"/>
              <a:gd name="connsiteX8" fmla="*/ 2765161 w 5434738"/>
              <a:gd name="connsiteY8" fmla="*/ 967187 h 1832870"/>
              <a:gd name="connsiteX9" fmla="*/ 4647586 w 5434738"/>
              <a:gd name="connsiteY9" fmla="*/ 291414 h 183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34738" h="1832870">
                <a:moveTo>
                  <a:pt x="4787166" y="164555"/>
                </a:moveTo>
                <a:lnTo>
                  <a:pt x="5434738" y="744474"/>
                </a:lnTo>
                <a:lnTo>
                  <a:pt x="5198241" y="959417"/>
                </a:lnTo>
                <a:cubicBezTo>
                  <a:pt x="4537049" y="1505082"/>
                  <a:pt x="3689385" y="1832870"/>
                  <a:pt x="2765161" y="1832870"/>
                </a:cubicBezTo>
                <a:cubicBezTo>
                  <a:pt x="1708905" y="1832870"/>
                  <a:pt x="752646" y="1404738"/>
                  <a:pt x="60450" y="712542"/>
                </a:cubicBezTo>
                <a:lnTo>
                  <a:pt x="0" y="649138"/>
                </a:lnTo>
                <a:lnTo>
                  <a:pt x="581320" y="0"/>
                </a:lnTo>
                <a:lnTo>
                  <a:pt x="672581" y="100412"/>
                </a:lnTo>
                <a:cubicBezTo>
                  <a:pt x="1208119" y="635950"/>
                  <a:pt x="1947957" y="967187"/>
                  <a:pt x="2765161" y="967187"/>
                </a:cubicBezTo>
                <a:cubicBezTo>
                  <a:pt x="3480214" y="967187"/>
                  <a:pt x="4136035" y="713584"/>
                  <a:pt x="4647586" y="291414"/>
                </a:cubicBezTo>
                <a:close/>
              </a:path>
            </a:pathLst>
          </a:custGeom>
          <a:solidFill>
            <a:schemeClr val="bg1"/>
          </a:solidFill>
          <a:ln w="12700" cap="flat" cmpd="sng" algn="ctr">
            <a:noFill/>
            <a:prstDash val="solid"/>
            <a:miter lim="800000"/>
          </a:ln>
          <a:effectLst>
            <a:outerShdw blurRad="254000" dist="38100" dir="13500000" algn="br" rotWithShape="0">
              <a:prstClr val="black">
                <a:alpha val="10000"/>
              </a:prstClr>
            </a:outerShdw>
          </a:effectLst>
        </p:spPr>
        <p:txBody>
          <a:bodyPr wrap="square" rtlCol="0" anchor="ctr">
            <a:noAutofit/>
          </a:bodyPr>
          <a:lstStyle/>
          <a:p>
            <a:pPr marR="0" lvl="0" indent="0" algn="ctr" defTabSz="914400" fontAlgn="auto">
              <a:lnSpc>
                <a:spcPct val="100000"/>
              </a:lnSpc>
              <a:spcBef>
                <a:spcPts val="0"/>
              </a:spcBef>
              <a:spcAft>
                <a:spcPts val="0"/>
              </a:spcAft>
              <a:buClrTx/>
              <a:buSzTx/>
              <a:buFontTx/>
              <a:buNone/>
            </a:pPr>
            <a:endParaRPr kumimoji="0" lang="zh-CN" altLang="en-US" b="0" i="0" u="none" strike="noStrike" kern="0" cap="none" spc="0" normalizeH="0" baseline="0" noProof="0">
              <a:ln>
                <a:noFill/>
              </a:ln>
              <a:solidFill>
                <a:prstClr val="black"/>
              </a:solidFill>
              <a:effectLst/>
              <a:uLnTx/>
              <a:uFillTx/>
              <a:latin typeface="等线" panose="02010600030101010101" charset="-122"/>
              <a:ea typeface="等线" panose="02010600030101010101" charset="-122"/>
            </a:endParaRPr>
          </a:p>
        </p:txBody>
      </p:sp>
      <p:sp>
        <p:nvSpPr>
          <p:cNvPr id="3" name="矩形: 圆角 2"/>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5" name="文本框 4"/>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6" name="文本框 5"/>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7" name="直接连接符 6"/>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749666" y="1584523"/>
            <a:ext cx="144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821666" y="2598932"/>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8821666" y="3618867"/>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12" name="文本占位符 8"/>
          <p:cNvSpPr>
            <a:spLocks noGrp="1"/>
          </p:cNvSpPr>
          <p:nvPr>
            <p:ph type="body" sz="quarter" idx="19" hasCustomPrompt="1"/>
          </p:nvPr>
        </p:nvSpPr>
        <p:spPr>
          <a:xfrm>
            <a:off x="8426450" y="2415342"/>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02</a:t>
            </a:r>
            <a:endParaRPr lang="zh-CN" altLang="en-US" dirty="0"/>
          </a:p>
        </p:txBody>
      </p:sp>
      <p:sp>
        <p:nvSpPr>
          <p:cNvPr id="13" name="文本占位符 8"/>
          <p:cNvSpPr>
            <a:spLocks noGrp="1"/>
          </p:cNvSpPr>
          <p:nvPr>
            <p:ph type="body" sz="quarter" idx="20" hasCustomPrompt="1"/>
          </p:nvPr>
        </p:nvSpPr>
        <p:spPr>
          <a:xfrm>
            <a:off x="8426450" y="3433537"/>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03</a:t>
            </a:r>
            <a:endParaRPr lang="zh-CN" altLang="en-US" dirty="0"/>
          </a:p>
        </p:txBody>
      </p:sp>
      <p:sp>
        <p:nvSpPr>
          <p:cNvPr id="15" name="文本占位符 8"/>
          <p:cNvSpPr>
            <a:spLocks noGrp="1"/>
          </p:cNvSpPr>
          <p:nvPr>
            <p:ph type="body" sz="quarter" idx="22" hasCustomPrompt="1"/>
          </p:nvPr>
        </p:nvSpPr>
        <p:spPr>
          <a:xfrm>
            <a:off x="8378956" y="1402673"/>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01</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01">
    <p:bg>
      <p:bgPr>
        <a:solidFill>
          <a:schemeClr val="bg1"/>
        </a:solidFill>
        <a:effectLst/>
      </p:bgPr>
    </p:bg>
    <p:spTree>
      <p:nvGrpSpPr>
        <p:cNvPr id="1" name=""/>
        <p:cNvGrpSpPr/>
        <p:nvPr/>
      </p:nvGrpSpPr>
      <p:grpSpPr>
        <a:xfrm>
          <a:off x="0" y="0"/>
          <a:ext cx="0" cy="0"/>
          <a:chOff x="0" y="0"/>
          <a:chExt cx="0" cy="0"/>
        </a:xfrm>
      </p:grpSpPr>
      <p:sp>
        <p:nvSpPr>
          <p:cNvPr id="22" name="bk object 16"/>
          <p:cNvSpPr/>
          <p:nvPr userDrawn="1"/>
        </p:nvSpPr>
        <p:spPr>
          <a:xfrm>
            <a:off x="0" y="3710941"/>
            <a:ext cx="9144000" cy="1432559"/>
          </a:xfrm>
          <a:prstGeom prst="rect">
            <a:avLst/>
          </a:prstGeom>
          <a:blipFill>
            <a:blip r:embed="rId2" cstate="email"/>
            <a:stretch>
              <a:fillRect t="-259043"/>
            </a:stretch>
          </a:blipFill>
        </p:spPr>
        <p:txBody>
          <a:bodyPr wrap="square" lIns="0" tIns="0" rIns="0" bIns="0" rtlCol="0"/>
          <a:lstStyle/>
          <a:p>
            <a:endParaRPr dirty="0"/>
          </a:p>
        </p:txBody>
      </p:sp>
      <p:sp>
        <p:nvSpPr>
          <p:cNvPr id="23" name="矩形 22"/>
          <p:cNvSpPr/>
          <p:nvPr userDrawn="1"/>
        </p:nvSpPr>
        <p:spPr>
          <a:xfrm>
            <a:off x="0" y="0"/>
            <a:ext cx="9144000" cy="5143500"/>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p:cNvCxnSpPr/>
          <p:nvPr userDrawn="1"/>
        </p:nvCxnSpPr>
        <p:spPr>
          <a:xfrm>
            <a:off x="8893666" y="0"/>
            <a:ext cx="0" cy="5143500"/>
          </a:xfrm>
          <a:prstGeom prst="line">
            <a:avLst/>
          </a:prstGeom>
          <a:ln w="3175">
            <a:gradFill flip="none" rotWithShape="1">
              <a:gsLst>
                <a:gs pos="0">
                  <a:schemeClr val="accent1">
                    <a:alpha val="0"/>
                  </a:schemeClr>
                </a:gs>
                <a:gs pos="10000">
                  <a:srgbClr val="056CC9">
                    <a:alpha val="0"/>
                  </a:srgbClr>
                </a:gs>
                <a:gs pos="28000">
                  <a:srgbClr val="056CC9">
                    <a:alpha val="15000"/>
                  </a:srgbClr>
                </a:gs>
                <a:gs pos="49000">
                  <a:schemeClr val="accent1">
                    <a:alpha val="75000"/>
                  </a:schemeClr>
                </a:gs>
                <a:gs pos="74000">
                  <a:schemeClr val="accent1"/>
                </a:gs>
                <a:gs pos="100000">
                  <a:schemeClr val="accent1"/>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userDrawn="1"/>
        </p:nvCxnSpPr>
        <p:spPr>
          <a:xfrm>
            <a:off x="4529271" y="0"/>
            <a:ext cx="0" cy="5143500"/>
          </a:xfrm>
          <a:prstGeom prst="line">
            <a:avLst/>
          </a:prstGeom>
          <a:ln w="3175">
            <a:gradFill flip="none" rotWithShape="1">
              <a:gsLst>
                <a:gs pos="0">
                  <a:schemeClr val="bg1">
                    <a:lumMod val="95000"/>
                    <a:alpha val="0"/>
                  </a:schemeClr>
                </a:gs>
                <a:gs pos="10000">
                  <a:schemeClr val="bg1">
                    <a:lumMod val="95000"/>
                  </a:schemeClr>
                </a:gs>
                <a:gs pos="16000">
                  <a:schemeClr val="bg1">
                    <a:lumMod val="95000"/>
                    <a:alpha val="15000"/>
                  </a:schemeClr>
                </a:gs>
                <a:gs pos="49000">
                  <a:schemeClr val="bg1">
                    <a:lumMod val="95000"/>
                    <a:alpha val="75000"/>
                  </a:schemeClr>
                </a:gs>
                <a:gs pos="74000">
                  <a:schemeClr val="bg1">
                    <a:lumMod val="95000"/>
                  </a:schemeClr>
                </a:gs>
                <a:gs pos="100000">
                  <a:schemeClr val="bg1">
                    <a:lumMod val="95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pic>
        <p:nvPicPr>
          <p:cNvPr id="39" name="图片 38"/>
          <p:cNvPicPr>
            <a:picLocks noChangeAspect="1"/>
          </p:cNvPicPr>
          <p:nvPr userDrawn="1"/>
        </p:nvPicPr>
        <p:blipFill rotWithShape="1">
          <a:blip r:embed="rId3" cstate="screen"/>
          <a:srcRect l="22903" r="10937" b="1063"/>
          <a:stretch>
            <a:fillRect/>
          </a:stretch>
        </p:blipFill>
        <p:spPr>
          <a:xfrm>
            <a:off x="-1" y="0"/>
            <a:ext cx="3242919" cy="2727860"/>
          </a:xfrm>
          <a:custGeom>
            <a:avLst/>
            <a:gdLst>
              <a:gd name="connsiteX0" fmla="*/ 0 w 3242919"/>
              <a:gd name="connsiteY0" fmla="*/ 0 h 2727860"/>
              <a:gd name="connsiteX1" fmla="*/ 3242919 w 3242919"/>
              <a:gd name="connsiteY1" fmla="*/ 0 h 2727860"/>
              <a:gd name="connsiteX2" fmla="*/ 3223569 w 3242919"/>
              <a:gd name="connsiteY2" fmla="*/ 187621 h 2727860"/>
              <a:gd name="connsiteX3" fmla="*/ 2272082 w 3242919"/>
              <a:gd name="connsiteY3" fmla="*/ 1946844 h 2727860"/>
              <a:gd name="connsiteX4" fmla="*/ 134973 w 3242919"/>
              <a:gd name="connsiteY4" fmla="*/ 2697147 h 2727860"/>
              <a:gd name="connsiteX5" fmla="*/ 1 w 3242919"/>
              <a:gd name="connsiteY5" fmla="*/ 2683227 h 2727860"/>
              <a:gd name="connsiteX6" fmla="*/ 1 w 3242919"/>
              <a:gd name="connsiteY6" fmla="*/ 2727860 h 2727860"/>
              <a:gd name="connsiteX7" fmla="*/ 0 w 3242919"/>
              <a:gd name="connsiteY7" fmla="*/ 2727860 h 2727860"/>
              <a:gd name="connsiteX8" fmla="*/ 0 w 3242919"/>
              <a:gd name="connsiteY8" fmla="*/ 0 h 272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919" h="2727860">
                <a:moveTo>
                  <a:pt x="0" y="0"/>
                </a:moveTo>
                <a:lnTo>
                  <a:pt x="3242919" y="0"/>
                </a:lnTo>
                <a:lnTo>
                  <a:pt x="3223569" y="187621"/>
                </a:lnTo>
                <a:cubicBezTo>
                  <a:pt x="3124129" y="843382"/>
                  <a:pt x="2804760" y="1469816"/>
                  <a:pt x="2272082" y="1946844"/>
                </a:cubicBezTo>
                <a:cubicBezTo>
                  <a:pt x="1663307" y="2492018"/>
                  <a:pt x="891191" y="2738826"/>
                  <a:pt x="134973" y="2697147"/>
                </a:cubicBezTo>
                <a:lnTo>
                  <a:pt x="1" y="2683227"/>
                </a:lnTo>
                <a:lnTo>
                  <a:pt x="1" y="2727860"/>
                </a:lnTo>
                <a:lnTo>
                  <a:pt x="0" y="2727860"/>
                </a:lnTo>
                <a:lnTo>
                  <a:pt x="0" y="0"/>
                </a:lnTo>
                <a:close/>
              </a:path>
            </a:pathLst>
          </a:custGeom>
        </p:spPr>
      </p:pic>
      <p:sp>
        <p:nvSpPr>
          <p:cNvPr id="61" name="任意多边形: 形状 60"/>
          <p:cNvSpPr/>
          <p:nvPr userDrawn="1"/>
        </p:nvSpPr>
        <p:spPr>
          <a:xfrm rot="19089281">
            <a:off x="-514748" y="1024484"/>
            <a:ext cx="5434738" cy="1832870"/>
          </a:xfrm>
          <a:custGeom>
            <a:avLst/>
            <a:gdLst>
              <a:gd name="connsiteX0" fmla="*/ 4787166 w 5434738"/>
              <a:gd name="connsiteY0" fmla="*/ 164555 h 1832870"/>
              <a:gd name="connsiteX1" fmla="*/ 5434738 w 5434738"/>
              <a:gd name="connsiteY1" fmla="*/ 744474 h 1832870"/>
              <a:gd name="connsiteX2" fmla="*/ 5198241 w 5434738"/>
              <a:gd name="connsiteY2" fmla="*/ 959417 h 1832870"/>
              <a:gd name="connsiteX3" fmla="*/ 2765161 w 5434738"/>
              <a:gd name="connsiteY3" fmla="*/ 1832870 h 1832870"/>
              <a:gd name="connsiteX4" fmla="*/ 60450 w 5434738"/>
              <a:gd name="connsiteY4" fmla="*/ 712542 h 1832870"/>
              <a:gd name="connsiteX5" fmla="*/ 0 w 5434738"/>
              <a:gd name="connsiteY5" fmla="*/ 649138 h 1832870"/>
              <a:gd name="connsiteX6" fmla="*/ 581320 w 5434738"/>
              <a:gd name="connsiteY6" fmla="*/ 0 h 1832870"/>
              <a:gd name="connsiteX7" fmla="*/ 672581 w 5434738"/>
              <a:gd name="connsiteY7" fmla="*/ 100412 h 1832870"/>
              <a:gd name="connsiteX8" fmla="*/ 2765161 w 5434738"/>
              <a:gd name="connsiteY8" fmla="*/ 967187 h 1832870"/>
              <a:gd name="connsiteX9" fmla="*/ 4647586 w 5434738"/>
              <a:gd name="connsiteY9" fmla="*/ 291414 h 183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34738" h="1832870">
                <a:moveTo>
                  <a:pt x="4787166" y="164555"/>
                </a:moveTo>
                <a:lnTo>
                  <a:pt x="5434738" y="744474"/>
                </a:lnTo>
                <a:lnTo>
                  <a:pt x="5198241" y="959417"/>
                </a:lnTo>
                <a:cubicBezTo>
                  <a:pt x="4537049" y="1505082"/>
                  <a:pt x="3689385" y="1832870"/>
                  <a:pt x="2765161" y="1832870"/>
                </a:cubicBezTo>
                <a:cubicBezTo>
                  <a:pt x="1708905" y="1832870"/>
                  <a:pt x="752646" y="1404738"/>
                  <a:pt x="60450" y="712542"/>
                </a:cubicBezTo>
                <a:lnTo>
                  <a:pt x="0" y="649138"/>
                </a:lnTo>
                <a:lnTo>
                  <a:pt x="581320" y="0"/>
                </a:lnTo>
                <a:lnTo>
                  <a:pt x="672581" y="100412"/>
                </a:lnTo>
                <a:cubicBezTo>
                  <a:pt x="1208119" y="635950"/>
                  <a:pt x="1947957" y="967187"/>
                  <a:pt x="2765161" y="967187"/>
                </a:cubicBezTo>
                <a:cubicBezTo>
                  <a:pt x="3480214" y="967187"/>
                  <a:pt x="4136035" y="713584"/>
                  <a:pt x="4647586" y="291414"/>
                </a:cubicBezTo>
                <a:close/>
              </a:path>
            </a:pathLst>
          </a:custGeom>
          <a:solidFill>
            <a:schemeClr val="bg1"/>
          </a:solidFill>
          <a:ln w="12700" cap="flat" cmpd="sng" algn="ctr">
            <a:noFill/>
            <a:prstDash val="solid"/>
            <a:miter lim="800000"/>
          </a:ln>
          <a:effectLst>
            <a:outerShdw blurRad="254000" dist="38100" dir="13500000" algn="br" rotWithShape="0">
              <a:prstClr val="black">
                <a:alpha val="10000"/>
              </a:prstClr>
            </a:outerShdw>
          </a:effectLst>
        </p:spPr>
        <p:txBody>
          <a:bodyPr wrap="square" rtlCol="0" anchor="ctr">
            <a:noAutofit/>
          </a:bodyPr>
          <a:lstStyle/>
          <a:p>
            <a:pPr marR="0" lvl="0" indent="0" algn="ctr" defTabSz="914400" fontAlgn="auto">
              <a:lnSpc>
                <a:spcPct val="100000"/>
              </a:lnSpc>
              <a:spcBef>
                <a:spcPts val="0"/>
              </a:spcBef>
              <a:spcAft>
                <a:spcPts val="0"/>
              </a:spcAft>
              <a:buClrTx/>
              <a:buSzTx/>
              <a:buFontTx/>
              <a:buNone/>
            </a:pPr>
            <a:endParaRPr kumimoji="0" lang="zh-CN" altLang="en-US" b="0" i="0" u="none" strike="noStrike" kern="0" cap="none" spc="0" normalizeH="0" baseline="0" noProof="0">
              <a:ln>
                <a:noFill/>
              </a:ln>
              <a:solidFill>
                <a:prstClr val="black"/>
              </a:solidFill>
              <a:effectLst/>
              <a:uLnTx/>
              <a:uFillTx/>
              <a:latin typeface="等线" panose="02010600030101010101" charset="-122"/>
              <a:ea typeface="等线" panose="02010600030101010101" charset="-122"/>
            </a:endParaRPr>
          </a:p>
        </p:txBody>
      </p:sp>
      <p:sp>
        <p:nvSpPr>
          <p:cNvPr id="2" name="矩形: 圆角 1"/>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3" name="文本框 2"/>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5" name="文本框 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 name="直接连接符 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49666" y="2600740"/>
            <a:ext cx="144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8821666" y="1582476"/>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8817886" y="3618867"/>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16" name="文本占位符 8"/>
          <p:cNvSpPr>
            <a:spLocks noGrp="1"/>
          </p:cNvSpPr>
          <p:nvPr>
            <p:ph type="body" sz="quarter" idx="23" hasCustomPrompt="1"/>
          </p:nvPr>
        </p:nvSpPr>
        <p:spPr>
          <a:xfrm>
            <a:off x="8363979" y="2420937"/>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02</a:t>
            </a:r>
            <a:endParaRPr lang="zh-CN" altLang="en-US" dirty="0"/>
          </a:p>
        </p:txBody>
      </p:sp>
      <p:sp>
        <p:nvSpPr>
          <p:cNvPr id="17" name="文本占位符 8"/>
          <p:cNvSpPr>
            <a:spLocks noGrp="1"/>
          </p:cNvSpPr>
          <p:nvPr>
            <p:ph type="body" sz="quarter" idx="24" hasCustomPrompt="1"/>
          </p:nvPr>
        </p:nvSpPr>
        <p:spPr>
          <a:xfrm>
            <a:off x="8422670" y="3433537"/>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03</a:t>
            </a:r>
            <a:endParaRPr lang="zh-CN" altLang="en-US" dirty="0"/>
          </a:p>
        </p:txBody>
      </p:sp>
      <p:sp>
        <p:nvSpPr>
          <p:cNvPr id="18" name="文本占位符 8"/>
          <p:cNvSpPr>
            <a:spLocks noGrp="1"/>
          </p:cNvSpPr>
          <p:nvPr>
            <p:ph type="body" sz="quarter" idx="25" hasCustomPrompt="1"/>
          </p:nvPr>
        </p:nvSpPr>
        <p:spPr>
          <a:xfrm>
            <a:off x="8422670" y="1402673"/>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01</a:t>
            </a:r>
            <a:endParaRPr lang="zh-CN" altLang="en-US" dirty="0"/>
          </a:p>
        </p:txBody>
      </p:sp>
      <p:sp>
        <p:nvSpPr>
          <p:cNvPr id="19" name="文本占位符 3"/>
          <p:cNvSpPr>
            <a:spLocks noGrp="1"/>
          </p:cNvSpPr>
          <p:nvPr>
            <p:ph type="body" sz="quarter" idx="10" hasCustomPrompt="1"/>
          </p:nvPr>
        </p:nvSpPr>
        <p:spPr>
          <a:xfrm>
            <a:off x="4567238" y="1637484"/>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a:t>请输入您的标题</a:t>
            </a:r>
            <a:endParaRPr lang="zh-CN" altLang="en-US" dirty="0"/>
          </a:p>
        </p:txBody>
      </p:sp>
      <p:sp>
        <p:nvSpPr>
          <p:cNvPr id="20" name="文本占位符 3"/>
          <p:cNvSpPr>
            <a:spLocks noGrp="1"/>
          </p:cNvSpPr>
          <p:nvPr>
            <p:ph type="body" sz="quarter" idx="11" hasCustomPrompt="1"/>
          </p:nvPr>
        </p:nvSpPr>
        <p:spPr>
          <a:xfrm>
            <a:off x="4567237" y="1875924"/>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21" name="文本占位符 3"/>
          <p:cNvSpPr>
            <a:spLocks noGrp="1"/>
          </p:cNvSpPr>
          <p:nvPr>
            <p:ph type="body" sz="quarter" idx="12" hasCustomPrompt="1"/>
          </p:nvPr>
        </p:nvSpPr>
        <p:spPr>
          <a:xfrm>
            <a:off x="4567238" y="2374118"/>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24" name="文本占位符 3"/>
          <p:cNvSpPr>
            <a:spLocks noGrp="1"/>
          </p:cNvSpPr>
          <p:nvPr>
            <p:ph type="body" sz="quarter" idx="13" hasCustomPrompt="1"/>
          </p:nvPr>
        </p:nvSpPr>
        <p:spPr>
          <a:xfrm>
            <a:off x="4567237" y="2612558"/>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25" name="文本占位符 3"/>
          <p:cNvSpPr>
            <a:spLocks noGrp="1"/>
          </p:cNvSpPr>
          <p:nvPr>
            <p:ph type="body" sz="quarter" idx="14" hasCustomPrompt="1"/>
          </p:nvPr>
        </p:nvSpPr>
        <p:spPr>
          <a:xfrm>
            <a:off x="4567238" y="3108053"/>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27" name="文本占位符 3"/>
          <p:cNvSpPr>
            <a:spLocks noGrp="1"/>
          </p:cNvSpPr>
          <p:nvPr>
            <p:ph type="body" sz="quarter" idx="15" hasCustomPrompt="1"/>
          </p:nvPr>
        </p:nvSpPr>
        <p:spPr>
          <a:xfrm>
            <a:off x="4567237" y="3346493"/>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22" name="bk object 16"/>
          <p:cNvSpPr/>
          <p:nvPr userDrawn="1"/>
        </p:nvSpPr>
        <p:spPr>
          <a:xfrm>
            <a:off x="0" y="3710941"/>
            <a:ext cx="9144000" cy="1432559"/>
          </a:xfrm>
          <a:prstGeom prst="rect">
            <a:avLst/>
          </a:prstGeom>
          <a:blipFill>
            <a:blip r:embed="rId2" cstate="email"/>
            <a:stretch>
              <a:fillRect t="-259043"/>
            </a:stretch>
          </a:blipFill>
        </p:spPr>
        <p:txBody>
          <a:bodyPr wrap="square" lIns="0" tIns="0" rIns="0" bIns="0" rtlCol="0"/>
          <a:lstStyle/>
          <a:p>
            <a:endParaRPr dirty="0"/>
          </a:p>
        </p:txBody>
      </p:sp>
      <p:sp>
        <p:nvSpPr>
          <p:cNvPr id="23" name="矩形 22"/>
          <p:cNvSpPr/>
          <p:nvPr userDrawn="1"/>
        </p:nvSpPr>
        <p:spPr>
          <a:xfrm>
            <a:off x="0" y="0"/>
            <a:ext cx="9144000" cy="5143500"/>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userDrawn="1"/>
        </p:nvPicPr>
        <p:blipFill rotWithShape="1">
          <a:blip r:embed="rId3" cstate="screen"/>
          <a:srcRect l="22903" r="10937" b="1063"/>
          <a:stretch>
            <a:fillRect/>
          </a:stretch>
        </p:blipFill>
        <p:spPr>
          <a:xfrm>
            <a:off x="-1" y="0"/>
            <a:ext cx="3242919" cy="2727860"/>
          </a:xfrm>
          <a:custGeom>
            <a:avLst/>
            <a:gdLst>
              <a:gd name="connsiteX0" fmla="*/ 0 w 3242919"/>
              <a:gd name="connsiteY0" fmla="*/ 0 h 2727860"/>
              <a:gd name="connsiteX1" fmla="*/ 3242919 w 3242919"/>
              <a:gd name="connsiteY1" fmla="*/ 0 h 2727860"/>
              <a:gd name="connsiteX2" fmla="*/ 3223569 w 3242919"/>
              <a:gd name="connsiteY2" fmla="*/ 187621 h 2727860"/>
              <a:gd name="connsiteX3" fmla="*/ 2272082 w 3242919"/>
              <a:gd name="connsiteY3" fmla="*/ 1946844 h 2727860"/>
              <a:gd name="connsiteX4" fmla="*/ 134973 w 3242919"/>
              <a:gd name="connsiteY4" fmla="*/ 2697147 h 2727860"/>
              <a:gd name="connsiteX5" fmla="*/ 1 w 3242919"/>
              <a:gd name="connsiteY5" fmla="*/ 2683227 h 2727860"/>
              <a:gd name="connsiteX6" fmla="*/ 1 w 3242919"/>
              <a:gd name="connsiteY6" fmla="*/ 2727860 h 2727860"/>
              <a:gd name="connsiteX7" fmla="*/ 0 w 3242919"/>
              <a:gd name="connsiteY7" fmla="*/ 2727860 h 2727860"/>
              <a:gd name="connsiteX8" fmla="*/ 0 w 3242919"/>
              <a:gd name="connsiteY8" fmla="*/ 0 h 272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919" h="2727860">
                <a:moveTo>
                  <a:pt x="0" y="0"/>
                </a:moveTo>
                <a:lnTo>
                  <a:pt x="3242919" y="0"/>
                </a:lnTo>
                <a:lnTo>
                  <a:pt x="3223569" y="187621"/>
                </a:lnTo>
                <a:cubicBezTo>
                  <a:pt x="3124129" y="843382"/>
                  <a:pt x="2804760" y="1469816"/>
                  <a:pt x="2272082" y="1946844"/>
                </a:cubicBezTo>
                <a:cubicBezTo>
                  <a:pt x="1663307" y="2492018"/>
                  <a:pt x="891191" y="2738826"/>
                  <a:pt x="134973" y="2697147"/>
                </a:cubicBezTo>
                <a:lnTo>
                  <a:pt x="1" y="2683227"/>
                </a:lnTo>
                <a:lnTo>
                  <a:pt x="1" y="2727860"/>
                </a:lnTo>
                <a:lnTo>
                  <a:pt x="0" y="2727860"/>
                </a:lnTo>
                <a:lnTo>
                  <a:pt x="0" y="0"/>
                </a:lnTo>
                <a:close/>
              </a:path>
            </a:pathLst>
          </a:custGeom>
        </p:spPr>
      </p:pic>
      <p:cxnSp>
        <p:nvCxnSpPr>
          <p:cNvPr id="92" name="直接连接符 91"/>
          <p:cNvCxnSpPr/>
          <p:nvPr userDrawn="1"/>
        </p:nvCxnSpPr>
        <p:spPr>
          <a:xfrm>
            <a:off x="8893666" y="0"/>
            <a:ext cx="0" cy="5143500"/>
          </a:xfrm>
          <a:prstGeom prst="line">
            <a:avLst/>
          </a:prstGeom>
          <a:ln w="3175">
            <a:gradFill flip="none" rotWithShape="1">
              <a:gsLst>
                <a:gs pos="0">
                  <a:schemeClr val="accent1">
                    <a:alpha val="0"/>
                  </a:schemeClr>
                </a:gs>
                <a:gs pos="10000">
                  <a:srgbClr val="056CC9">
                    <a:alpha val="0"/>
                  </a:srgbClr>
                </a:gs>
                <a:gs pos="28000">
                  <a:srgbClr val="056CC9">
                    <a:alpha val="15000"/>
                  </a:srgbClr>
                </a:gs>
                <a:gs pos="49000">
                  <a:schemeClr val="accent1">
                    <a:alpha val="75000"/>
                  </a:schemeClr>
                </a:gs>
                <a:gs pos="74000">
                  <a:schemeClr val="accent1"/>
                </a:gs>
                <a:gs pos="100000">
                  <a:schemeClr val="accent1"/>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userDrawn="1"/>
        </p:nvCxnSpPr>
        <p:spPr>
          <a:xfrm>
            <a:off x="4529271" y="0"/>
            <a:ext cx="0" cy="5143500"/>
          </a:xfrm>
          <a:prstGeom prst="line">
            <a:avLst/>
          </a:prstGeom>
          <a:ln w="3175">
            <a:gradFill flip="none" rotWithShape="1">
              <a:gsLst>
                <a:gs pos="0">
                  <a:schemeClr val="bg1">
                    <a:lumMod val="95000"/>
                    <a:alpha val="0"/>
                  </a:schemeClr>
                </a:gs>
                <a:gs pos="10000">
                  <a:schemeClr val="bg1">
                    <a:lumMod val="95000"/>
                  </a:schemeClr>
                </a:gs>
                <a:gs pos="16000">
                  <a:schemeClr val="bg1">
                    <a:lumMod val="95000"/>
                    <a:alpha val="15000"/>
                  </a:schemeClr>
                </a:gs>
                <a:gs pos="49000">
                  <a:schemeClr val="bg1">
                    <a:lumMod val="95000"/>
                    <a:alpha val="75000"/>
                  </a:schemeClr>
                </a:gs>
                <a:gs pos="74000">
                  <a:schemeClr val="bg1">
                    <a:lumMod val="95000"/>
                  </a:schemeClr>
                </a:gs>
                <a:gs pos="100000">
                  <a:schemeClr val="bg1">
                    <a:lumMod val="95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41" name="任意多边形: 形状 40"/>
          <p:cNvSpPr/>
          <p:nvPr userDrawn="1"/>
        </p:nvSpPr>
        <p:spPr>
          <a:xfrm rot="19089281">
            <a:off x="-514748" y="1024484"/>
            <a:ext cx="5434738" cy="1832870"/>
          </a:xfrm>
          <a:custGeom>
            <a:avLst/>
            <a:gdLst>
              <a:gd name="connsiteX0" fmla="*/ 4787166 w 5434738"/>
              <a:gd name="connsiteY0" fmla="*/ 164555 h 1832870"/>
              <a:gd name="connsiteX1" fmla="*/ 5434738 w 5434738"/>
              <a:gd name="connsiteY1" fmla="*/ 744474 h 1832870"/>
              <a:gd name="connsiteX2" fmla="*/ 5198241 w 5434738"/>
              <a:gd name="connsiteY2" fmla="*/ 959417 h 1832870"/>
              <a:gd name="connsiteX3" fmla="*/ 2765161 w 5434738"/>
              <a:gd name="connsiteY3" fmla="*/ 1832870 h 1832870"/>
              <a:gd name="connsiteX4" fmla="*/ 60450 w 5434738"/>
              <a:gd name="connsiteY4" fmla="*/ 712542 h 1832870"/>
              <a:gd name="connsiteX5" fmla="*/ 0 w 5434738"/>
              <a:gd name="connsiteY5" fmla="*/ 649138 h 1832870"/>
              <a:gd name="connsiteX6" fmla="*/ 581320 w 5434738"/>
              <a:gd name="connsiteY6" fmla="*/ 0 h 1832870"/>
              <a:gd name="connsiteX7" fmla="*/ 672581 w 5434738"/>
              <a:gd name="connsiteY7" fmla="*/ 100412 h 1832870"/>
              <a:gd name="connsiteX8" fmla="*/ 2765161 w 5434738"/>
              <a:gd name="connsiteY8" fmla="*/ 967187 h 1832870"/>
              <a:gd name="connsiteX9" fmla="*/ 4647586 w 5434738"/>
              <a:gd name="connsiteY9" fmla="*/ 291414 h 183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34738" h="1832870">
                <a:moveTo>
                  <a:pt x="4787166" y="164555"/>
                </a:moveTo>
                <a:lnTo>
                  <a:pt x="5434738" y="744474"/>
                </a:lnTo>
                <a:lnTo>
                  <a:pt x="5198241" y="959417"/>
                </a:lnTo>
                <a:cubicBezTo>
                  <a:pt x="4537049" y="1505082"/>
                  <a:pt x="3689385" y="1832870"/>
                  <a:pt x="2765161" y="1832870"/>
                </a:cubicBezTo>
                <a:cubicBezTo>
                  <a:pt x="1708905" y="1832870"/>
                  <a:pt x="752646" y="1404738"/>
                  <a:pt x="60450" y="712542"/>
                </a:cubicBezTo>
                <a:lnTo>
                  <a:pt x="0" y="649138"/>
                </a:lnTo>
                <a:lnTo>
                  <a:pt x="581320" y="0"/>
                </a:lnTo>
                <a:lnTo>
                  <a:pt x="672581" y="100412"/>
                </a:lnTo>
                <a:cubicBezTo>
                  <a:pt x="1208119" y="635950"/>
                  <a:pt x="1947957" y="967187"/>
                  <a:pt x="2765161" y="967187"/>
                </a:cubicBezTo>
                <a:cubicBezTo>
                  <a:pt x="3480214" y="967187"/>
                  <a:pt x="4136035" y="713584"/>
                  <a:pt x="4647586" y="291414"/>
                </a:cubicBezTo>
                <a:close/>
              </a:path>
            </a:pathLst>
          </a:custGeom>
          <a:solidFill>
            <a:schemeClr val="bg1"/>
          </a:solidFill>
          <a:ln w="12700" cap="flat" cmpd="sng" algn="ctr">
            <a:noFill/>
            <a:prstDash val="solid"/>
            <a:miter lim="800000"/>
          </a:ln>
          <a:effectLst>
            <a:outerShdw blurRad="254000" dist="38100" dir="13500000" algn="br" rotWithShape="0">
              <a:prstClr val="black">
                <a:alpha val="10000"/>
              </a:prstClr>
            </a:outerShdw>
          </a:effectLst>
        </p:spPr>
        <p:txBody>
          <a:bodyPr wrap="square" rtlCol="0" anchor="ctr">
            <a:noAutofit/>
          </a:bodyPr>
          <a:lstStyle/>
          <a:p>
            <a:pPr marR="0" lvl="0" indent="0" algn="ctr" defTabSz="914400" fontAlgn="auto">
              <a:lnSpc>
                <a:spcPct val="100000"/>
              </a:lnSpc>
              <a:spcBef>
                <a:spcPts val="0"/>
              </a:spcBef>
              <a:spcAft>
                <a:spcPts val="0"/>
              </a:spcAft>
              <a:buClrTx/>
              <a:buSzTx/>
              <a:buFontTx/>
              <a:buNone/>
            </a:pPr>
            <a:endParaRPr kumimoji="0" lang="zh-CN" altLang="en-US" b="0" i="0" u="none" strike="noStrike" kern="0" cap="none" spc="0" normalizeH="0" baseline="0" noProof="0">
              <a:ln>
                <a:noFill/>
              </a:ln>
              <a:solidFill>
                <a:prstClr val="black"/>
              </a:solidFill>
              <a:effectLst/>
              <a:uLnTx/>
              <a:uFillTx/>
              <a:latin typeface="等线" panose="02010600030101010101" charset="-122"/>
              <a:ea typeface="等线" panose="02010600030101010101" charset="-122"/>
            </a:endParaRPr>
          </a:p>
        </p:txBody>
      </p:sp>
      <p:sp>
        <p:nvSpPr>
          <p:cNvPr id="2" name="矩形: 圆角 1"/>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3" name="文本框 2"/>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5" name="文本框 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 name="直接连接符 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821666" y="1582476"/>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13" name="文本占位符 8"/>
          <p:cNvSpPr>
            <a:spLocks noGrp="1"/>
          </p:cNvSpPr>
          <p:nvPr>
            <p:ph type="body" sz="quarter" idx="25" hasCustomPrompt="1"/>
          </p:nvPr>
        </p:nvSpPr>
        <p:spPr>
          <a:xfrm>
            <a:off x="8422670" y="1402673"/>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01</a:t>
            </a:r>
            <a:endParaRPr lang="zh-CN" altLang="en-US" dirty="0"/>
          </a:p>
        </p:txBody>
      </p:sp>
      <p:sp>
        <p:nvSpPr>
          <p:cNvPr id="14" name="文本占位符 3"/>
          <p:cNvSpPr>
            <a:spLocks noGrp="1"/>
          </p:cNvSpPr>
          <p:nvPr>
            <p:ph type="body" sz="quarter" idx="10" hasCustomPrompt="1"/>
          </p:nvPr>
        </p:nvSpPr>
        <p:spPr>
          <a:xfrm>
            <a:off x="4567238" y="1637484"/>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a:t>请输入您的标题</a:t>
            </a:r>
            <a:endParaRPr lang="zh-CN" altLang="en-US" dirty="0"/>
          </a:p>
        </p:txBody>
      </p:sp>
      <p:sp>
        <p:nvSpPr>
          <p:cNvPr id="15" name="文本占位符 3"/>
          <p:cNvSpPr>
            <a:spLocks noGrp="1"/>
          </p:cNvSpPr>
          <p:nvPr>
            <p:ph type="body" sz="quarter" idx="11" hasCustomPrompt="1"/>
          </p:nvPr>
        </p:nvSpPr>
        <p:spPr>
          <a:xfrm>
            <a:off x="4567237" y="1875924"/>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16" name="文本占位符 3"/>
          <p:cNvSpPr>
            <a:spLocks noGrp="1"/>
          </p:cNvSpPr>
          <p:nvPr>
            <p:ph type="body" sz="quarter" idx="12" hasCustomPrompt="1"/>
          </p:nvPr>
        </p:nvSpPr>
        <p:spPr>
          <a:xfrm>
            <a:off x="4567238" y="2374118"/>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17" name="文本占位符 3"/>
          <p:cNvSpPr>
            <a:spLocks noGrp="1"/>
          </p:cNvSpPr>
          <p:nvPr>
            <p:ph type="body" sz="quarter" idx="13" hasCustomPrompt="1"/>
          </p:nvPr>
        </p:nvSpPr>
        <p:spPr>
          <a:xfrm>
            <a:off x="4567237" y="2612558"/>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18" name="文本占位符 3"/>
          <p:cNvSpPr>
            <a:spLocks noGrp="1"/>
          </p:cNvSpPr>
          <p:nvPr>
            <p:ph type="body" sz="quarter" idx="14" hasCustomPrompt="1"/>
          </p:nvPr>
        </p:nvSpPr>
        <p:spPr>
          <a:xfrm>
            <a:off x="4567238" y="3108053"/>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19" name="文本占位符 3"/>
          <p:cNvSpPr>
            <a:spLocks noGrp="1"/>
          </p:cNvSpPr>
          <p:nvPr>
            <p:ph type="body" sz="quarter" idx="15" hasCustomPrompt="1"/>
          </p:nvPr>
        </p:nvSpPr>
        <p:spPr>
          <a:xfrm>
            <a:off x="4567237" y="3346493"/>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cxnSp>
        <p:nvCxnSpPr>
          <p:cNvPr id="20" name="直接连接符 19"/>
          <p:cNvCxnSpPr/>
          <p:nvPr userDrawn="1"/>
        </p:nvCxnSpPr>
        <p:spPr>
          <a:xfrm>
            <a:off x="8821666" y="2598932"/>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21" name="文本占位符 8"/>
          <p:cNvSpPr>
            <a:spLocks noGrp="1"/>
          </p:cNvSpPr>
          <p:nvPr>
            <p:ph type="body" sz="quarter" idx="19" hasCustomPrompt="1"/>
          </p:nvPr>
        </p:nvSpPr>
        <p:spPr>
          <a:xfrm>
            <a:off x="8426450" y="2415342"/>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02</a:t>
            </a:r>
            <a:endParaRPr lang="zh-CN" altLang="en-US" dirty="0"/>
          </a:p>
        </p:txBody>
      </p:sp>
      <p:cxnSp>
        <p:nvCxnSpPr>
          <p:cNvPr id="27" name="直接连接符 26"/>
          <p:cNvCxnSpPr/>
          <p:nvPr userDrawn="1"/>
        </p:nvCxnSpPr>
        <p:spPr>
          <a:xfrm>
            <a:off x="8749666" y="3613340"/>
            <a:ext cx="144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28" name="文本占位符 8"/>
          <p:cNvSpPr>
            <a:spLocks noGrp="1"/>
          </p:cNvSpPr>
          <p:nvPr>
            <p:ph type="body" sz="quarter" idx="23" hasCustomPrompt="1"/>
          </p:nvPr>
        </p:nvSpPr>
        <p:spPr>
          <a:xfrm>
            <a:off x="8363979" y="3433537"/>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03</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04">
    <p:bg>
      <p:bgPr>
        <a:solidFill>
          <a:schemeClr val="bg1"/>
        </a:solidFill>
        <a:effectLst/>
      </p:bgPr>
    </p:bg>
    <p:spTree>
      <p:nvGrpSpPr>
        <p:cNvPr id="1" name=""/>
        <p:cNvGrpSpPr/>
        <p:nvPr/>
      </p:nvGrpSpPr>
      <p:grpSpPr>
        <a:xfrm>
          <a:off x="0" y="0"/>
          <a:ext cx="0" cy="0"/>
          <a:chOff x="0" y="0"/>
          <a:chExt cx="0" cy="0"/>
        </a:xfrm>
      </p:grpSpPr>
      <p:sp>
        <p:nvSpPr>
          <p:cNvPr id="22" name="bk object 16"/>
          <p:cNvSpPr/>
          <p:nvPr userDrawn="1"/>
        </p:nvSpPr>
        <p:spPr>
          <a:xfrm>
            <a:off x="0" y="3695914"/>
            <a:ext cx="9144000" cy="1432559"/>
          </a:xfrm>
          <a:prstGeom prst="rect">
            <a:avLst/>
          </a:prstGeom>
          <a:blipFill>
            <a:blip r:embed="rId2" cstate="email"/>
            <a:stretch>
              <a:fillRect t="-259043"/>
            </a:stretch>
          </a:blipFill>
        </p:spPr>
        <p:txBody>
          <a:bodyPr wrap="square" lIns="0" tIns="0" rIns="0" bIns="0" rtlCol="0"/>
          <a:lstStyle/>
          <a:p>
            <a:endParaRPr dirty="0"/>
          </a:p>
        </p:txBody>
      </p:sp>
      <p:sp>
        <p:nvSpPr>
          <p:cNvPr id="23" name="矩形 22"/>
          <p:cNvSpPr/>
          <p:nvPr userDrawn="1"/>
        </p:nvSpPr>
        <p:spPr>
          <a:xfrm>
            <a:off x="0" y="0"/>
            <a:ext cx="9144000" cy="5143500"/>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p:nvPr userDrawn="1"/>
        </p:nvCxnSpPr>
        <p:spPr>
          <a:xfrm>
            <a:off x="8749666" y="3645693"/>
            <a:ext cx="144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a:off x="8893666" y="0"/>
            <a:ext cx="0" cy="5143500"/>
          </a:xfrm>
          <a:prstGeom prst="line">
            <a:avLst/>
          </a:prstGeom>
          <a:ln w="3175">
            <a:gradFill flip="none" rotWithShape="1">
              <a:gsLst>
                <a:gs pos="0">
                  <a:schemeClr val="accent1">
                    <a:alpha val="0"/>
                  </a:schemeClr>
                </a:gs>
                <a:gs pos="10000">
                  <a:srgbClr val="056CC9">
                    <a:alpha val="0"/>
                  </a:srgbClr>
                </a:gs>
                <a:gs pos="28000">
                  <a:srgbClr val="056CC9">
                    <a:alpha val="15000"/>
                  </a:srgbClr>
                </a:gs>
                <a:gs pos="49000">
                  <a:schemeClr val="accent1">
                    <a:alpha val="75000"/>
                  </a:schemeClr>
                </a:gs>
                <a:gs pos="74000">
                  <a:schemeClr val="accent1"/>
                </a:gs>
                <a:gs pos="100000">
                  <a:schemeClr val="accent1"/>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userDrawn="1"/>
        </p:nvCxnSpPr>
        <p:spPr>
          <a:xfrm>
            <a:off x="4529271" y="0"/>
            <a:ext cx="0" cy="5143500"/>
          </a:xfrm>
          <a:prstGeom prst="line">
            <a:avLst/>
          </a:prstGeom>
          <a:ln w="3175">
            <a:gradFill flip="none" rotWithShape="1">
              <a:gsLst>
                <a:gs pos="0">
                  <a:schemeClr val="bg1">
                    <a:lumMod val="95000"/>
                    <a:alpha val="0"/>
                  </a:schemeClr>
                </a:gs>
                <a:gs pos="10000">
                  <a:schemeClr val="bg1">
                    <a:lumMod val="95000"/>
                  </a:schemeClr>
                </a:gs>
                <a:gs pos="16000">
                  <a:schemeClr val="bg1">
                    <a:lumMod val="95000"/>
                    <a:alpha val="15000"/>
                  </a:schemeClr>
                </a:gs>
                <a:gs pos="49000">
                  <a:schemeClr val="bg1">
                    <a:lumMod val="95000"/>
                    <a:alpha val="75000"/>
                  </a:schemeClr>
                </a:gs>
                <a:gs pos="74000">
                  <a:schemeClr val="bg1">
                    <a:lumMod val="95000"/>
                  </a:schemeClr>
                </a:gs>
                <a:gs pos="100000">
                  <a:schemeClr val="bg1">
                    <a:lumMod val="95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userDrawn="1"/>
        </p:nvSpPr>
        <p:spPr>
          <a:xfrm>
            <a:off x="5021287" y="377404"/>
            <a:ext cx="1040957" cy="276999"/>
          </a:xfrm>
          <a:prstGeom prst="rect">
            <a:avLst/>
          </a:prstGeom>
          <a:noFill/>
        </p:spPr>
        <p:txBody>
          <a:bodyPr wrap="square" rtlCol="0">
            <a:spAutoFit/>
          </a:bodyPr>
          <a:lstStyle/>
          <a:p>
            <a:r>
              <a:rPr lang="en-US" altLang="zh-CN" sz="1200" dirty="0">
                <a:solidFill>
                  <a:schemeClr val="bg1">
                    <a:lumMod val="95000"/>
                  </a:schemeClr>
                </a:solidFill>
                <a:latin typeface="Arial" panose="020B0604020202020204"/>
                <a:ea typeface="微软雅黑" panose="020B0503020204020204" charset="-122"/>
                <a:cs typeface="+mn-ea"/>
              </a:rPr>
              <a:t>CONTENTS</a:t>
            </a:r>
            <a:endParaRPr lang="zh-CN" altLang="en-US" sz="1200" dirty="0">
              <a:solidFill>
                <a:schemeClr val="bg1">
                  <a:lumMod val="95000"/>
                </a:schemeClr>
              </a:solidFill>
              <a:latin typeface="Arial" panose="020B0604020202020204"/>
              <a:ea typeface="微软雅黑" panose="020B0503020204020204" charset="-122"/>
              <a:cs typeface="+mn-ea"/>
            </a:endParaRPr>
          </a:p>
        </p:txBody>
      </p:sp>
      <p:sp>
        <p:nvSpPr>
          <p:cNvPr id="31" name="文本框 30"/>
          <p:cNvSpPr txBox="1"/>
          <p:nvPr userDrawn="1"/>
        </p:nvSpPr>
        <p:spPr>
          <a:xfrm>
            <a:off x="4410194" y="315849"/>
            <a:ext cx="774571" cy="400110"/>
          </a:xfrm>
          <a:prstGeom prst="rect">
            <a:avLst/>
          </a:prstGeom>
          <a:noFill/>
        </p:spPr>
        <p:txBody>
          <a:bodyPr wrap="none" rtlCol="0">
            <a:spAutoFit/>
          </a:bodyPr>
          <a:lstStyle/>
          <a:p>
            <a:r>
              <a:rPr lang="zh-CN" altLang="en-US" sz="2000" b="1" spc="300" dirty="0">
                <a:solidFill>
                  <a:schemeClr val="accent1"/>
                </a:solidFill>
                <a:latin typeface="Arial" panose="020B0604020202020204"/>
                <a:ea typeface="微软雅黑" panose="020B0503020204020204" charset="-122"/>
                <a:cs typeface="+mn-ea"/>
              </a:rPr>
              <a:t>目录</a:t>
            </a:r>
          </a:p>
        </p:txBody>
      </p:sp>
      <p:sp>
        <p:nvSpPr>
          <p:cNvPr id="4" name="文本占位符 3"/>
          <p:cNvSpPr>
            <a:spLocks noGrp="1"/>
          </p:cNvSpPr>
          <p:nvPr>
            <p:ph type="body" sz="quarter" idx="10" hasCustomPrompt="1"/>
          </p:nvPr>
        </p:nvSpPr>
        <p:spPr>
          <a:xfrm>
            <a:off x="4567238" y="1225569"/>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a:t>请输入您的标题</a:t>
            </a:r>
            <a:endParaRPr lang="zh-CN" altLang="en-US" dirty="0"/>
          </a:p>
        </p:txBody>
      </p:sp>
      <p:sp>
        <p:nvSpPr>
          <p:cNvPr id="94" name="文本占位符 3"/>
          <p:cNvSpPr>
            <a:spLocks noGrp="1"/>
          </p:cNvSpPr>
          <p:nvPr>
            <p:ph type="body" sz="quarter" idx="11" hasCustomPrompt="1"/>
          </p:nvPr>
        </p:nvSpPr>
        <p:spPr>
          <a:xfrm>
            <a:off x="4567237" y="1464009"/>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95" name="文本占位符 3"/>
          <p:cNvSpPr>
            <a:spLocks noGrp="1"/>
          </p:cNvSpPr>
          <p:nvPr>
            <p:ph type="body" sz="quarter" idx="12" hasCustomPrompt="1"/>
          </p:nvPr>
        </p:nvSpPr>
        <p:spPr>
          <a:xfrm>
            <a:off x="4567238" y="1962203"/>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96" name="文本占位符 3"/>
          <p:cNvSpPr>
            <a:spLocks noGrp="1"/>
          </p:cNvSpPr>
          <p:nvPr>
            <p:ph type="body" sz="quarter" idx="13" hasCustomPrompt="1"/>
          </p:nvPr>
        </p:nvSpPr>
        <p:spPr>
          <a:xfrm>
            <a:off x="4567237" y="2200643"/>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97" name="文本占位符 3"/>
          <p:cNvSpPr>
            <a:spLocks noGrp="1"/>
          </p:cNvSpPr>
          <p:nvPr>
            <p:ph type="body" sz="quarter" idx="14" hasCustomPrompt="1"/>
          </p:nvPr>
        </p:nvSpPr>
        <p:spPr>
          <a:xfrm>
            <a:off x="4567238" y="2696138"/>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98" name="文本占位符 3"/>
          <p:cNvSpPr>
            <a:spLocks noGrp="1"/>
          </p:cNvSpPr>
          <p:nvPr>
            <p:ph type="body" sz="quarter" idx="15" hasCustomPrompt="1"/>
          </p:nvPr>
        </p:nvSpPr>
        <p:spPr>
          <a:xfrm>
            <a:off x="4567237" y="2934578"/>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sp>
        <p:nvSpPr>
          <p:cNvPr id="99" name="文本占位符 3"/>
          <p:cNvSpPr>
            <a:spLocks noGrp="1"/>
          </p:cNvSpPr>
          <p:nvPr>
            <p:ph type="body" sz="quarter" idx="16" hasCustomPrompt="1"/>
          </p:nvPr>
        </p:nvSpPr>
        <p:spPr>
          <a:xfrm>
            <a:off x="4567238" y="3425189"/>
            <a:ext cx="1441450" cy="285750"/>
          </a:xfrm>
        </p:spPr>
        <p:txBody>
          <a:bodyPr>
            <a:noAutofit/>
          </a:bodyPr>
          <a:lstStyle>
            <a:lvl1pPr marL="0" indent="0" algn="l" defTabSz="457200" rtl="0" eaLnBrk="1" latinLnBrk="0" hangingPunct="1">
              <a:lnSpc>
                <a:spcPct val="100000"/>
              </a:lnSpc>
              <a:spcBef>
                <a:spcPts val="0"/>
              </a:spcBef>
              <a:buNone/>
              <a:defRPr lang="zh-CN" altLang="en-US" sz="1400" b="1" kern="1200" dirty="0" smtClean="0">
                <a:solidFill>
                  <a:schemeClr val="accent1"/>
                </a:solidFill>
                <a:latin typeface="Arial" panose="020B0604020202020204"/>
                <a:ea typeface="微软雅黑" panose="020B0503020204020204" charset="-122"/>
                <a:cs typeface="+mn-ea"/>
              </a:defRPr>
            </a:lvl1pPr>
          </a:lstStyle>
          <a:p>
            <a:pPr lvl="0"/>
            <a:r>
              <a:rPr lang="zh-CN" altLang="en-US" dirty="0"/>
              <a:t>请输入您的标题</a:t>
            </a:r>
          </a:p>
        </p:txBody>
      </p:sp>
      <p:sp>
        <p:nvSpPr>
          <p:cNvPr id="100" name="文本占位符 3"/>
          <p:cNvSpPr>
            <a:spLocks noGrp="1"/>
          </p:cNvSpPr>
          <p:nvPr>
            <p:ph type="body" sz="quarter" idx="17" hasCustomPrompt="1"/>
          </p:nvPr>
        </p:nvSpPr>
        <p:spPr>
          <a:xfrm>
            <a:off x="4567237" y="3663629"/>
            <a:ext cx="1812129" cy="225710"/>
          </a:xfrm>
        </p:spPr>
        <p:txBody>
          <a:bodyPr>
            <a:noAutofit/>
          </a:bodyPr>
          <a:lstStyle>
            <a:lvl1pPr marL="0" indent="0" algn="l" defTabSz="457200" rtl="0" eaLnBrk="1" latinLnBrk="0" hangingPunct="1">
              <a:lnSpc>
                <a:spcPct val="100000"/>
              </a:lnSpc>
              <a:spcBef>
                <a:spcPts val="0"/>
              </a:spcBef>
              <a:buNone/>
              <a:defRPr lang="zh-CN" altLang="en-US" sz="900" kern="1200" dirty="0" smtClean="0">
                <a:solidFill>
                  <a:schemeClr val="bg1">
                    <a:lumMod val="95000"/>
                  </a:schemeClr>
                </a:solidFill>
                <a:latin typeface="+mn-lt"/>
                <a:ea typeface="微软雅黑" panose="020B0503020204020204" charset="-122"/>
                <a:cs typeface="+mn-ea"/>
              </a:defRPr>
            </a:lvl1pPr>
          </a:lstStyle>
          <a:p>
            <a:r>
              <a:rPr lang="en-US" altLang="zh-CN" sz="900" dirty="0">
                <a:solidFill>
                  <a:schemeClr val="bg1">
                    <a:lumMod val="95000"/>
                  </a:schemeClr>
                </a:solidFill>
                <a:ea typeface="微软雅黑" panose="020B0503020204020204" charset="-122"/>
                <a:cs typeface="+mn-ea"/>
              </a:rPr>
              <a:t>PLEASE ENTER YOUR TITLE</a:t>
            </a:r>
            <a:endParaRPr lang="zh-CN" altLang="en-US" sz="900" dirty="0">
              <a:solidFill>
                <a:schemeClr val="bg1">
                  <a:lumMod val="95000"/>
                </a:schemeClr>
              </a:solidFill>
              <a:latin typeface="+mn-lt"/>
              <a:ea typeface="微软雅黑" panose="020B0503020204020204" charset="-122"/>
              <a:cs typeface="+mn-ea"/>
            </a:endParaRPr>
          </a:p>
        </p:txBody>
      </p:sp>
      <p:cxnSp>
        <p:nvCxnSpPr>
          <p:cNvPr id="32" name="直接连接符 31"/>
          <p:cNvCxnSpPr/>
          <p:nvPr userDrawn="1"/>
        </p:nvCxnSpPr>
        <p:spPr>
          <a:xfrm>
            <a:off x="8821666" y="1442655"/>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821666" y="2913190"/>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a:off x="8821666" y="2175159"/>
            <a:ext cx="72000" cy="0"/>
          </a:xfrm>
          <a:prstGeom prst="line">
            <a:avLst/>
          </a:prstGeom>
          <a:ln w="6350">
            <a:headEnd type="none"/>
          </a:ln>
        </p:spPr>
        <p:style>
          <a:lnRef idx="1">
            <a:schemeClr val="accent1"/>
          </a:lnRef>
          <a:fillRef idx="0">
            <a:schemeClr val="accent1"/>
          </a:fillRef>
          <a:effectRef idx="0">
            <a:schemeClr val="accent1"/>
          </a:effectRef>
          <a:fontRef idx="minor">
            <a:schemeClr val="tx1"/>
          </a:fontRef>
        </p:style>
      </p:cxnSp>
      <p:sp>
        <p:nvSpPr>
          <p:cNvPr id="42" name="文本占位符 8"/>
          <p:cNvSpPr>
            <a:spLocks noGrp="1"/>
          </p:cNvSpPr>
          <p:nvPr>
            <p:ph type="body" sz="quarter" idx="19" hasCustomPrompt="1"/>
          </p:nvPr>
        </p:nvSpPr>
        <p:spPr>
          <a:xfrm>
            <a:off x="8378955" y="1995356"/>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02</a:t>
            </a:r>
            <a:endParaRPr lang="zh-CN" altLang="en-US" dirty="0"/>
          </a:p>
        </p:txBody>
      </p:sp>
      <p:sp>
        <p:nvSpPr>
          <p:cNvPr id="45" name="文本占位符 8"/>
          <p:cNvSpPr>
            <a:spLocks noGrp="1"/>
          </p:cNvSpPr>
          <p:nvPr>
            <p:ph type="body" sz="quarter" idx="20" hasCustomPrompt="1"/>
          </p:nvPr>
        </p:nvSpPr>
        <p:spPr>
          <a:xfrm>
            <a:off x="8426450" y="2727860"/>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03</a:t>
            </a:r>
            <a:endParaRPr lang="zh-CN" altLang="en-US" dirty="0"/>
          </a:p>
        </p:txBody>
      </p:sp>
      <p:sp>
        <p:nvSpPr>
          <p:cNvPr id="46" name="文本占位符 8"/>
          <p:cNvSpPr>
            <a:spLocks noGrp="1"/>
          </p:cNvSpPr>
          <p:nvPr>
            <p:ph type="body" sz="quarter" idx="21" hasCustomPrompt="1"/>
          </p:nvPr>
        </p:nvSpPr>
        <p:spPr>
          <a:xfrm>
            <a:off x="8353670" y="3465890"/>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04</a:t>
            </a:r>
            <a:endParaRPr lang="zh-CN" altLang="en-US" dirty="0"/>
          </a:p>
        </p:txBody>
      </p:sp>
      <p:sp>
        <p:nvSpPr>
          <p:cNvPr id="47" name="文本占位符 8"/>
          <p:cNvSpPr>
            <a:spLocks noGrp="1"/>
          </p:cNvSpPr>
          <p:nvPr>
            <p:ph type="body" sz="quarter" idx="22" hasCustomPrompt="1"/>
          </p:nvPr>
        </p:nvSpPr>
        <p:spPr>
          <a:xfrm>
            <a:off x="8422670" y="1262852"/>
            <a:ext cx="441325" cy="359607"/>
          </a:xfrm>
        </p:spPr>
        <p:txBody>
          <a:bodyPr>
            <a:normAutofit/>
          </a:bodyPr>
          <a:lstStyle>
            <a:lvl1pPr marL="0" indent="0" algn="ctr" defTabSz="457200" rtl="0" eaLnBrk="1" latinLnBrk="0" hangingPunct="1">
              <a:lnSpc>
                <a:spcPct val="100000"/>
              </a:lnSpc>
              <a:spcBef>
                <a:spcPts val="0"/>
              </a:spcBef>
              <a:buNone/>
              <a:defRPr lang="zh-CN" altLang="en-US" sz="1800" kern="1200" dirty="0">
                <a:solidFill>
                  <a:schemeClr val="accent1"/>
                </a:solidFill>
                <a:latin typeface="Arial" panose="020B0604020202020204"/>
                <a:ea typeface="微软雅黑" panose="020B0503020204020204" charset="-122"/>
                <a:cs typeface="+mn-ea"/>
              </a:defRPr>
            </a:lvl1pPr>
          </a:lstStyle>
          <a:p>
            <a:pPr lvl="0"/>
            <a:r>
              <a:rPr lang="en-US" altLang="zh-CN" dirty="0"/>
              <a:t>01</a:t>
            </a:r>
            <a:endParaRPr lang="zh-CN" altLang="en-US" dirty="0"/>
          </a:p>
        </p:txBody>
      </p:sp>
      <p:pic>
        <p:nvPicPr>
          <p:cNvPr id="39" name="图片 38"/>
          <p:cNvPicPr>
            <a:picLocks noChangeAspect="1"/>
          </p:cNvPicPr>
          <p:nvPr userDrawn="1"/>
        </p:nvPicPr>
        <p:blipFill rotWithShape="1">
          <a:blip r:embed="rId3" cstate="screen"/>
          <a:srcRect l="22903" r="10937" b="1063"/>
          <a:stretch>
            <a:fillRect/>
          </a:stretch>
        </p:blipFill>
        <p:spPr>
          <a:xfrm>
            <a:off x="-1" y="0"/>
            <a:ext cx="3242919" cy="2727860"/>
          </a:xfrm>
          <a:custGeom>
            <a:avLst/>
            <a:gdLst>
              <a:gd name="connsiteX0" fmla="*/ 0 w 3242919"/>
              <a:gd name="connsiteY0" fmla="*/ 0 h 2727860"/>
              <a:gd name="connsiteX1" fmla="*/ 3242919 w 3242919"/>
              <a:gd name="connsiteY1" fmla="*/ 0 h 2727860"/>
              <a:gd name="connsiteX2" fmla="*/ 3223569 w 3242919"/>
              <a:gd name="connsiteY2" fmla="*/ 187621 h 2727860"/>
              <a:gd name="connsiteX3" fmla="*/ 2272082 w 3242919"/>
              <a:gd name="connsiteY3" fmla="*/ 1946844 h 2727860"/>
              <a:gd name="connsiteX4" fmla="*/ 134973 w 3242919"/>
              <a:gd name="connsiteY4" fmla="*/ 2697147 h 2727860"/>
              <a:gd name="connsiteX5" fmla="*/ 1 w 3242919"/>
              <a:gd name="connsiteY5" fmla="*/ 2683227 h 2727860"/>
              <a:gd name="connsiteX6" fmla="*/ 1 w 3242919"/>
              <a:gd name="connsiteY6" fmla="*/ 2727860 h 2727860"/>
              <a:gd name="connsiteX7" fmla="*/ 0 w 3242919"/>
              <a:gd name="connsiteY7" fmla="*/ 2727860 h 2727860"/>
              <a:gd name="connsiteX8" fmla="*/ 0 w 3242919"/>
              <a:gd name="connsiteY8" fmla="*/ 0 h 272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919" h="2727860">
                <a:moveTo>
                  <a:pt x="0" y="0"/>
                </a:moveTo>
                <a:lnTo>
                  <a:pt x="3242919" y="0"/>
                </a:lnTo>
                <a:lnTo>
                  <a:pt x="3223569" y="187621"/>
                </a:lnTo>
                <a:cubicBezTo>
                  <a:pt x="3124129" y="843382"/>
                  <a:pt x="2804760" y="1469816"/>
                  <a:pt x="2272082" y="1946844"/>
                </a:cubicBezTo>
                <a:cubicBezTo>
                  <a:pt x="1663307" y="2492018"/>
                  <a:pt x="891191" y="2738826"/>
                  <a:pt x="134973" y="2697147"/>
                </a:cubicBezTo>
                <a:lnTo>
                  <a:pt x="1" y="2683227"/>
                </a:lnTo>
                <a:lnTo>
                  <a:pt x="1" y="2727860"/>
                </a:lnTo>
                <a:lnTo>
                  <a:pt x="0" y="2727860"/>
                </a:lnTo>
                <a:lnTo>
                  <a:pt x="0" y="0"/>
                </a:lnTo>
                <a:close/>
              </a:path>
            </a:pathLst>
          </a:custGeom>
        </p:spPr>
      </p:pic>
      <p:sp>
        <p:nvSpPr>
          <p:cNvPr id="61" name="任意多边形: 形状 60"/>
          <p:cNvSpPr/>
          <p:nvPr userDrawn="1"/>
        </p:nvSpPr>
        <p:spPr>
          <a:xfrm rot="19089281">
            <a:off x="-514748" y="1024484"/>
            <a:ext cx="5434738" cy="1832870"/>
          </a:xfrm>
          <a:custGeom>
            <a:avLst/>
            <a:gdLst>
              <a:gd name="connsiteX0" fmla="*/ 4787166 w 5434738"/>
              <a:gd name="connsiteY0" fmla="*/ 164555 h 1832870"/>
              <a:gd name="connsiteX1" fmla="*/ 5434738 w 5434738"/>
              <a:gd name="connsiteY1" fmla="*/ 744474 h 1832870"/>
              <a:gd name="connsiteX2" fmla="*/ 5198241 w 5434738"/>
              <a:gd name="connsiteY2" fmla="*/ 959417 h 1832870"/>
              <a:gd name="connsiteX3" fmla="*/ 2765161 w 5434738"/>
              <a:gd name="connsiteY3" fmla="*/ 1832870 h 1832870"/>
              <a:gd name="connsiteX4" fmla="*/ 60450 w 5434738"/>
              <a:gd name="connsiteY4" fmla="*/ 712542 h 1832870"/>
              <a:gd name="connsiteX5" fmla="*/ 0 w 5434738"/>
              <a:gd name="connsiteY5" fmla="*/ 649138 h 1832870"/>
              <a:gd name="connsiteX6" fmla="*/ 581320 w 5434738"/>
              <a:gd name="connsiteY6" fmla="*/ 0 h 1832870"/>
              <a:gd name="connsiteX7" fmla="*/ 672581 w 5434738"/>
              <a:gd name="connsiteY7" fmla="*/ 100412 h 1832870"/>
              <a:gd name="connsiteX8" fmla="*/ 2765161 w 5434738"/>
              <a:gd name="connsiteY8" fmla="*/ 967187 h 1832870"/>
              <a:gd name="connsiteX9" fmla="*/ 4647586 w 5434738"/>
              <a:gd name="connsiteY9" fmla="*/ 291414 h 183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34738" h="1832870">
                <a:moveTo>
                  <a:pt x="4787166" y="164555"/>
                </a:moveTo>
                <a:lnTo>
                  <a:pt x="5434738" y="744474"/>
                </a:lnTo>
                <a:lnTo>
                  <a:pt x="5198241" y="959417"/>
                </a:lnTo>
                <a:cubicBezTo>
                  <a:pt x="4537049" y="1505082"/>
                  <a:pt x="3689385" y="1832870"/>
                  <a:pt x="2765161" y="1832870"/>
                </a:cubicBezTo>
                <a:cubicBezTo>
                  <a:pt x="1708905" y="1832870"/>
                  <a:pt x="752646" y="1404738"/>
                  <a:pt x="60450" y="712542"/>
                </a:cubicBezTo>
                <a:lnTo>
                  <a:pt x="0" y="649138"/>
                </a:lnTo>
                <a:lnTo>
                  <a:pt x="581320" y="0"/>
                </a:lnTo>
                <a:lnTo>
                  <a:pt x="672581" y="100412"/>
                </a:lnTo>
                <a:cubicBezTo>
                  <a:pt x="1208119" y="635950"/>
                  <a:pt x="1947957" y="967187"/>
                  <a:pt x="2765161" y="967187"/>
                </a:cubicBezTo>
                <a:cubicBezTo>
                  <a:pt x="3480214" y="967187"/>
                  <a:pt x="4136035" y="713584"/>
                  <a:pt x="4647586" y="291414"/>
                </a:cubicBezTo>
                <a:close/>
              </a:path>
            </a:pathLst>
          </a:custGeom>
          <a:solidFill>
            <a:schemeClr val="bg1"/>
          </a:solidFill>
          <a:ln w="12700" cap="flat" cmpd="sng" algn="ctr">
            <a:noFill/>
            <a:prstDash val="solid"/>
            <a:miter lim="800000"/>
          </a:ln>
          <a:effectLst>
            <a:outerShdw blurRad="254000" dist="38100" dir="13500000" algn="br" rotWithShape="0">
              <a:prstClr val="black">
                <a:alpha val="10000"/>
              </a:prstClr>
            </a:outerShdw>
          </a:effectLst>
        </p:spPr>
        <p:txBody>
          <a:bodyPr wrap="square" rtlCol="0" anchor="ctr">
            <a:noAutofit/>
          </a:bodyPr>
          <a:lstStyle/>
          <a:p>
            <a:pPr marR="0" lvl="0" indent="0" algn="ctr" defTabSz="914400" fontAlgn="auto">
              <a:lnSpc>
                <a:spcPct val="100000"/>
              </a:lnSpc>
              <a:spcBef>
                <a:spcPts val="0"/>
              </a:spcBef>
              <a:spcAft>
                <a:spcPts val="0"/>
              </a:spcAft>
              <a:buClrTx/>
              <a:buSzTx/>
              <a:buFontTx/>
              <a:buNone/>
            </a:pPr>
            <a:endParaRPr kumimoji="0" lang="zh-CN" altLang="en-US" b="0" i="0" u="none" strike="noStrike" kern="0" cap="none" spc="0" normalizeH="0" baseline="0" noProof="0">
              <a:ln>
                <a:noFill/>
              </a:ln>
              <a:solidFill>
                <a:prstClr val="black"/>
              </a:solidFill>
              <a:effectLst/>
              <a:uLnTx/>
              <a:uFillTx/>
              <a:latin typeface="等线" panose="02010600030101010101" charset="-122"/>
              <a:ea typeface="等线" panose="02010600030101010101" charset="-122"/>
            </a:endParaRPr>
          </a:p>
        </p:txBody>
      </p:sp>
      <p:sp>
        <p:nvSpPr>
          <p:cNvPr id="2" name="矩形: 圆角 1"/>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3" name="文本框 2"/>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5" name="文本框 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 name="直接连接符 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页01">
    <p:spTree>
      <p:nvGrpSpPr>
        <p:cNvPr id="1" name=""/>
        <p:cNvGrpSpPr/>
        <p:nvPr/>
      </p:nvGrpSpPr>
      <p:grpSpPr>
        <a:xfrm>
          <a:off x="0" y="0"/>
          <a:ext cx="0" cy="0"/>
          <a:chOff x="0" y="0"/>
          <a:chExt cx="0" cy="0"/>
        </a:xfrm>
      </p:grpSpPr>
      <p:pic>
        <p:nvPicPr>
          <p:cNvPr id="28" name="图片 27"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 name="矩形 1"/>
          <p:cNvSpPr/>
          <p:nvPr userDrawn="1"/>
        </p:nvSpPr>
        <p:spPr>
          <a:xfrm>
            <a:off x="0" y="0"/>
            <a:ext cx="9144000" cy="5143500"/>
          </a:xfrm>
          <a:prstGeom prst="rect">
            <a:avLst/>
          </a:prstGeom>
          <a:gradFill flip="none" rotWithShape="1">
            <a:gsLst>
              <a:gs pos="77000">
                <a:schemeClr val="bg1">
                  <a:alpha val="95000"/>
                </a:schemeClr>
              </a:gs>
              <a:gs pos="13156">
                <a:srgbClr val="FFFFFF"/>
              </a:gs>
              <a:gs pos="36000">
                <a:srgbClr val="FFFFFF">
                  <a:alpha val="97000"/>
                </a:srgbClr>
              </a:gs>
              <a:gs pos="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9" name="矩形: 圆角 8"/>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22" name="文本框 21"/>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23" name="文本框 22"/>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24" name="直接连接符 23"/>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1"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5"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页02">
    <p:spTree>
      <p:nvGrpSpPr>
        <p:cNvPr id="1" name=""/>
        <p:cNvGrpSpPr/>
        <p:nvPr/>
      </p:nvGrpSpPr>
      <p:grpSpPr>
        <a:xfrm>
          <a:off x="0" y="0"/>
          <a:ext cx="0" cy="0"/>
          <a:chOff x="0" y="0"/>
          <a:chExt cx="0" cy="0"/>
        </a:xfrm>
      </p:grpSpPr>
      <p:pic>
        <p:nvPicPr>
          <p:cNvPr id="21" name="图片 20"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 name="矩形 1"/>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包含 水, 户外, 天空, 河流&#10;&#10;自动生成的说明"/>
          <p:cNvPicPr>
            <a:picLocks noChangeAspect="1"/>
          </p:cNvPicPr>
          <p:nvPr userDrawn="1"/>
        </p:nvPicPr>
        <p:blipFill rotWithShape="1">
          <a:blip r:embed="rId3" cstate="screen"/>
          <a:srcRect/>
          <a:stretch>
            <a:fillRect/>
          </a:stretch>
        </p:blipFill>
        <p:spPr>
          <a:xfrm>
            <a:off x="7250817" y="184780"/>
            <a:ext cx="1785233" cy="327775"/>
          </a:xfrm>
          <a:custGeom>
            <a:avLst/>
            <a:gdLst>
              <a:gd name="connsiteX0" fmla="*/ 163888 w 1785233"/>
              <a:gd name="connsiteY0" fmla="*/ 0 h 327775"/>
              <a:gd name="connsiteX1" fmla="*/ 1621345 w 1785233"/>
              <a:gd name="connsiteY1" fmla="*/ 0 h 327775"/>
              <a:gd name="connsiteX2" fmla="*/ 1785233 w 1785233"/>
              <a:gd name="connsiteY2" fmla="*/ 163888 h 327775"/>
              <a:gd name="connsiteX3" fmla="*/ 1685138 w 1785233"/>
              <a:gd name="connsiteY3" fmla="*/ 314897 h 327775"/>
              <a:gd name="connsiteX4" fmla="*/ 1621350 w 1785233"/>
              <a:gd name="connsiteY4" fmla="*/ 327775 h 327775"/>
              <a:gd name="connsiteX5" fmla="*/ 163883 w 1785233"/>
              <a:gd name="connsiteY5" fmla="*/ 327775 h 327775"/>
              <a:gd name="connsiteX6" fmla="*/ 100096 w 1785233"/>
              <a:gd name="connsiteY6" fmla="*/ 314897 h 327775"/>
              <a:gd name="connsiteX7" fmla="*/ 0 w 1785233"/>
              <a:gd name="connsiteY7" fmla="*/ 163888 h 327775"/>
              <a:gd name="connsiteX8" fmla="*/ 163888 w 1785233"/>
              <a:gd name="connsiteY8" fmla="*/ 0 h 3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5233" h="327775">
                <a:moveTo>
                  <a:pt x="163888" y="0"/>
                </a:moveTo>
                <a:lnTo>
                  <a:pt x="1621345" y="0"/>
                </a:lnTo>
                <a:cubicBezTo>
                  <a:pt x="1711858" y="0"/>
                  <a:pt x="1785233" y="73375"/>
                  <a:pt x="1785233" y="163888"/>
                </a:cubicBezTo>
                <a:cubicBezTo>
                  <a:pt x="1785233" y="231773"/>
                  <a:pt x="1743960" y="290017"/>
                  <a:pt x="1685138" y="314897"/>
                </a:cubicBezTo>
                <a:lnTo>
                  <a:pt x="1621350" y="327775"/>
                </a:lnTo>
                <a:lnTo>
                  <a:pt x="163883" y="327775"/>
                </a:lnTo>
                <a:lnTo>
                  <a:pt x="100096" y="314897"/>
                </a:lnTo>
                <a:cubicBezTo>
                  <a:pt x="41274" y="290017"/>
                  <a:pt x="0" y="231773"/>
                  <a:pt x="0" y="163888"/>
                </a:cubicBezTo>
                <a:cubicBezTo>
                  <a:pt x="0" y="73375"/>
                  <a:pt x="73375" y="0"/>
                  <a:pt x="163888" y="0"/>
                </a:cubicBezTo>
                <a:close/>
              </a:path>
            </a:pathLst>
          </a:custGeom>
          <a:effectLst>
            <a:outerShdw blurRad="254000" sx="102000" sy="102000" algn="ctr" rotWithShape="0">
              <a:prstClr val="black">
                <a:alpha val="10000"/>
              </a:prstClr>
            </a:outerShdw>
          </a:effectLst>
        </p:spPr>
      </p:pic>
      <p:sp>
        <p:nvSpPr>
          <p:cNvPr id="8" name="矩形: 圆角 7"/>
          <p:cNvSpPr/>
          <p:nvPr userDrawn="1"/>
        </p:nvSpPr>
        <p:spPr>
          <a:xfrm>
            <a:off x="7250817" y="184776"/>
            <a:ext cx="1785233" cy="327776"/>
          </a:xfrm>
          <a:prstGeom prst="roundRect">
            <a:avLst>
              <a:gd name="adj" fmla="val 50000"/>
            </a:avLst>
          </a:prstGeom>
          <a:solidFill>
            <a:schemeClr val="bg1">
              <a:alpha val="84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9" name="矩形: 圆角 8"/>
          <p:cNvSpPr/>
          <p:nvPr userDrawn="1"/>
        </p:nvSpPr>
        <p:spPr>
          <a:xfrm>
            <a:off x="110297" y="184780"/>
            <a:ext cx="2975803"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grpSp>
        <p:nvGrpSpPr>
          <p:cNvPr id="10" name="组合 9"/>
          <p:cNvGrpSpPr/>
          <p:nvPr userDrawn="1"/>
        </p:nvGrpSpPr>
        <p:grpSpPr>
          <a:xfrm>
            <a:off x="165737" y="237218"/>
            <a:ext cx="1089182" cy="219344"/>
            <a:chOff x="6388738" y="5748098"/>
            <a:chExt cx="1251337" cy="252000"/>
          </a:xfrm>
          <a:solidFill>
            <a:schemeClr val="accent1"/>
          </a:solidFill>
        </p:grpSpPr>
        <p:sp>
          <p:nvSpPr>
            <p:cNvPr id="11"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2" name="组合 11"/>
            <p:cNvGrpSpPr/>
            <p:nvPr/>
          </p:nvGrpSpPr>
          <p:grpSpPr>
            <a:xfrm>
              <a:off x="6388738" y="5748098"/>
              <a:ext cx="252000" cy="252000"/>
              <a:chOff x="4568970" y="892144"/>
              <a:chExt cx="837417" cy="840124"/>
            </a:xfrm>
            <a:grpFill/>
          </p:grpSpPr>
          <p:grpSp>
            <p:nvGrpSpPr>
              <p:cNvPr id="13" name="组合 12"/>
              <p:cNvGrpSpPr/>
              <p:nvPr/>
            </p:nvGrpSpPr>
            <p:grpSpPr>
              <a:xfrm>
                <a:off x="4568970" y="892144"/>
                <a:ext cx="837417" cy="840124"/>
                <a:chOff x="3001963" y="1951037"/>
                <a:chExt cx="2946400" cy="2955925"/>
              </a:xfrm>
              <a:grpFill/>
            </p:grpSpPr>
            <p:sp>
              <p:nvSpPr>
                <p:cNvPr id="16"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p>
              </p:txBody>
            </p:sp>
            <p:sp>
              <p:nvSpPr>
                <p:cNvPr id="17"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p>
              </p:txBody>
            </p:sp>
            <p:sp>
              <p:nvSpPr>
                <p:cNvPr id="18"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p>
              </p:txBody>
            </p:sp>
            <p:sp>
              <p:nvSpPr>
                <p:cNvPr id="19"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endParaRPr>
                </a:p>
              </p:txBody>
            </p:sp>
          </p:grpSp>
          <p:sp>
            <p:nvSpPr>
              <p:cNvPr id="14" name="椭圆 13"/>
              <p:cNvSpPr/>
              <p:nvPr/>
            </p:nvSpPr>
            <p:spPr>
              <a:xfrm>
                <a:off x="4700072" y="1033381"/>
                <a:ext cx="564659" cy="564657"/>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20" name="直接连接符 19"/>
          <p:cNvCxnSpPr/>
          <p:nvPr userDrawn="1"/>
        </p:nvCxnSpPr>
        <p:spPr>
          <a:xfrm>
            <a:off x="1419717" y="224483"/>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userDrawn="1"/>
        </p:nvSpPr>
        <p:spPr>
          <a:xfrm>
            <a:off x="7250817" y="210169"/>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23" name="文本框 22"/>
          <p:cNvSpPr txBox="1"/>
          <p:nvPr userDrawn="1"/>
        </p:nvSpPr>
        <p:spPr>
          <a:xfrm>
            <a:off x="8162530" y="210169"/>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24" name="直接连接符 23"/>
          <p:cNvCxnSpPr/>
          <p:nvPr userDrawn="1"/>
        </p:nvCxnSpPr>
        <p:spPr>
          <a:xfrm>
            <a:off x="8155347" y="224483"/>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占位符 25"/>
          <p:cNvSpPr>
            <a:spLocks noGrp="1"/>
          </p:cNvSpPr>
          <p:nvPr>
            <p:ph type="body" sz="quarter" idx="10" hasCustomPrompt="1"/>
          </p:nvPr>
        </p:nvSpPr>
        <p:spPr>
          <a:xfrm>
            <a:off x="1490272" y="215577"/>
            <a:ext cx="1452973" cy="295229"/>
          </a:xfrm>
        </p:spPr>
        <p:txBody>
          <a:bodyPr>
            <a:normAutofit/>
          </a:bodyPr>
          <a:lstStyle>
            <a:lvl1pPr marL="0" indent="0" algn="l" defTabSz="457200" rtl="0" eaLnBrk="1" latinLnBrk="0" hangingPunct="1">
              <a:lnSpc>
                <a:spcPct val="100000"/>
              </a:lnSpc>
              <a:spcBef>
                <a:spcPts val="0"/>
              </a:spcBef>
              <a:buNone/>
              <a:defRPr lang="zh-CN" altLang="en-US" sz="1400" b="1" kern="1200" dirty="0">
                <a:solidFill>
                  <a:schemeClr val="accent1"/>
                </a:solidFill>
                <a:latin typeface="Arial" panose="020B0604020202020204"/>
                <a:ea typeface="微软雅黑" panose="020B0503020204020204" charset="-122"/>
                <a:cs typeface="+mn-ea"/>
              </a:defRPr>
            </a:lvl1pPr>
          </a:lstStyle>
          <a:p>
            <a:r>
              <a:rPr lang="zh-CN" altLang="en-US" sz="1400" b="1" dirty="0">
                <a:solidFill>
                  <a:schemeClr val="accent1"/>
                </a:solidFill>
                <a:latin typeface="Arial" panose="020B0604020202020204"/>
                <a:ea typeface="微软雅黑" panose="020B0503020204020204" charset="-122"/>
                <a:cs typeface="+mn-ea"/>
              </a:rPr>
              <a:t>请输入您的标题</a:t>
            </a:r>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userDrawn="1"/>
        </p:nvSpPr>
        <p:spPr>
          <a:xfrm>
            <a:off x="0" y="0"/>
            <a:ext cx="9144000" cy="5143500"/>
          </a:xfrm>
          <a:prstGeom prst="rect">
            <a:avLst/>
          </a:prstGeom>
          <a:gradFill flip="none" rotWithShape="1">
            <a:gsLst>
              <a:gs pos="77000">
                <a:schemeClr val="bg1">
                  <a:alpha val="95000"/>
                </a:schemeClr>
              </a:gs>
              <a:gs pos="13156">
                <a:srgbClr val="FFFFFF"/>
              </a:gs>
              <a:gs pos="36000">
                <a:srgbClr val="FFFFFF">
                  <a:alpha val="97000"/>
                </a:srgbClr>
              </a:gs>
              <a:gs pos="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页纯色背景">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766"/>
            <a:ext cx="9144000" cy="5077968"/>
          </a:xfrm>
          <a:prstGeom prst="rect">
            <a:avLst/>
          </a:prstGeom>
        </p:spPr>
      </p:pic>
      <p:sp>
        <p:nvSpPr>
          <p:cNvPr id="25" name="矩形 24"/>
          <p:cNvSpPr/>
          <p:nvPr userDrawn="1"/>
        </p:nvSpPr>
        <p:spPr>
          <a:xfrm>
            <a:off x="0" y="0"/>
            <a:ext cx="9144000" cy="5143500"/>
          </a:xfrm>
          <a:prstGeom prst="rect">
            <a:avLst/>
          </a:prstGeom>
          <a:gradFill flip="none" rotWithShape="1">
            <a:gsLst>
              <a:gs pos="77000">
                <a:schemeClr val="bg1">
                  <a:alpha val="95000"/>
                </a:schemeClr>
              </a:gs>
              <a:gs pos="13156">
                <a:srgbClr val="FFFFFF"/>
              </a:gs>
              <a:gs pos="36000">
                <a:srgbClr val="FFFFFF">
                  <a:alpha val="97000"/>
                </a:srgbClr>
              </a:gs>
              <a:gs pos="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5" name="组合 4"/>
          <p:cNvGrpSpPr/>
          <p:nvPr userDrawn="1"/>
        </p:nvGrpSpPr>
        <p:grpSpPr>
          <a:xfrm>
            <a:off x="164169" y="224254"/>
            <a:ext cx="1302275" cy="246360"/>
            <a:chOff x="895275" y="92915"/>
            <a:chExt cx="6923088" cy="1309688"/>
          </a:xfrm>
          <a:solidFill>
            <a:schemeClr val="accent1"/>
          </a:solidFill>
          <a:effectLst/>
        </p:grpSpPr>
        <p:sp>
          <p:nvSpPr>
            <p:cNvPr id="6"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1"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8"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9"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2" name="矩形: 圆角 41"/>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3" name="文本框 42"/>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4" name="文本框 43"/>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5" name="直接连接符 44"/>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30" name="矩形 29"/>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35" name="图片占位符 34"/>
          <p:cNvSpPr>
            <a:spLocks noGrp="1"/>
          </p:cNvSpPr>
          <p:nvPr>
            <p:ph type="pic" sz="quarter" idx="12"/>
          </p:nvPr>
        </p:nvSpPr>
        <p:spPr>
          <a:xfrm>
            <a:off x="5270951" y="1044670"/>
            <a:ext cx="1452502" cy="3336924"/>
          </a:xfrm>
          <a:custGeom>
            <a:avLst/>
            <a:gdLst>
              <a:gd name="connsiteX0" fmla="*/ 153582 w 1452502"/>
              <a:gd name="connsiteY0" fmla="*/ 0 h 3336924"/>
              <a:gd name="connsiteX1" fmla="*/ 1298166 w 1452502"/>
              <a:gd name="connsiteY1" fmla="*/ 0 h 3336924"/>
              <a:gd name="connsiteX2" fmla="*/ 1452502 w 1452502"/>
              <a:gd name="connsiteY2" fmla="*/ 154336 h 3336924"/>
              <a:gd name="connsiteX3" fmla="*/ 1452502 w 1452502"/>
              <a:gd name="connsiteY3" fmla="*/ 3182588 h 3336924"/>
              <a:gd name="connsiteX4" fmla="*/ 1298166 w 1452502"/>
              <a:gd name="connsiteY4" fmla="*/ 3336924 h 3336924"/>
              <a:gd name="connsiteX5" fmla="*/ 153582 w 1452502"/>
              <a:gd name="connsiteY5" fmla="*/ 3336924 h 3336924"/>
              <a:gd name="connsiteX6" fmla="*/ 11375 w 1452502"/>
              <a:gd name="connsiteY6" fmla="*/ 3242663 h 3336924"/>
              <a:gd name="connsiteX7" fmla="*/ 0 w 1452502"/>
              <a:gd name="connsiteY7" fmla="*/ 3186323 h 3336924"/>
              <a:gd name="connsiteX8" fmla="*/ 0 w 1452502"/>
              <a:gd name="connsiteY8" fmla="*/ 150601 h 3336924"/>
              <a:gd name="connsiteX9" fmla="*/ 11375 w 1452502"/>
              <a:gd name="connsiteY9" fmla="*/ 94262 h 3336924"/>
              <a:gd name="connsiteX10" fmla="*/ 153582 w 1452502"/>
              <a:gd name="connsiteY10" fmla="*/ 0 h 333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52502" h="3336924">
                <a:moveTo>
                  <a:pt x="153582" y="0"/>
                </a:moveTo>
                <a:lnTo>
                  <a:pt x="1298166" y="0"/>
                </a:lnTo>
                <a:cubicBezTo>
                  <a:pt x="1383403" y="0"/>
                  <a:pt x="1452502" y="69099"/>
                  <a:pt x="1452502" y="154336"/>
                </a:cubicBezTo>
                <a:lnTo>
                  <a:pt x="1452502" y="3182588"/>
                </a:lnTo>
                <a:cubicBezTo>
                  <a:pt x="1452502" y="3267825"/>
                  <a:pt x="1383403" y="3336924"/>
                  <a:pt x="1298166" y="3336924"/>
                </a:cubicBezTo>
                <a:lnTo>
                  <a:pt x="153582" y="3336924"/>
                </a:lnTo>
                <a:cubicBezTo>
                  <a:pt x="89655" y="3336924"/>
                  <a:pt x="34804" y="3298056"/>
                  <a:pt x="11375" y="3242663"/>
                </a:cubicBezTo>
                <a:lnTo>
                  <a:pt x="0" y="3186323"/>
                </a:lnTo>
                <a:lnTo>
                  <a:pt x="0" y="150601"/>
                </a:lnTo>
                <a:lnTo>
                  <a:pt x="11375" y="94262"/>
                </a:lnTo>
                <a:cubicBezTo>
                  <a:pt x="34804" y="38868"/>
                  <a:pt x="89655" y="0"/>
                  <a:pt x="153582" y="0"/>
                </a:cubicBezTo>
                <a:close/>
              </a:path>
            </a:pathLst>
          </a:custGeom>
        </p:spPr>
        <p:txBody>
          <a:bodyPr wrap="square">
            <a:noAutofit/>
          </a:bodyPr>
          <a:lstStyle/>
          <a:p>
            <a:endParaRPr lang="zh-CN" altLang="en-US" dirty="0"/>
          </a:p>
        </p:txBody>
      </p:sp>
      <p:sp>
        <p:nvSpPr>
          <p:cNvPr id="36" name="图片占位符 35"/>
          <p:cNvSpPr>
            <a:spLocks noGrp="1"/>
          </p:cNvSpPr>
          <p:nvPr>
            <p:ph type="pic" sz="quarter" idx="13"/>
          </p:nvPr>
        </p:nvSpPr>
        <p:spPr>
          <a:xfrm>
            <a:off x="7223409" y="1044670"/>
            <a:ext cx="1452502" cy="3336924"/>
          </a:xfrm>
          <a:custGeom>
            <a:avLst/>
            <a:gdLst>
              <a:gd name="connsiteX0" fmla="*/ 153582 w 1452502"/>
              <a:gd name="connsiteY0" fmla="*/ 0 h 3336924"/>
              <a:gd name="connsiteX1" fmla="*/ 1298166 w 1452502"/>
              <a:gd name="connsiteY1" fmla="*/ 0 h 3336924"/>
              <a:gd name="connsiteX2" fmla="*/ 1452502 w 1452502"/>
              <a:gd name="connsiteY2" fmla="*/ 154336 h 3336924"/>
              <a:gd name="connsiteX3" fmla="*/ 1452502 w 1452502"/>
              <a:gd name="connsiteY3" fmla="*/ 3182588 h 3336924"/>
              <a:gd name="connsiteX4" fmla="*/ 1298166 w 1452502"/>
              <a:gd name="connsiteY4" fmla="*/ 3336924 h 3336924"/>
              <a:gd name="connsiteX5" fmla="*/ 153582 w 1452502"/>
              <a:gd name="connsiteY5" fmla="*/ 3336924 h 3336924"/>
              <a:gd name="connsiteX6" fmla="*/ 11375 w 1452502"/>
              <a:gd name="connsiteY6" fmla="*/ 3242663 h 3336924"/>
              <a:gd name="connsiteX7" fmla="*/ 0 w 1452502"/>
              <a:gd name="connsiteY7" fmla="*/ 3186323 h 3336924"/>
              <a:gd name="connsiteX8" fmla="*/ 0 w 1452502"/>
              <a:gd name="connsiteY8" fmla="*/ 150601 h 3336924"/>
              <a:gd name="connsiteX9" fmla="*/ 11375 w 1452502"/>
              <a:gd name="connsiteY9" fmla="*/ 94262 h 3336924"/>
              <a:gd name="connsiteX10" fmla="*/ 153582 w 1452502"/>
              <a:gd name="connsiteY10" fmla="*/ 0 h 333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52502" h="3336924">
                <a:moveTo>
                  <a:pt x="153582" y="0"/>
                </a:moveTo>
                <a:lnTo>
                  <a:pt x="1298166" y="0"/>
                </a:lnTo>
                <a:cubicBezTo>
                  <a:pt x="1383403" y="0"/>
                  <a:pt x="1452502" y="69099"/>
                  <a:pt x="1452502" y="154336"/>
                </a:cubicBezTo>
                <a:lnTo>
                  <a:pt x="1452502" y="3182588"/>
                </a:lnTo>
                <a:cubicBezTo>
                  <a:pt x="1452502" y="3267825"/>
                  <a:pt x="1383403" y="3336924"/>
                  <a:pt x="1298166" y="3336924"/>
                </a:cubicBezTo>
                <a:lnTo>
                  <a:pt x="153582" y="3336924"/>
                </a:lnTo>
                <a:cubicBezTo>
                  <a:pt x="89655" y="3336924"/>
                  <a:pt x="34804" y="3298056"/>
                  <a:pt x="11375" y="3242663"/>
                </a:cubicBezTo>
                <a:lnTo>
                  <a:pt x="0" y="3186323"/>
                </a:lnTo>
                <a:lnTo>
                  <a:pt x="0" y="150601"/>
                </a:lnTo>
                <a:lnTo>
                  <a:pt x="11375" y="94262"/>
                </a:lnTo>
                <a:cubicBezTo>
                  <a:pt x="34804" y="38868"/>
                  <a:pt x="89655" y="0"/>
                  <a:pt x="153582" y="0"/>
                </a:cubicBezTo>
                <a:close/>
              </a:path>
            </a:pathLst>
          </a:custGeom>
        </p:spPr>
        <p:txBody>
          <a:bodyPr wrap="square">
            <a:noAutofit/>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8"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3" name="矩形: 圆角 42"/>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4" name="文本框 43"/>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5" name="文本框 4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6" name="直接连接符 4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2">
    <p:spTree>
      <p:nvGrpSpPr>
        <p:cNvPr id="1" name=""/>
        <p:cNvGrpSpPr/>
        <p:nvPr/>
      </p:nvGrpSpPr>
      <p:grpSpPr>
        <a:xfrm>
          <a:off x="0" y="0"/>
          <a:ext cx="0" cy="0"/>
          <a:chOff x="0" y="0"/>
          <a:chExt cx="0" cy="0"/>
        </a:xfrm>
      </p:grpSpPr>
      <p:pic>
        <p:nvPicPr>
          <p:cNvPr id="19" name="图片 18"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39" name="矩形 38"/>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40" name="图片占位符 39"/>
          <p:cNvSpPr>
            <a:spLocks noGrp="1"/>
          </p:cNvSpPr>
          <p:nvPr>
            <p:ph type="pic" sz="quarter" idx="12"/>
          </p:nvPr>
        </p:nvSpPr>
        <p:spPr>
          <a:xfrm>
            <a:off x="2457096" y="1200828"/>
            <a:ext cx="2003657" cy="1392238"/>
          </a:xfrm>
          <a:custGeom>
            <a:avLst/>
            <a:gdLst>
              <a:gd name="connsiteX0" fmla="*/ 94653 w 2003657"/>
              <a:gd name="connsiteY0" fmla="*/ 0 h 1392238"/>
              <a:gd name="connsiteX1" fmla="*/ 1909004 w 2003657"/>
              <a:gd name="connsiteY1" fmla="*/ 0 h 1392238"/>
              <a:gd name="connsiteX2" fmla="*/ 2003657 w 2003657"/>
              <a:gd name="connsiteY2" fmla="*/ 94653 h 1392238"/>
              <a:gd name="connsiteX3" fmla="*/ 2003657 w 2003657"/>
              <a:gd name="connsiteY3" fmla="*/ 1392238 h 1392238"/>
              <a:gd name="connsiteX4" fmla="*/ 0 w 2003657"/>
              <a:gd name="connsiteY4" fmla="*/ 1392238 h 1392238"/>
              <a:gd name="connsiteX5" fmla="*/ 0 w 2003657"/>
              <a:gd name="connsiteY5" fmla="*/ 94653 h 1392238"/>
              <a:gd name="connsiteX6" fmla="*/ 94653 w 2003657"/>
              <a:gd name="connsiteY6" fmla="*/ 0 h 139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57" h="1392238">
                <a:moveTo>
                  <a:pt x="94653" y="0"/>
                </a:moveTo>
                <a:lnTo>
                  <a:pt x="1909004" y="0"/>
                </a:lnTo>
                <a:cubicBezTo>
                  <a:pt x="1961279" y="0"/>
                  <a:pt x="2003657" y="42378"/>
                  <a:pt x="2003657" y="94653"/>
                </a:cubicBezTo>
                <a:lnTo>
                  <a:pt x="2003657" y="1392238"/>
                </a:lnTo>
                <a:lnTo>
                  <a:pt x="0" y="1392238"/>
                </a:lnTo>
                <a:lnTo>
                  <a:pt x="0" y="94653"/>
                </a:lnTo>
                <a:cubicBezTo>
                  <a:pt x="0" y="42378"/>
                  <a:pt x="42378" y="0"/>
                  <a:pt x="94653" y="0"/>
                </a:cubicBezTo>
                <a:close/>
              </a:path>
            </a:pathLst>
          </a:custGeom>
        </p:spPr>
        <p:txBody>
          <a:bodyPr wrap="square">
            <a:noAutofit/>
          </a:bodyPr>
          <a:lstStyle/>
          <a:p>
            <a:endParaRPr lang="zh-CN" altLang="en-US" dirty="0"/>
          </a:p>
        </p:txBody>
      </p:sp>
      <p:sp>
        <p:nvSpPr>
          <p:cNvPr id="41" name="图片占位符 40"/>
          <p:cNvSpPr>
            <a:spLocks noGrp="1"/>
          </p:cNvSpPr>
          <p:nvPr>
            <p:ph type="pic" sz="quarter" idx="13"/>
          </p:nvPr>
        </p:nvSpPr>
        <p:spPr>
          <a:xfrm>
            <a:off x="4683244" y="1200828"/>
            <a:ext cx="2003657" cy="1392238"/>
          </a:xfrm>
          <a:custGeom>
            <a:avLst/>
            <a:gdLst>
              <a:gd name="connsiteX0" fmla="*/ 94653 w 2003657"/>
              <a:gd name="connsiteY0" fmla="*/ 0 h 1392238"/>
              <a:gd name="connsiteX1" fmla="*/ 1909004 w 2003657"/>
              <a:gd name="connsiteY1" fmla="*/ 0 h 1392238"/>
              <a:gd name="connsiteX2" fmla="*/ 2003657 w 2003657"/>
              <a:gd name="connsiteY2" fmla="*/ 94653 h 1392238"/>
              <a:gd name="connsiteX3" fmla="*/ 2003657 w 2003657"/>
              <a:gd name="connsiteY3" fmla="*/ 1392238 h 1392238"/>
              <a:gd name="connsiteX4" fmla="*/ 0 w 2003657"/>
              <a:gd name="connsiteY4" fmla="*/ 1392238 h 1392238"/>
              <a:gd name="connsiteX5" fmla="*/ 0 w 2003657"/>
              <a:gd name="connsiteY5" fmla="*/ 94653 h 1392238"/>
              <a:gd name="connsiteX6" fmla="*/ 94653 w 2003657"/>
              <a:gd name="connsiteY6" fmla="*/ 0 h 139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57" h="1392238">
                <a:moveTo>
                  <a:pt x="94653" y="0"/>
                </a:moveTo>
                <a:lnTo>
                  <a:pt x="1909004" y="0"/>
                </a:lnTo>
                <a:cubicBezTo>
                  <a:pt x="1961279" y="0"/>
                  <a:pt x="2003657" y="42378"/>
                  <a:pt x="2003657" y="94653"/>
                </a:cubicBezTo>
                <a:lnTo>
                  <a:pt x="2003657" y="1392238"/>
                </a:lnTo>
                <a:lnTo>
                  <a:pt x="0" y="1392238"/>
                </a:lnTo>
                <a:lnTo>
                  <a:pt x="0" y="94653"/>
                </a:lnTo>
                <a:cubicBezTo>
                  <a:pt x="0" y="42378"/>
                  <a:pt x="42378" y="0"/>
                  <a:pt x="94653" y="0"/>
                </a:cubicBezTo>
                <a:close/>
              </a:path>
            </a:pathLst>
          </a:custGeom>
        </p:spPr>
        <p:txBody>
          <a:bodyPr wrap="square">
            <a:noAutofit/>
          </a:bodyPr>
          <a:lstStyle/>
          <a:p>
            <a:endParaRPr lang="zh-CN" altLang="en-US" dirty="0"/>
          </a:p>
        </p:txBody>
      </p:sp>
      <p:sp>
        <p:nvSpPr>
          <p:cNvPr id="42" name="图片占位符 41"/>
          <p:cNvSpPr>
            <a:spLocks noGrp="1"/>
          </p:cNvSpPr>
          <p:nvPr>
            <p:ph type="pic" sz="quarter" idx="14"/>
          </p:nvPr>
        </p:nvSpPr>
        <p:spPr>
          <a:xfrm>
            <a:off x="6909391" y="1200828"/>
            <a:ext cx="2003657" cy="1392238"/>
          </a:xfrm>
          <a:custGeom>
            <a:avLst/>
            <a:gdLst>
              <a:gd name="connsiteX0" fmla="*/ 94653 w 2003657"/>
              <a:gd name="connsiteY0" fmla="*/ 0 h 1392238"/>
              <a:gd name="connsiteX1" fmla="*/ 1909004 w 2003657"/>
              <a:gd name="connsiteY1" fmla="*/ 0 h 1392238"/>
              <a:gd name="connsiteX2" fmla="*/ 2003657 w 2003657"/>
              <a:gd name="connsiteY2" fmla="*/ 94653 h 1392238"/>
              <a:gd name="connsiteX3" fmla="*/ 2003657 w 2003657"/>
              <a:gd name="connsiteY3" fmla="*/ 1392238 h 1392238"/>
              <a:gd name="connsiteX4" fmla="*/ 0 w 2003657"/>
              <a:gd name="connsiteY4" fmla="*/ 1392238 h 1392238"/>
              <a:gd name="connsiteX5" fmla="*/ 0 w 2003657"/>
              <a:gd name="connsiteY5" fmla="*/ 94653 h 1392238"/>
              <a:gd name="connsiteX6" fmla="*/ 94653 w 2003657"/>
              <a:gd name="connsiteY6" fmla="*/ 0 h 139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57" h="1392238">
                <a:moveTo>
                  <a:pt x="94653" y="0"/>
                </a:moveTo>
                <a:lnTo>
                  <a:pt x="1909004" y="0"/>
                </a:lnTo>
                <a:cubicBezTo>
                  <a:pt x="1961279" y="0"/>
                  <a:pt x="2003657" y="42378"/>
                  <a:pt x="2003657" y="94653"/>
                </a:cubicBezTo>
                <a:lnTo>
                  <a:pt x="2003657" y="1392238"/>
                </a:lnTo>
                <a:lnTo>
                  <a:pt x="0" y="1392238"/>
                </a:lnTo>
                <a:lnTo>
                  <a:pt x="0" y="94653"/>
                </a:lnTo>
                <a:cubicBezTo>
                  <a:pt x="0" y="42378"/>
                  <a:pt x="42378" y="0"/>
                  <a:pt x="94653" y="0"/>
                </a:cubicBezTo>
                <a:close/>
              </a:path>
            </a:pathLst>
          </a:custGeom>
        </p:spPr>
        <p:txBody>
          <a:bodyPr wrap="square">
            <a:noAutofit/>
          </a:bodyPr>
          <a:lstStyle/>
          <a:p>
            <a:endParaRPr lang="zh-CN" altLang="en-US" dirty="0"/>
          </a:p>
        </p:txBody>
      </p:sp>
      <p:sp>
        <p:nvSpPr>
          <p:cNvPr id="17" name="图片占位符 16"/>
          <p:cNvSpPr>
            <a:spLocks noGrp="1"/>
          </p:cNvSpPr>
          <p:nvPr>
            <p:ph type="pic" sz="quarter" idx="10"/>
          </p:nvPr>
        </p:nvSpPr>
        <p:spPr>
          <a:xfrm>
            <a:off x="230951" y="1200828"/>
            <a:ext cx="2003657" cy="1392238"/>
          </a:xfrm>
          <a:custGeom>
            <a:avLst/>
            <a:gdLst>
              <a:gd name="connsiteX0" fmla="*/ 94653 w 2003657"/>
              <a:gd name="connsiteY0" fmla="*/ 0 h 1392238"/>
              <a:gd name="connsiteX1" fmla="*/ 1909004 w 2003657"/>
              <a:gd name="connsiteY1" fmla="*/ 0 h 1392238"/>
              <a:gd name="connsiteX2" fmla="*/ 2003657 w 2003657"/>
              <a:gd name="connsiteY2" fmla="*/ 94653 h 1392238"/>
              <a:gd name="connsiteX3" fmla="*/ 2003657 w 2003657"/>
              <a:gd name="connsiteY3" fmla="*/ 1392238 h 1392238"/>
              <a:gd name="connsiteX4" fmla="*/ 0 w 2003657"/>
              <a:gd name="connsiteY4" fmla="*/ 1392238 h 1392238"/>
              <a:gd name="connsiteX5" fmla="*/ 0 w 2003657"/>
              <a:gd name="connsiteY5" fmla="*/ 94653 h 1392238"/>
              <a:gd name="connsiteX6" fmla="*/ 94653 w 2003657"/>
              <a:gd name="connsiteY6" fmla="*/ 0 h 139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57" h="1392238">
                <a:moveTo>
                  <a:pt x="94653" y="0"/>
                </a:moveTo>
                <a:lnTo>
                  <a:pt x="1909004" y="0"/>
                </a:lnTo>
                <a:cubicBezTo>
                  <a:pt x="1961279" y="0"/>
                  <a:pt x="2003657" y="42378"/>
                  <a:pt x="2003657" y="94653"/>
                </a:cubicBezTo>
                <a:lnTo>
                  <a:pt x="2003657" y="1392238"/>
                </a:lnTo>
                <a:lnTo>
                  <a:pt x="0" y="1392238"/>
                </a:lnTo>
                <a:lnTo>
                  <a:pt x="0" y="94653"/>
                </a:lnTo>
                <a:cubicBezTo>
                  <a:pt x="0" y="42378"/>
                  <a:pt x="42378" y="0"/>
                  <a:pt x="94653" y="0"/>
                </a:cubicBezTo>
                <a:close/>
              </a:path>
            </a:pathLst>
          </a:custGeom>
        </p:spPr>
        <p:txBody>
          <a:bodyPr wrap="square">
            <a:noAutofit/>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8"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1"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2"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3"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4"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5"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6"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8"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3"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4"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5"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6" name="矩形: 圆角 45"/>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7" name="文本框 46"/>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8" name="文本框 47"/>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9" name="直接连接符 48"/>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3">
    <p:spTree>
      <p:nvGrpSpPr>
        <p:cNvPr id="1" name=""/>
        <p:cNvGrpSpPr/>
        <p:nvPr/>
      </p:nvGrpSpPr>
      <p:grpSpPr>
        <a:xfrm>
          <a:off x="0" y="0"/>
          <a:ext cx="0" cy="0"/>
          <a:chOff x="0" y="0"/>
          <a:chExt cx="0" cy="0"/>
        </a:xfrm>
      </p:grpSpPr>
      <p:pic>
        <p:nvPicPr>
          <p:cNvPr id="8" name="图片 7"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8" name="矩形 27"/>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38" name="图片占位符 37"/>
          <p:cNvSpPr>
            <a:spLocks noGrp="1"/>
          </p:cNvSpPr>
          <p:nvPr>
            <p:ph type="pic" sz="quarter" idx="12"/>
          </p:nvPr>
        </p:nvSpPr>
        <p:spPr>
          <a:xfrm>
            <a:off x="2371725" y="1705422"/>
            <a:ext cx="1297782" cy="1199502"/>
          </a:xfrm>
        </p:spPr>
        <p:txBody>
          <a:bodyPr/>
          <a:lstStyle/>
          <a:p>
            <a:endParaRPr lang="zh-CN" altLang="en-US" dirty="0"/>
          </a:p>
        </p:txBody>
      </p:sp>
      <p:sp>
        <p:nvSpPr>
          <p:cNvPr id="39" name="图片占位符 37"/>
          <p:cNvSpPr>
            <a:spLocks noGrp="1"/>
          </p:cNvSpPr>
          <p:nvPr>
            <p:ph type="pic" sz="quarter" idx="13"/>
          </p:nvPr>
        </p:nvSpPr>
        <p:spPr>
          <a:xfrm>
            <a:off x="2371725" y="3244592"/>
            <a:ext cx="1297782" cy="1199502"/>
          </a:xfrm>
        </p:spPr>
        <p:txBody>
          <a:bodyPr/>
          <a:lstStyle/>
          <a:p>
            <a:endParaRPr lang="zh-CN" altLang="en-US" dirty="0"/>
          </a:p>
        </p:txBody>
      </p:sp>
      <p:sp>
        <p:nvSpPr>
          <p:cNvPr id="41" name="图片占位符 37"/>
          <p:cNvSpPr>
            <a:spLocks noGrp="1"/>
          </p:cNvSpPr>
          <p:nvPr>
            <p:ph type="pic" sz="quarter" idx="15"/>
          </p:nvPr>
        </p:nvSpPr>
        <p:spPr>
          <a:xfrm>
            <a:off x="5845828" y="3244592"/>
            <a:ext cx="1297782" cy="1199502"/>
          </a:xfrm>
        </p:spPr>
        <p:txBody>
          <a:bodyPr/>
          <a:lstStyle/>
          <a:p>
            <a:endParaRPr lang="zh-CN" altLang="en-US" dirty="0"/>
          </a:p>
        </p:txBody>
      </p:sp>
      <p:sp>
        <p:nvSpPr>
          <p:cNvPr id="40" name="图片占位符 37"/>
          <p:cNvSpPr>
            <a:spLocks noGrp="1"/>
          </p:cNvSpPr>
          <p:nvPr>
            <p:ph type="pic" sz="quarter" idx="14"/>
          </p:nvPr>
        </p:nvSpPr>
        <p:spPr>
          <a:xfrm>
            <a:off x="5845828" y="1705422"/>
            <a:ext cx="1297782" cy="1199502"/>
          </a:xfrm>
        </p:spPr>
        <p:txBody>
          <a:bodyPr/>
          <a:lstStyle/>
          <a:p>
            <a:endParaRPr lang="zh-CN" altLang="en-US" dirty="0"/>
          </a:p>
        </p:txBody>
      </p:sp>
      <p:sp>
        <p:nvSpPr>
          <p:cNvPr id="59" name="任意多边形: 形状 58"/>
          <p:cNvSpPr/>
          <p:nvPr userDrawn="1"/>
        </p:nvSpPr>
        <p:spPr>
          <a:xfrm>
            <a:off x="277581" y="948642"/>
            <a:ext cx="1832773" cy="4194859"/>
          </a:xfrm>
          <a:custGeom>
            <a:avLst/>
            <a:gdLst>
              <a:gd name="connsiteX0" fmla="*/ 124591 w 1832773"/>
              <a:gd name="connsiteY0" fmla="*/ 0 h 4194859"/>
              <a:gd name="connsiteX1" fmla="*/ 1832773 w 1832773"/>
              <a:gd name="connsiteY1" fmla="*/ 0 h 4194859"/>
              <a:gd name="connsiteX2" fmla="*/ 1832773 w 1832773"/>
              <a:gd name="connsiteY2" fmla="*/ 4194859 h 4194859"/>
              <a:gd name="connsiteX3" fmla="*/ 0 w 1832773"/>
              <a:gd name="connsiteY3" fmla="*/ 4194859 h 4194859"/>
              <a:gd name="connsiteX4" fmla="*/ 0 w 1832773"/>
              <a:gd name="connsiteY4" fmla="*/ 124591 h 4194859"/>
              <a:gd name="connsiteX5" fmla="*/ 124591 w 1832773"/>
              <a:gd name="connsiteY5" fmla="*/ 0 h 419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2773" h="4194859">
                <a:moveTo>
                  <a:pt x="124591" y="0"/>
                </a:moveTo>
                <a:lnTo>
                  <a:pt x="1832773" y="0"/>
                </a:lnTo>
                <a:lnTo>
                  <a:pt x="1832773" y="4194859"/>
                </a:lnTo>
                <a:lnTo>
                  <a:pt x="0" y="4194859"/>
                </a:lnTo>
                <a:lnTo>
                  <a:pt x="0" y="124591"/>
                </a:lnTo>
                <a:cubicBezTo>
                  <a:pt x="0" y="55781"/>
                  <a:pt x="55781" y="0"/>
                  <a:pt x="124591" y="0"/>
                </a:cubicBezTo>
                <a:close/>
              </a:path>
            </a:pathLst>
          </a:custGeom>
          <a:solidFill>
            <a:schemeClr val="accent1"/>
          </a:solidFill>
          <a:ln>
            <a:noFill/>
          </a:ln>
          <a:effectLst>
            <a:outerShdw blurRad="317500" dist="38100" dir="189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30" name="图片占位符 29"/>
          <p:cNvSpPr>
            <a:spLocks noGrp="1"/>
          </p:cNvSpPr>
          <p:nvPr>
            <p:ph type="pic" sz="quarter" idx="11"/>
          </p:nvPr>
        </p:nvSpPr>
        <p:spPr>
          <a:xfrm>
            <a:off x="278683" y="1520247"/>
            <a:ext cx="1831272" cy="844550"/>
          </a:xfrm>
          <a:ln>
            <a:noFill/>
          </a:ln>
        </p:spPr>
        <p:txBody>
          <a:bodyPr/>
          <a:lstStyle/>
          <a:p>
            <a:endParaRPr lang="zh-CN" altLang="en-US" dirty="0"/>
          </a:p>
        </p:txBody>
      </p:sp>
      <p:grpSp>
        <p:nvGrpSpPr>
          <p:cNvPr id="63" name="组合 62"/>
          <p:cNvGrpSpPr/>
          <p:nvPr userDrawn="1"/>
        </p:nvGrpSpPr>
        <p:grpSpPr>
          <a:xfrm>
            <a:off x="562600" y="1097301"/>
            <a:ext cx="1243384" cy="250398"/>
            <a:chOff x="6388738" y="5748098"/>
            <a:chExt cx="1251337" cy="252000"/>
          </a:xfrm>
          <a:solidFill>
            <a:schemeClr val="bg1"/>
          </a:solidFill>
        </p:grpSpPr>
        <p:sp>
          <p:nvSpPr>
            <p:cNvPr id="64"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dirty="0">
                <a:cs typeface="+mn-ea"/>
                <a:sym typeface="+mn-lt"/>
              </a:endParaRPr>
            </a:p>
          </p:txBody>
        </p:sp>
        <p:grpSp>
          <p:nvGrpSpPr>
            <p:cNvPr id="65" name="组合 64"/>
            <p:cNvGrpSpPr/>
            <p:nvPr/>
          </p:nvGrpSpPr>
          <p:grpSpPr>
            <a:xfrm>
              <a:off x="6388738" y="5748098"/>
              <a:ext cx="252000" cy="252000"/>
              <a:chOff x="4568970" y="892144"/>
              <a:chExt cx="837417" cy="840124"/>
            </a:xfrm>
            <a:grpFill/>
          </p:grpSpPr>
          <p:grpSp>
            <p:nvGrpSpPr>
              <p:cNvPr id="66" name="组合 65"/>
              <p:cNvGrpSpPr/>
              <p:nvPr/>
            </p:nvGrpSpPr>
            <p:grpSpPr>
              <a:xfrm>
                <a:off x="4568970" y="892144"/>
                <a:ext cx="837417" cy="840124"/>
                <a:chOff x="3001963" y="1951037"/>
                <a:chExt cx="2946400" cy="2955925"/>
              </a:xfrm>
              <a:grpFill/>
            </p:grpSpPr>
            <p:sp>
              <p:nvSpPr>
                <p:cNvPr id="69"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70"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71"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72"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cs typeface="+mn-ea"/>
                    <a:sym typeface="+mn-lt"/>
                  </a:endParaRPr>
                </a:p>
              </p:txBody>
            </p:sp>
          </p:grpSp>
          <p:sp>
            <p:nvSpPr>
              <p:cNvPr id="67" name="椭圆 66"/>
              <p:cNvSpPr/>
              <p:nvPr/>
            </p:nvSpPr>
            <p:spPr>
              <a:xfrm>
                <a:off x="4700072" y="1033381"/>
                <a:ext cx="564659" cy="564657"/>
              </a:xfrm>
              <a:prstGeom prst="ellipse">
                <a:avLst/>
              </a:prstGeom>
              <a:noFill/>
              <a:ln w="3175">
                <a:solidFill>
                  <a:schemeClr val="bg1">
                    <a:alpha val="9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grpSp>
      </p:grpSp>
      <p:cxnSp>
        <p:nvCxnSpPr>
          <p:cNvPr id="73" name="直接连接符 72"/>
          <p:cNvCxnSpPr/>
          <p:nvPr userDrawn="1"/>
        </p:nvCxnSpPr>
        <p:spPr>
          <a:xfrm>
            <a:off x="274824" y="1472168"/>
            <a:ext cx="183197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userDrawn="1"/>
        </p:nvCxnSpPr>
        <p:spPr>
          <a:xfrm>
            <a:off x="2113149" y="1222500"/>
            <a:ext cx="692290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userDrawn="1"/>
        </p:nvCxnSpPr>
        <p:spPr>
          <a:xfrm>
            <a:off x="274824" y="4928890"/>
            <a:ext cx="183832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userDrawn="1"/>
        </p:nvCxnSpPr>
        <p:spPr>
          <a:xfrm>
            <a:off x="2106799" y="4928890"/>
            <a:ext cx="69292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a:off x="5253924" y="4928890"/>
            <a:ext cx="635000"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9"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3"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4"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5"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6"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7" name="矩形: 圆角 46"/>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8" name="文本框 47"/>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9" name="文本框 48"/>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50" name="直接连接符 49"/>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4">
    <p:spTree>
      <p:nvGrpSpPr>
        <p:cNvPr id="1" name=""/>
        <p:cNvGrpSpPr/>
        <p:nvPr/>
      </p:nvGrpSpPr>
      <p:grpSpPr>
        <a:xfrm>
          <a:off x="0" y="0"/>
          <a:ext cx="0" cy="0"/>
          <a:chOff x="0" y="0"/>
          <a:chExt cx="0" cy="0"/>
        </a:xfrm>
      </p:grpSpPr>
      <p:pic>
        <p:nvPicPr>
          <p:cNvPr id="8" name="图片 7"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8" name="矩形 27"/>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59" name="任意多边形: 形状 58"/>
          <p:cNvSpPr/>
          <p:nvPr userDrawn="1"/>
        </p:nvSpPr>
        <p:spPr>
          <a:xfrm>
            <a:off x="277581" y="948642"/>
            <a:ext cx="1832773" cy="4194859"/>
          </a:xfrm>
          <a:custGeom>
            <a:avLst/>
            <a:gdLst>
              <a:gd name="connsiteX0" fmla="*/ 124591 w 1832773"/>
              <a:gd name="connsiteY0" fmla="*/ 0 h 4194859"/>
              <a:gd name="connsiteX1" fmla="*/ 1832773 w 1832773"/>
              <a:gd name="connsiteY1" fmla="*/ 0 h 4194859"/>
              <a:gd name="connsiteX2" fmla="*/ 1832773 w 1832773"/>
              <a:gd name="connsiteY2" fmla="*/ 4194859 h 4194859"/>
              <a:gd name="connsiteX3" fmla="*/ 0 w 1832773"/>
              <a:gd name="connsiteY3" fmla="*/ 4194859 h 4194859"/>
              <a:gd name="connsiteX4" fmla="*/ 0 w 1832773"/>
              <a:gd name="connsiteY4" fmla="*/ 124591 h 4194859"/>
              <a:gd name="connsiteX5" fmla="*/ 124591 w 1832773"/>
              <a:gd name="connsiteY5" fmla="*/ 0 h 419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2773" h="4194859">
                <a:moveTo>
                  <a:pt x="124591" y="0"/>
                </a:moveTo>
                <a:lnTo>
                  <a:pt x="1832773" y="0"/>
                </a:lnTo>
                <a:lnTo>
                  <a:pt x="1832773" y="4194859"/>
                </a:lnTo>
                <a:lnTo>
                  <a:pt x="0" y="4194859"/>
                </a:lnTo>
                <a:lnTo>
                  <a:pt x="0" y="124591"/>
                </a:lnTo>
                <a:cubicBezTo>
                  <a:pt x="0" y="55781"/>
                  <a:pt x="55781" y="0"/>
                  <a:pt x="124591" y="0"/>
                </a:cubicBezTo>
                <a:close/>
              </a:path>
            </a:pathLst>
          </a:custGeom>
          <a:solidFill>
            <a:schemeClr val="accent1"/>
          </a:solidFill>
          <a:ln>
            <a:noFill/>
          </a:ln>
          <a:effectLst>
            <a:outerShdw blurRad="317500" dist="38100" dir="189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29" name="图片占位符 29"/>
          <p:cNvSpPr>
            <a:spLocks noGrp="1"/>
          </p:cNvSpPr>
          <p:nvPr>
            <p:ph type="pic" sz="quarter" idx="16"/>
          </p:nvPr>
        </p:nvSpPr>
        <p:spPr>
          <a:xfrm>
            <a:off x="278683" y="2364797"/>
            <a:ext cx="1831272" cy="844550"/>
          </a:xfrm>
          <a:ln>
            <a:noFill/>
          </a:ln>
        </p:spPr>
        <p:txBody>
          <a:bodyPr/>
          <a:lstStyle/>
          <a:p>
            <a:endParaRPr lang="zh-CN" altLang="en-US" dirty="0"/>
          </a:p>
        </p:txBody>
      </p:sp>
      <p:grpSp>
        <p:nvGrpSpPr>
          <p:cNvPr id="31" name="组合 30"/>
          <p:cNvGrpSpPr/>
          <p:nvPr userDrawn="1"/>
        </p:nvGrpSpPr>
        <p:grpSpPr>
          <a:xfrm>
            <a:off x="562600" y="1097301"/>
            <a:ext cx="1243384" cy="250398"/>
            <a:chOff x="6388738" y="5748098"/>
            <a:chExt cx="1251337" cy="252000"/>
          </a:xfrm>
          <a:solidFill>
            <a:schemeClr val="bg1"/>
          </a:solidFill>
        </p:grpSpPr>
        <p:sp>
          <p:nvSpPr>
            <p:cNvPr id="32"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dirty="0">
                <a:cs typeface="+mn-ea"/>
                <a:sym typeface="+mn-lt"/>
              </a:endParaRPr>
            </a:p>
          </p:txBody>
        </p:sp>
        <p:grpSp>
          <p:nvGrpSpPr>
            <p:cNvPr id="33" name="组合 32"/>
            <p:cNvGrpSpPr/>
            <p:nvPr/>
          </p:nvGrpSpPr>
          <p:grpSpPr>
            <a:xfrm>
              <a:off x="6388738" y="5748098"/>
              <a:ext cx="252000" cy="252000"/>
              <a:chOff x="4568970" y="892144"/>
              <a:chExt cx="837417" cy="840124"/>
            </a:xfrm>
            <a:grpFill/>
          </p:grpSpPr>
          <p:grpSp>
            <p:nvGrpSpPr>
              <p:cNvPr id="34" name="组合 33"/>
              <p:cNvGrpSpPr/>
              <p:nvPr/>
            </p:nvGrpSpPr>
            <p:grpSpPr>
              <a:xfrm>
                <a:off x="4568970" y="892144"/>
                <a:ext cx="837417" cy="840124"/>
                <a:chOff x="3001963" y="1951037"/>
                <a:chExt cx="2946400" cy="2955925"/>
              </a:xfrm>
              <a:grpFill/>
            </p:grpSpPr>
            <p:sp>
              <p:nvSpPr>
                <p:cNvPr id="37"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42"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43"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44"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cs typeface="+mn-ea"/>
                    <a:sym typeface="+mn-lt"/>
                  </a:endParaRPr>
                </a:p>
              </p:txBody>
            </p:sp>
          </p:grpSp>
          <p:sp>
            <p:nvSpPr>
              <p:cNvPr id="35" name="椭圆 34"/>
              <p:cNvSpPr/>
              <p:nvPr/>
            </p:nvSpPr>
            <p:spPr>
              <a:xfrm>
                <a:off x="4700072" y="1033381"/>
                <a:ext cx="564659" cy="564657"/>
              </a:xfrm>
              <a:prstGeom prst="ellipse">
                <a:avLst/>
              </a:prstGeom>
              <a:noFill/>
              <a:ln w="3175">
                <a:solidFill>
                  <a:schemeClr val="bg1">
                    <a:alpha val="9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grpSp>
      </p:grpSp>
      <p:cxnSp>
        <p:nvCxnSpPr>
          <p:cNvPr id="45" name="直接连接符 44"/>
          <p:cNvCxnSpPr/>
          <p:nvPr userDrawn="1"/>
        </p:nvCxnSpPr>
        <p:spPr>
          <a:xfrm>
            <a:off x="274824" y="1472168"/>
            <a:ext cx="183197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userDrawn="1"/>
        </p:nvCxnSpPr>
        <p:spPr>
          <a:xfrm>
            <a:off x="274824" y="4928890"/>
            <a:ext cx="183832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userDrawn="1"/>
        </p:nvCxnSpPr>
        <p:spPr>
          <a:xfrm>
            <a:off x="2106799" y="4928890"/>
            <a:ext cx="69292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userDrawn="1"/>
        </p:nvCxnSpPr>
        <p:spPr>
          <a:xfrm>
            <a:off x="5253924" y="4928890"/>
            <a:ext cx="635000"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图片占位符 52"/>
          <p:cNvSpPr>
            <a:spLocks noGrp="1"/>
          </p:cNvSpPr>
          <p:nvPr>
            <p:ph type="pic" sz="quarter" idx="17"/>
          </p:nvPr>
        </p:nvSpPr>
        <p:spPr>
          <a:xfrm>
            <a:off x="2279339" y="1335872"/>
            <a:ext cx="1624133" cy="1213652"/>
          </a:xfrm>
          <a:custGeom>
            <a:avLst/>
            <a:gdLst>
              <a:gd name="connsiteX0" fmla="*/ 77405 w 1624133"/>
              <a:gd name="connsiteY0" fmla="*/ 0 h 1213652"/>
              <a:gd name="connsiteX1" fmla="*/ 1546727 w 1624133"/>
              <a:gd name="connsiteY1" fmla="*/ 0 h 1213652"/>
              <a:gd name="connsiteX2" fmla="*/ 1624133 w 1624133"/>
              <a:gd name="connsiteY2" fmla="*/ 77406 h 1213652"/>
              <a:gd name="connsiteX3" fmla="*/ 1624133 w 1624133"/>
              <a:gd name="connsiteY3" fmla="*/ 1213652 h 1213652"/>
              <a:gd name="connsiteX4" fmla="*/ 0 w 1624133"/>
              <a:gd name="connsiteY4" fmla="*/ 1213652 h 1213652"/>
              <a:gd name="connsiteX5" fmla="*/ 0 w 1624133"/>
              <a:gd name="connsiteY5" fmla="*/ 77401 h 1213652"/>
              <a:gd name="connsiteX6" fmla="*/ 6082 w 1624133"/>
              <a:gd name="connsiteY6" fmla="*/ 47276 h 1213652"/>
              <a:gd name="connsiteX7" fmla="*/ 77405 w 1624133"/>
              <a:gd name="connsiteY7" fmla="*/ 0 h 121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133" h="1213652">
                <a:moveTo>
                  <a:pt x="77405" y="0"/>
                </a:moveTo>
                <a:lnTo>
                  <a:pt x="1546727" y="0"/>
                </a:lnTo>
                <a:cubicBezTo>
                  <a:pt x="1589477" y="0"/>
                  <a:pt x="1624133" y="34656"/>
                  <a:pt x="1624133" y="77406"/>
                </a:cubicBezTo>
                <a:lnTo>
                  <a:pt x="1624133" y="1213652"/>
                </a:lnTo>
                <a:lnTo>
                  <a:pt x="0" y="1213652"/>
                </a:lnTo>
                <a:lnTo>
                  <a:pt x="0" y="77401"/>
                </a:lnTo>
                <a:lnTo>
                  <a:pt x="6082" y="47276"/>
                </a:lnTo>
                <a:cubicBezTo>
                  <a:pt x="17833" y="19494"/>
                  <a:pt x="45343" y="0"/>
                  <a:pt x="77405" y="0"/>
                </a:cubicBezTo>
                <a:close/>
              </a:path>
            </a:pathLst>
          </a:custGeom>
          <a:effectLst>
            <a:outerShdw blurRad="127000" dist="38100" dir="13500000" algn="br" rotWithShape="0">
              <a:prstClr val="black">
                <a:alpha val="5000"/>
              </a:prstClr>
            </a:outerShdw>
          </a:effectLst>
        </p:spPr>
        <p:txBody>
          <a:bodyPr wrap="square">
            <a:noAutofit/>
          </a:bodyPr>
          <a:lstStyle/>
          <a:p>
            <a:endParaRPr lang="zh-CN" altLang="en-US" dirty="0"/>
          </a:p>
        </p:txBody>
      </p:sp>
      <p:sp>
        <p:nvSpPr>
          <p:cNvPr id="54" name="图片占位符 53"/>
          <p:cNvSpPr>
            <a:spLocks noGrp="1"/>
          </p:cNvSpPr>
          <p:nvPr>
            <p:ph type="pic" sz="quarter" idx="18"/>
          </p:nvPr>
        </p:nvSpPr>
        <p:spPr>
          <a:xfrm>
            <a:off x="3991383" y="1335872"/>
            <a:ext cx="1624133" cy="1213652"/>
          </a:xfrm>
          <a:custGeom>
            <a:avLst/>
            <a:gdLst>
              <a:gd name="connsiteX0" fmla="*/ 77405 w 1624133"/>
              <a:gd name="connsiteY0" fmla="*/ 0 h 1213652"/>
              <a:gd name="connsiteX1" fmla="*/ 1546727 w 1624133"/>
              <a:gd name="connsiteY1" fmla="*/ 0 h 1213652"/>
              <a:gd name="connsiteX2" fmla="*/ 1624133 w 1624133"/>
              <a:gd name="connsiteY2" fmla="*/ 77406 h 1213652"/>
              <a:gd name="connsiteX3" fmla="*/ 1624133 w 1624133"/>
              <a:gd name="connsiteY3" fmla="*/ 1213652 h 1213652"/>
              <a:gd name="connsiteX4" fmla="*/ 0 w 1624133"/>
              <a:gd name="connsiteY4" fmla="*/ 1213652 h 1213652"/>
              <a:gd name="connsiteX5" fmla="*/ 0 w 1624133"/>
              <a:gd name="connsiteY5" fmla="*/ 77401 h 1213652"/>
              <a:gd name="connsiteX6" fmla="*/ 6082 w 1624133"/>
              <a:gd name="connsiteY6" fmla="*/ 47276 h 1213652"/>
              <a:gd name="connsiteX7" fmla="*/ 77405 w 1624133"/>
              <a:gd name="connsiteY7" fmla="*/ 0 h 121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133" h="1213652">
                <a:moveTo>
                  <a:pt x="77405" y="0"/>
                </a:moveTo>
                <a:lnTo>
                  <a:pt x="1546727" y="0"/>
                </a:lnTo>
                <a:cubicBezTo>
                  <a:pt x="1589477" y="0"/>
                  <a:pt x="1624133" y="34656"/>
                  <a:pt x="1624133" y="77406"/>
                </a:cubicBezTo>
                <a:lnTo>
                  <a:pt x="1624133" y="1213652"/>
                </a:lnTo>
                <a:lnTo>
                  <a:pt x="0" y="1213652"/>
                </a:lnTo>
                <a:lnTo>
                  <a:pt x="0" y="77401"/>
                </a:lnTo>
                <a:lnTo>
                  <a:pt x="6082" y="47276"/>
                </a:lnTo>
                <a:cubicBezTo>
                  <a:pt x="17833" y="19494"/>
                  <a:pt x="45343" y="0"/>
                  <a:pt x="77405" y="0"/>
                </a:cubicBezTo>
                <a:close/>
              </a:path>
            </a:pathLst>
          </a:custGeom>
          <a:effectLst>
            <a:outerShdw blurRad="127000" dist="38100" dir="13500000" algn="br" rotWithShape="0">
              <a:prstClr val="black">
                <a:alpha val="5000"/>
              </a:prstClr>
            </a:outerShdw>
          </a:effectLst>
        </p:spPr>
        <p:txBody>
          <a:bodyPr wrap="square">
            <a:noAutofit/>
          </a:bodyPr>
          <a:lstStyle/>
          <a:p>
            <a:endParaRPr lang="zh-CN" altLang="en-US" dirty="0"/>
          </a:p>
        </p:txBody>
      </p:sp>
      <p:sp>
        <p:nvSpPr>
          <p:cNvPr id="57" name="图片占位符 56"/>
          <p:cNvSpPr>
            <a:spLocks noGrp="1"/>
          </p:cNvSpPr>
          <p:nvPr>
            <p:ph type="pic" sz="quarter" idx="19"/>
          </p:nvPr>
        </p:nvSpPr>
        <p:spPr>
          <a:xfrm>
            <a:off x="5698094" y="1335872"/>
            <a:ext cx="1624133" cy="1213652"/>
          </a:xfrm>
          <a:custGeom>
            <a:avLst/>
            <a:gdLst>
              <a:gd name="connsiteX0" fmla="*/ 77405 w 1624133"/>
              <a:gd name="connsiteY0" fmla="*/ 0 h 1213652"/>
              <a:gd name="connsiteX1" fmla="*/ 1546727 w 1624133"/>
              <a:gd name="connsiteY1" fmla="*/ 0 h 1213652"/>
              <a:gd name="connsiteX2" fmla="*/ 1624133 w 1624133"/>
              <a:gd name="connsiteY2" fmla="*/ 77406 h 1213652"/>
              <a:gd name="connsiteX3" fmla="*/ 1624133 w 1624133"/>
              <a:gd name="connsiteY3" fmla="*/ 1213652 h 1213652"/>
              <a:gd name="connsiteX4" fmla="*/ 0 w 1624133"/>
              <a:gd name="connsiteY4" fmla="*/ 1213652 h 1213652"/>
              <a:gd name="connsiteX5" fmla="*/ 0 w 1624133"/>
              <a:gd name="connsiteY5" fmla="*/ 77401 h 1213652"/>
              <a:gd name="connsiteX6" fmla="*/ 6082 w 1624133"/>
              <a:gd name="connsiteY6" fmla="*/ 47276 h 1213652"/>
              <a:gd name="connsiteX7" fmla="*/ 77405 w 1624133"/>
              <a:gd name="connsiteY7" fmla="*/ 0 h 121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133" h="1213652">
                <a:moveTo>
                  <a:pt x="77405" y="0"/>
                </a:moveTo>
                <a:lnTo>
                  <a:pt x="1546727" y="0"/>
                </a:lnTo>
                <a:cubicBezTo>
                  <a:pt x="1589477" y="0"/>
                  <a:pt x="1624133" y="34656"/>
                  <a:pt x="1624133" y="77406"/>
                </a:cubicBezTo>
                <a:lnTo>
                  <a:pt x="1624133" y="1213652"/>
                </a:lnTo>
                <a:lnTo>
                  <a:pt x="0" y="1213652"/>
                </a:lnTo>
                <a:lnTo>
                  <a:pt x="0" y="77401"/>
                </a:lnTo>
                <a:lnTo>
                  <a:pt x="6082" y="47276"/>
                </a:lnTo>
                <a:cubicBezTo>
                  <a:pt x="17833" y="19494"/>
                  <a:pt x="45343" y="0"/>
                  <a:pt x="77405" y="0"/>
                </a:cubicBezTo>
                <a:close/>
              </a:path>
            </a:pathLst>
          </a:custGeom>
          <a:effectLst>
            <a:outerShdw blurRad="127000" dist="38100" dir="13500000" algn="br" rotWithShape="0">
              <a:prstClr val="black">
                <a:alpha val="5000"/>
              </a:prstClr>
            </a:outerShdw>
          </a:effectLst>
        </p:spPr>
        <p:txBody>
          <a:bodyPr wrap="square">
            <a:noAutofit/>
          </a:bodyPr>
          <a:lstStyle/>
          <a:p>
            <a:endParaRPr lang="zh-CN" altLang="en-US" dirty="0"/>
          </a:p>
        </p:txBody>
      </p:sp>
      <p:sp>
        <p:nvSpPr>
          <p:cNvPr id="58" name="图片占位符 57"/>
          <p:cNvSpPr>
            <a:spLocks noGrp="1"/>
          </p:cNvSpPr>
          <p:nvPr>
            <p:ph type="pic" sz="quarter" idx="20"/>
          </p:nvPr>
        </p:nvSpPr>
        <p:spPr>
          <a:xfrm>
            <a:off x="7410138" y="1335872"/>
            <a:ext cx="1624133" cy="1213652"/>
          </a:xfrm>
          <a:custGeom>
            <a:avLst/>
            <a:gdLst>
              <a:gd name="connsiteX0" fmla="*/ 77405 w 1624133"/>
              <a:gd name="connsiteY0" fmla="*/ 0 h 1213652"/>
              <a:gd name="connsiteX1" fmla="*/ 1546727 w 1624133"/>
              <a:gd name="connsiteY1" fmla="*/ 0 h 1213652"/>
              <a:gd name="connsiteX2" fmla="*/ 1624133 w 1624133"/>
              <a:gd name="connsiteY2" fmla="*/ 77406 h 1213652"/>
              <a:gd name="connsiteX3" fmla="*/ 1624133 w 1624133"/>
              <a:gd name="connsiteY3" fmla="*/ 1213652 h 1213652"/>
              <a:gd name="connsiteX4" fmla="*/ 0 w 1624133"/>
              <a:gd name="connsiteY4" fmla="*/ 1213652 h 1213652"/>
              <a:gd name="connsiteX5" fmla="*/ 0 w 1624133"/>
              <a:gd name="connsiteY5" fmla="*/ 77401 h 1213652"/>
              <a:gd name="connsiteX6" fmla="*/ 6082 w 1624133"/>
              <a:gd name="connsiteY6" fmla="*/ 47276 h 1213652"/>
              <a:gd name="connsiteX7" fmla="*/ 77405 w 1624133"/>
              <a:gd name="connsiteY7" fmla="*/ 0 h 121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133" h="1213652">
                <a:moveTo>
                  <a:pt x="77405" y="0"/>
                </a:moveTo>
                <a:lnTo>
                  <a:pt x="1546727" y="0"/>
                </a:lnTo>
                <a:cubicBezTo>
                  <a:pt x="1589477" y="0"/>
                  <a:pt x="1624133" y="34656"/>
                  <a:pt x="1624133" y="77406"/>
                </a:cubicBezTo>
                <a:lnTo>
                  <a:pt x="1624133" y="1213652"/>
                </a:lnTo>
                <a:lnTo>
                  <a:pt x="0" y="1213652"/>
                </a:lnTo>
                <a:lnTo>
                  <a:pt x="0" y="77401"/>
                </a:lnTo>
                <a:lnTo>
                  <a:pt x="6082" y="47276"/>
                </a:lnTo>
                <a:cubicBezTo>
                  <a:pt x="17833" y="19494"/>
                  <a:pt x="45343" y="0"/>
                  <a:pt x="77405" y="0"/>
                </a:cubicBezTo>
                <a:close/>
              </a:path>
            </a:pathLst>
          </a:custGeom>
          <a:effectLst>
            <a:outerShdw blurRad="127000" dist="38100" dir="13500000" algn="br" rotWithShape="0">
              <a:prstClr val="black">
                <a:alpha val="5000"/>
              </a:prstClr>
            </a:outerShdw>
          </a:effectLst>
        </p:spPr>
        <p:txBody>
          <a:bodyPr wrap="square">
            <a:noAutofit/>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6"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0"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1"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2"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5"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6"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0"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1"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62" name="矩形: 圆角 61"/>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63" name="文本框 62"/>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64" name="文本框 63"/>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5" name="直接连接符 64"/>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5">
    <p:spTree>
      <p:nvGrpSpPr>
        <p:cNvPr id="1" name=""/>
        <p:cNvGrpSpPr/>
        <p:nvPr/>
      </p:nvGrpSpPr>
      <p:grpSpPr>
        <a:xfrm>
          <a:off x="0" y="0"/>
          <a:ext cx="0" cy="0"/>
          <a:chOff x="0" y="0"/>
          <a:chExt cx="0" cy="0"/>
        </a:xfrm>
      </p:grpSpPr>
      <p:pic>
        <p:nvPicPr>
          <p:cNvPr id="8" name="图片 7"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8" name="矩形 27"/>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59" name="任意多边形: 形状 58"/>
          <p:cNvSpPr/>
          <p:nvPr userDrawn="1"/>
        </p:nvSpPr>
        <p:spPr>
          <a:xfrm>
            <a:off x="277581" y="948642"/>
            <a:ext cx="1832773" cy="4194859"/>
          </a:xfrm>
          <a:custGeom>
            <a:avLst/>
            <a:gdLst>
              <a:gd name="connsiteX0" fmla="*/ 124591 w 1832773"/>
              <a:gd name="connsiteY0" fmla="*/ 0 h 4194859"/>
              <a:gd name="connsiteX1" fmla="*/ 1832773 w 1832773"/>
              <a:gd name="connsiteY1" fmla="*/ 0 h 4194859"/>
              <a:gd name="connsiteX2" fmla="*/ 1832773 w 1832773"/>
              <a:gd name="connsiteY2" fmla="*/ 4194859 h 4194859"/>
              <a:gd name="connsiteX3" fmla="*/ 0 w 1832773"/>
              <a:gd name="connsiteY3" fmla="*/ 4194859 h 4194859"/>
              <a:gd name="connsiteX4" fmla="*/ 0 w 1832773"/>
              <a:gd name="connsiteY4" fmla="*/ 124591 h 4194859"/>
              <a:gd name="connsiteX5" fmla="*/ 124591 w 1832773"/>
              <a:gd name="connsiteY5" fmla="*/ 0 h 419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2773" h="4194859">
                <a:moveTo>
                  <a:pt x="124591" y="0"/>
                </a:moveTo>
                <a:lnTo>
                  <a:pt x="1832773" y="0"/>
                </a:lnTo>
                <a:lnTo>
                  <a:pt x="1832773" y="4194859"/>
                </a:lnTo>
                <a:lnTo>
                  <a:pt x="0" y="4194859"/>
                </a:lnTo>
                <a:lnTo>
                  <a:pt x="0" y="124591"/>
                </a:lnTo>
                <a:cubicBezTo>
                  <a:pt x="0" y="55781"/>
                  <a:pt x="55781" y="0"/>
                  <a:pt x="124591" y="0"/>
                </a:cubicBezTo>
                <a:close/>
              </a:path>
            </a:pathLst>
          </a:custGeom>
          <a:solidFill>
            <a:schemeClr val="accent1"/>
          </a:solidFill>
          <a:ln>
            <a:noFill/>
          </a:ln>
          <a:effectLst>
            <a:outerShdw blurRad="317500" dist="38100" dir="189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30" name="图片占位符 29"/>
          <p:cNvSpPr>
            <a:spLocks noGrp="1"/>
          </p:cNvSpPr>
          <p:nvPr>
            <p:ph type="pic" sz="quarter" idx="17"/>
          </p:nvPr>
        </p:nvSpPr>
        <p:spPr>
          <a:xfrm>
            <a:off x="278683" y="3209347"/>
            <a:ext cx="1831272" cy="844550"/>
          </a:xfrm>
          <a:ln>
            <a:noFill/>
          </a:ln>
        </p:spPr>
        <p:txBody>
          <a:bodyPr/>
          <a:lstStyle/>
          <a:p>
            <a:endParaRPr lang="zh-CN" altLang="en-US" dirty="0"/>
          </a:p>
        </p:txBody>
      </p:sp>
      <p:grpSp>
        <p:nvGrpSpPr>
          <p:cNvPr id="31" name="组合 30"/>
          <p:cNvGrpSpPr/>
          <p:nvPr userDrawn="1"/>
        </p:nvGrpSpPr>
        <p:grpSpPr>
          <a:xfrm>
            <a:off x="562600" y="1097301"/>
            <a:ext cx="1243384" cy="250398"/>
            <a:chOff x="6388738" y="5748098"/>
            <a:chExt cx="1251337" cy="252000"/>
          </a:xfrm>
          <a:solidFill>
            <a:schemeClr val="bg1"/>
          </a:solidFill>
        </p:grpSpPr>
        <p:sp>
          <p:nvSpPr>
            <p:cNvPr id="32"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dirty="0">
                <a:cs typeface="+mn-ea"/>
                <a:sym typeface="+mn-lt"/>
              </a:endParaRPr>
            </a:p>
          </p:txBody>
        </p:sp>
        <p:grpSp>
          <p:nvGrpSpPr>
            <p:cNvPr id="33" name="组合 32"/>
            <p:cNvGrpSpPr/>
            <p:nvPr/>
          </p:nvGrpSpPr>
          <p:grpSpPr>
            <a:xfrm>
              <a:off x="6388738" y="5748098"/>
              <a:ext cx="252000" cy="252000"/>
              <a:chOff x="4568970" y="892144"/>
              <a:chExt cx="837417" cy="840124"/>
            </a:xfrm>
            <a:grpFill/>
          </p:grpSpPr>
          <p:grpSp>
            <p:nvGrpSpPr>
              <p:cNvPr id="34" name="组合 33"/>
              <p:cNvGrpSpPr/>
              <p:nvPr/>
            </p:nvGrpSpPr>
            <p:grpSpPr>
              <a:xfrm>
                <a:off x="4568970" y="892144"/>
                <a:ext cx="837417" cy="840124"/>
                <a:chOff x="3001963" y="1951037"/>
                <a:chExt cx="2946400" cy="2955925"/>
              </a:xfrm>
              <a:grpFill/>
            </p:grpSpPr>
            <p:sp>
              <p:nvSpPr>
                <p:cNvPr id="37"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38"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39"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40"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cs typeface="+mn-ea"/>
                    <a:sym typeface="+mn-lt"/>
                  </a:endParaRPr>
                </a:p>
              </p:txBody>
            </p:sp>
          </p:grpSp>
          <p:sp>
            <p:nvSpPr>
              <p:cNvPr id="35" name="椭圆 34"/>
              <p:cNvSpPr/>
              <p:nvPr/>
            </p:nvSpPr>
            <p:spPr>
              <a:xfrm>
                <a:off x="4700072" y="1033381"/>
                <a:ext cx="564659" cy="564657"/>
              </a:xfrm>
              <a:prstGeom prst="ellipse">
                <a:avLst/>
              </a:prstGeom>
              <a:noFill/>
              <a:ln w="3175">
                <a:solidFill>
                  <a:schemeClr val="bg1">
                    <a:alpha val="9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grpSp>
      </p:grpSp>
      <p:cxnSp>
        <p:nvCxnSpPr>
          <p:cNvPr id="41" name="直接连接符 40"/>
          <p:cNvCxnSpPr/>
          <p:nvPr userDrawn="1"/>
        </p:nvCxnSpPr>
        <p:spPr>
          <a:xfrm>
            <a:off x="274824" y="1472168"/>
            <a:ext cx="183197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274824" y="4928890"/>
            <a:ext cx="183832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2106799" y="4928890"/>
            <a:ext cx="69292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userDrawn="1"/>
        </p:nvCxnSpPr>
        <p:spPr>
          <a:xfrm>
            <a:off x="5253924" y="4928890"/>
            <a:ext cx="635000"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图片占位符 2"/>
          <p:cNvSpPr>
            <a:spLocks noGrp="1"/>
          </p:cNvSpPr>
          <p:nvPr>
            <p:ph type="pic" sz="quarter" idx="18"/>
          </p:nvPr>
        </p:nvSpPr>
        <p:spPr>
          <a:xfrm>
            <a:off x="4743450" y="2019020"/>
            <a:ext cx="1752600" cy="1762125"/>
          </a:xfrm>
          <a:prstGeom prst="ellipse">
            <a:avLst/>
          </a:prstGeom>
          <a:effectLst>
            <a:outerShdw blurRad="190500" sx="102000" sy="102000" algn="ctr" rotWithShape="0">
              <a:prstClr val="black">
                <a:alpha val="5000"/>
              </a:prstClr>
            </a:outerShdw>
          </a:effectLst>
        </p:spPr>
        <p:txBody>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4" name="直接连接符 3"/>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5" name="组合 4"/>
          <p:cNvGrpSpPr/>
          <p:nvPr userDrawn="1"/>
        </p:nvGrpSpPr>
        <p:grpSpPr>
          <a:xfrm>
            <a:off x="164169" y="224254"/>
            <a:ext cx="1302275" cy="246360"/>
            <a:chOff x="895275" y="92915"/>
            <a:chExt cx="6923088" cy="1309688"/>
          </a:xfrm>
          <a:solidFill>
            <a:schemeClr val="accent1"/>
          </a:solidFill>
          <a:effectLst/>
        </p:grpSpPr>
        <p:sp>
          <p:nvSpPr>
            <p:cNvPr id="6"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9"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6"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7"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8"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9"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0"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1"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2"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3"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4"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5"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6"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7"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58" name="矩形: 圆角 57"/>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60" name="文本框 59"/>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61" name="文本框 60"/>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2" name="直接连接符 61"/>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6">
    <p:spTree>
      <p:nvGrpSpPr>
        <p:cNvPr id="1" name=""/>
        <p:cNvGrpSpPr/>
        <p:nvPr/>
      </p:nvGrpSpPr>
      <p:grpSpPr>
        <a:xfrm>
          <a:off x="0" y="0"/>
          <a:ext cx="0" cy="0"/>
          <a:chOff x="0" y="0"/>
          <a:chExt cx="0" cy="0"/>
        </a:xfrm>
      </p:grpSpPr>
      <p:pic>
        <p:nvPicPr>
          <p:cNvPr id="8" name="图片 7"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8" name="矩形 27"/>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59" name="任意多边形: 形状 58"/>
          <p:cNvSpPr/>
          <p:nvPr userDrawn="1"/>
        </p:nvSpPr>
        <p:spPr>
          <a:xfrm>
            <a:off x="277581" y="948642"/>
            <a:ext cx="1832773" cy="4194859"/>
          </a:xfrm>
          <a:custGeom>
            <a:avLst/>
            <a:gdLst>
              <a:gd name="connsiteX0" fmla="*/ 124591 w 1832773"/>
              <a:gd name="connsiteY0" fmla="*/ 0 h 4194859"/>
              <a:gd name="connsiteX1" fmla="*/ 1832773 w 1832773"/>
              <a:gd name="connsiteY1" fmla="*/ 0 h 4194859"/>
              <a:gd name="connsiteX2" fmla="*/ 1832773 w 1832773"/>
              <a:gd name="connsiteY2" fmla="*/ 4194859 h 4194859"/>
              <a:gd name="connsiteX3" fmla="*/ 0 w 1832773"/>
              <a:gd name="connsiteY3" fmla="*/ 4194859 h 4194859"/>
              <a:gd name="connsiteX4" fmla="*/ 0 w 1832773"/>
              <a:gd name="connsiteY4" fmla="*/ 124591 h 4194859"/>
              <a:gd name="connsiteX5" fmla="*/ 124591 w 1832773"/>
              <a:gd name="connsiteY5" fmla="*/ 0 h 419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2773" h="4194859">
                <a:moveTo>
                  <a:pt x="124591" y="0"/>
                </a:moveTo>
                <a:lnTo>
                  <a:pt x="1832773" y="0"/>
                </a:lnTo>
                <a:lnTo>
                  <a:pt x="1832773" y="4194859"/>
                </a:lnTo>
                <a:lnTo>
                  <a:pt x="0" y="4194859"/>
                </a:lnTo>
                <a:lnTo>
                  <a:pt x="0" y="124591"/>
                </a:lnTo>
                <a:cubicBezTo>
                  <a:pt x="0" y="55781"/>
                  <a:pt x="55781" y="0"/>
                  <a:pt x="124591" y="0"/>
                </a:cubicBezTo>
                <a:close/>
              </a:path>
            </a:pathLst>
          </a:custGeom>
          <a:solidFill>
            <a:schemeClr val="accent1"/>
          </a:solidFill>
          <a:ln>
            <a:noFill/>
          </a:ln>
          <a:effectLst>
            <a:outerShdw blurRad="317500" dist="38100" dir="189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29" name="图片占位符 29"/>
          <p:cNvSpPr>
            <a:spLocks noGrp="1"/>
          </p:cNvSpPr>
          <p:nvPr>
            <p:ph type="pic" sz="quarter" idx="18"/>
          </p:nvPr>
        </p:nvSpPr>
        <p:spPr>
          <a:xfrm>
            <a:off x="278683" y="4053897"/>
            <a:ext cx="1831272" cy="844550"/>
          </a:xfrm>
          <a:ln>
            <a:noFill/>
          </a:ln>
        </p:spPr>
        <p:txBody>
          <a:bodyPr/>
          <a:lstStyle/>
          <a:p>
            <a:endParaRPr lang="zh-CN" altLang="en-US" dirty="0"/>
          </a:p>
        </p:txBody>
      </p:sp>
      <p:grpSp>
        <p:nvGrpSpPr>
          <p:cNvPr id="31" name="组合 30"/>
          <p:cNvGrpSpPr/>
          <p:nvPr userDrawn="1"/>
        </p:nvGrpSpPr>
        <p:grpSpPr>
          <a:xfrm>
            <a:off x="562600" y="1097301"/>
            <a:ext cx="1243384" cy="250398"/>
            <a:chOff x="6388738" y="5748098"/>
            <a:chExt cx="1251337" cy="252000"/>
          </a:xfrm>
          <a:solidFill>
            <a:schemeClr val="bg1"/>
          </a:solidFill>
        </p:grpSpPr>
        <p:sp>
          <p:nvSpPr>
            <p:cNvPr id="32" name="Freeform 19"/>
            <p:cNvSpPr>
              <a:spLocks noEditPoints="1"/>
            </p:cNvSpPr>
            <p:nvPr/>
          </p:nvSpPr>
          <p:spPr bwMode="auto">
            <a:xfrm>
              <a:off x="6680190" y="5774456"/>
              <a:ext cx="959885" cy="195744"/>
            </a:xfrm>
            <a:custGeom>
              <a:avLst/>
              <a:gdLst>
                <a:gd name="T0" fmla="*/ 20 w 695"/>
                <a:gd name="T1" fmla="*/ 143 h 150"/>
                <a:gd name="T2" fmla="*/ 54 w 695"/>
                <a:gd name="T3" fmla="*/ 127 h 150"/>
                <a:gd name="T4" fmla="*/ 105 w 695"/>
                <a:gd name="T5" fmla="*/ 139 h 150"/>
                <a:gd name="T6" fmla="*/ 161 w 695"/>
                <a:gd name="T7" fmla="*/ 149 h 150"/>
                <a:gd name="T8" fmla="*/ 194 w 695"/>
                <a:gd name="T9" fmla="*/ 127 h 150"/>
                <a:gd name="T10" fmla="*/ 257 w 695"/>
                <a:gd name="T11" fmla="*/ 128 h 150"/>
                <a:gd name="T12" fmla="*/ 283 w 695"/>
                <a:gd name="T13" fmla="*/ 136 h 150"/>
                <a:gd name="T14" fmla="*/ 329 w 695"/>
                <a:gd name="T15" fmla="*/ 128 h 150"/>
                <a:gd name="T16" fmla="*/ 356 w 695"/>
                <a:gd name="T17" fmla="*/ 145 h 150"/>
                <a:gd name="T18" fmla="*/ 391 w 695"/>
                <a:gd name="T19" fmla="*/ 147 h 150"/>
                <a:gd name="T20" fmla="*/ 441 w 695"/>
                <a:gd name="T21" fmla="*/ 130 h 150"/>
                <a:gd name="T22" fmla="*/ 488 w 695"/>
                <a:gd name="T23" fmla="*/ 150 h 150"/>
                <a:gd name="T24" fmla="*/ 584 w 695"/>
                <a:gd name="T25" fmla="*/ 149 h 150"/>
                <a:gd name="T26" fmla="*/ 609 w 695"/>
                <a:gd name="T27" fmla="*/ 133 h 150"/>
                <a:gd name="T28" fmla="*/ 618 w 695"/>
                <a:gd name="T29" fmla="*/ 128 h 150"/>
                <a:gd name="T30" fmla="*/ 649 w 695"/>
                <a:gd name="T31" fmla="*/ 130 h 150"/>
                <a:gd name="T32" fmla="*/ 9 w 695"/>
                <a:gd name="T33" fmla="*/ 68 h 150"/>
                <a:gd name="T34" fmla="*/ 71 w 695"/>
                <a:gd name="T35" fmla="*/ 50 h 150"/>
                <a:gd name="T36" fmla="*/ 57 w 695"/>
                <a:gd name="T37" fmla="*/ 89 h 150"/>
                <a:gd name="T38" fmla="*/ 37 w 695"/>
                <a:gd name="T39" fmla="*/ 74 h 150"/>
                <a:gd name="T40" fmla="*/ 2 w 695"/>
                <a:gd name="T41" fmla="*/ 69 h 150"/>
                <a:gd name="T42" fmla="*/ 40 w 695"/>
                <a:gd name="T43" fmla="*/ 31 h 150"/>
                <a:gd name="T44" fmla="*/ 65 w 695"/>
                <a:gd name="T45" fmla="*/ 13 h 150"/>
                <a:gd name="T46" fmla="*/ 30 w 695"/>
                <a:gd name="T47" fmla="*/ 52 h 150"/>
                <a:gd name="T48" fmla="*/ 88 w 695"/>
                <a:gd name="T49" fmla="*/ 49 h 150"/>
                <a:gd name="T50" fmla="*/ 163 w 695"/>
                <a:gd name="T51" fmla="*/ 66 h 150"/>
                <a:gd name="T52" fmla="*/ 137 w 695"/>
                <a:gd name="T53" fmla="*/ 95 h 150"/>
                <a:gd name="T54" fmla="*/ 158 w 695"/>
                <a:gd name="T55" fmla="*/ 42 h 150"/>
                <a:gd name="T56" fmla="*/ 174 w 695"/>
                <a:gd name="T57" fmla="*/ 54 h 150"/>
                <a:gd name="T58" fmla="*/ 187 w 695"/>
                <a:gd name="T59" fmla="*/ 37 h 150"/>
                <a:gd name="T60" fmla="*/ 144 w 695"/>
                <a:gd name="T61" fmla="*/ 30 h 150"/>
                <a:gd name="T62" fmla="*/ 161 w 695"/>
                <a:gd name="T63" fmla="*/ 41 h 150"/>
                <a:gd name="T64" fmla="*/ 176 w 695"/>
                <a:gd name="T65" fmla="*/ 94 h 150"/>
                <a:gd name="T66" fmla="*/ 166 w 695"/>
                <a:gd name="T67" fmla="*/ 105 h 150"/>
                <a:gd name="T68" fmla="*/ 143 w 695"/>
                <a:gd name="T69" fmla="*/ 68 h 150"/>
                <a:gd name="T70" fmla="*/ 293 w 695"/>
                <a:gd name="T71" fmla="*/ 65 h 150"/>
                <a:gd name="T72" fmla="*/ 318 w 695"/>
                <a:gd name="T73" fmla="*/ 78 h 150"/>
                <a:gd name="T74" fmla="*/ 273 w 695"/>
                <a:gd name="T75" fmla="*/ 66 h 150"/>
                <a:gd name="T76" fmla="*/ 322 w 695"/>
                <a:gd name="T77" fmla="*/ 51 h 150"/>
                <a:gd name="T78" fmla="*/ 266 w 695"/>
                <a:gd name="T79" fmla="*/ 67 h 150"/>
                <a:gd name="T80" fmla="*/ 245 w 695"/>
                <a:gd name="T81" fmla="*/ 102 h 150"/>
                <a:gd name="T82" fmla="*/ 258 w 695"/>
                <a:gd name="T83" fmla="*/ 73 h 150"/>
                <a:gd name="T84" fmla="*/ 280 w 695"/>
                <a:gd name="T85" fmla="*/ 19 h 150"/>
                <a:gd name="T86" fmla="*/ 313 w 695"/>
                <a:gd name="T87" fmla="*/ 26 h 150"/>
                <a:gd name="T88" fmla="*/ 370 w 695"/>
                <a:gd name="T89" fmla="*/ 86 h 150"/>
                <a:gd name="T90" fmla="*/ 391 w 695"/>
                <a:gd name="T91" fmla="*/ 56 h 150"/>
                <a:gd name="T92" fmla="*/ 438 w 695"/>
                <a:gd name="T93" fmla="*/ 71 h 150"/>
                <a:gd name="T94" fmla="*/ 414 w 695"/>
                <a:gd name="T95" fmla="*/ 62 h 150"/>
                <a:gd name="T96" fmla="*/ 428 w 695"/>
                <a:gd name="T97" fmla="*/ 39 h 150"/>
                <a:gd name="T98" fmla="*/ 458 w 695"/>
                <a:gd name="T99" fmla="*/ 31 h 150"/>
                <a:gd name="T100" fmla="*/ 420 w 695"/>
                <a:gd name="T101" fmla="*/ 83 h 150"/>
                <a:gd name="T102" fmla="*/ 567 w 695"/>
                <a:gd name="T103" fmla="*/ 90 h 150"/>
                <a:gd name="T104" fmla="*/ 514 w 695"/>
                <a:gd name="T105" fmla="*/ 87 h 150"/>
                <a:gd name="T106" fmla="*/ 519 w 695"/>
                <a:gd name="T107" fmla="*/ 41 h 150"/>
                <a:gd name="T108" fmla="*/ 557 w 695"/>
                <a:gd name="T109" fmla="*/ 29 h 150"/>
                <a:gd name="T110" fmla="*/ 680 w 695"/>
                <a:gd name="T111" fmla="*/ 42 h 150"/>
                <a:gd name="T112" fmla="*/ 664 w 695"/>
                <a:gd name="T113" fmla="*/ 43 h 150"/>
                <a:gd name="T114" fmla="*/ 654 w 695"/>
                <a:gd name="T115" fmla="*/ 51 h 150"/>
                <a:gd name="T116" fmla="*/ 616 w 695"/>
                <a:gd name="T117" fmla="*/ 64 h 150"/>
                <a:gd name="T118" fmla="*/ 646 w 695"/>
                <a:gd name="T119" fmla="*/ 14 h 150"/>
                <a:gd name="T120" fmla="*/ 680 w 695"/>
                <a:gd name="T121" fmla="*/ 39 h 150"/>
                <a:gd name="T122" fmla="*/ 679 w 695"/>
                <a:gd name="T123" fmla="*/ 78 h 150"/>
                <a:gd name="T124" fmla="*/ 658 w 695"/>
                <a:gd name="T125" fmla="*/ 7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5" h="150">
                  <a:moveTo>
                    <a:pt x="11" y="150"/>
                  </a:moveTo>
                  <a:cubicBezTo>
                    <a:pt x="7" y="150"/>
                    <a:pt x="5" y="149"/>
                    <a:pt x="3" y="148"/>
                  </a:cubicBezTo>
                  <a:cubicBezTo>
                    <a:pt x="1" y="146"/>
                    <a:pt x="0" y="144"/>
                    <a:pt x="0" y="142"/>
                  </a:cubicBezTo>
                  <a:cubicBezTo>
                    <a:pt x="3" y="142"/>
                    <a:pt x="3" y="142"/>
                    <a:pt x="3" y="142"/>
                  </a:cubicBezTo>
                  <a:cubicBezTo>
                    <a:pt x="4" y="144"/>
                    <a:pt x="4" y="145"/>
                    <a:pt x="6" y="146"/>
                  </a:cubicBezTo>
                  <a:cubicBezTo>
                    <a:pt x="7" y="147"/>
                    <a:pt x="9" y="147"/>
                    <a:pt x="10" y="147"/>
                  </a:cubicBezTo>
                  <a:cubicBezTo>
                    <a:pt x="12" y="147"/>
                    <a:pt x="14" y="147"/>
                    <a:pt x="15" y="146"/>
                  </a:cubicBezTo>
                  <a:cubicBezTo>
                    <a:pt x="16" y="145"/>
                    <a:pt x="16" y="144"/>
                    <a:pt x="16" y="143"/>
                  </a:cubicBezTo>
                  <a:cubicBezTo>
                    <a:pt x="16" y="142"/>
                    <a:pt x="16" y="141"/>
                    <a:pt x="15" y="141"/>
                  </a:cubicBezTo>
                  <a:cubicBezTo>
                    <a:pt x="14" y="140"/>
                    <a:pt x="12" y="139"/>
                    <a:pt x="9" y="139"/>
                  </a:cubicBezTo>
                  <a:cubicBezTo>
                    <a:pt x="6" y="138"/>
                    <a:pt x="4" y="138"/>
                    <a:pt x="3" y="137"/>
                  </a:cubicBezTo>
                  <a:cubicBezTo>
                    <a:pt x="2" y="136"/>
                    <a:pt x="1" y="134"/>
                    <a:pt x="1" y="133"/>
                  </a:cubicBezTo>
                  <a:cubicBezTo>
                    <a:pt x="1" y="131"/>
                    <a:pt x="2" y="130"/>
                    <a:pt x="4" y="128"/>
                  </a:cubicBezTo>
                  <a:cubicBezTo>
                    <a:pt x="5" y="127"/>
                    <a:pt x="7" y="127"/>
                    <a:pt x="10" y="127"/>
                  </a:cubicBezTo>
                  <a:cubicBezTo>
                    <a:pt x="12" y="127"/>
                    <a:pt x="15" y="127"/>
                    <a:pt x="16" y="128"/>
                  </a:cubicBezTo>
                  <a:cubicBezTo>
                    <a:pt x="18" y="130"/>
                    <a:pt x="19" y="131"/>
                    <a:pt x="19" y="133"/>
                  </a:cubicBezTo>
                  <a:cubicBezTo>
                    <a:pt x="16" y="133"/>
                    <a:pt x="16" y="133"/>
                    <a:pt x="16" y="133"/>
                  </a:cubicBezTo>
                  <a:cubicBezTo>
                    <a:pt x="16" y="131"/>
                    <a:pt x="14" y="129"/>
                    <a:pt x="10" y="129"/>
                  </a:cubicBezTo>
                  <a:cubicBezTo>
                    <a:pt x="8" y="129"/>
                    <a:pt x="7" y="130"/>
                    <a:pt x="6" y="130"/>
                  </a:cubicBezTo>
                  <a:cubicBezTo>
                    <a:pt x="5" y="131"/>
                    <a:pt x="4" y="132"/>
                    <a:pt x="4" y="133"/>
                  </a:cubicBezTo>
                  <a:cubicBezTo>
                    <a:pt x="4" y="134"/>
                    <a:pt x="5" y="134"/>
                    <a:pt x="5" y="135"/>
                  </a:cubicBezTo>
                  <a:cubicBezTo>
                    <a:pt x="6" y="135"/>
                    <a:pt x="8" y="136"/>
                    <a:pt x="10" y="136"/>
                  </a:cubicBezTo>
                  <a:cubicBezTo>
                    <a:pt x="12" y="137"/>
                    <a:pt x="14" y="137"/>
                    <a:pt x="15" y="137"/>
                  </a:cubicBezTo>
                  <a:cubicBezTo>
                    <a:pt x="16" y="138"/>
                    <a:pt x="17" y="139"/>
                    <a:pt x="18" y="139"/>
                  </a:cubicBezTo>
                  <a:cubicBezTo>
                    <a:pt x="19" y="140"/>
                    <a:pt x="20" y="142"/>
                    <a:pt x="20" y="143"/>
                  </a:cubicBezTo>
                  <a:cubicBezTo>
                    <a:pt x="20" y="145"/>
                    <a:pt x="19" y="147"/>
                    <a:pt x="17" y="148"/>
                  </a:cubicBezTo>
                  <a:cubicBezTo>
                    <a:pt x="15" y="149"/>
                    <a:pt x="13" y="150"/>
                    <a:pt x="11" y="150"/>
                  </a:cubicBezTo>
                  <a:close/>
                  <a:moveTo>
                    <a:pt x="36" y="127"/>
                  </a:moveTo>
                  <a:cubicBezTo>
                    <a:pt x="40" y="127"/>
                    <a:pt x="42" y="128"/>
                    <a:pt x="44" y="130"/>
                  </a:cubicBezTo>
                  <a:cubicBezTo>
                    <a:pt x="47" y="132"/>
                    <a:pt x="48" y="135"/>
                    <a:pt x="48" y="138"/>
                  </a:cubicBezTo>
                  <a:cubicBezTo>
                    <a:pt x="48" y="142"/>
                    <a:pt x="47" y="144"/>
                    <a:pt x="44" y="147"/>
                  </a:cubicBezTo>
                  <a:cubicBezTo>
                    <a:pt x="42" y="149"/>
                    <a:pt x="40" y="150"/>
                    <a:pt x="36" y="150"/>
                  </a:cubicBezTo>
                  <a:cubicBezTo>
                    <a:pt x="33" y="150"/>
                    <a:pt x="30" y="149"/>
                    <a:pt x="28" y="147"/>
                  </a:cubicBezTo>
                  <a:cubicBezTo>
                    <a:pt x="26" y="144"/>
                    <a:pt x="25" y="142"/>
                    <a:pt x="25" y="138"/>
                  </a:cubicBezTo>
                  <a:cubicBezTo>
                    <a:pt x="25" y="135"/>
                    <a:pt x="26" y="132"/>
                    <a:pt x="28" y="130"/>
                  </a:cubicBezTo>
                  <a:cubicBezTo>
                    <a:pt x="30" y="128"/>
                    <a:pt x="33" y="127"/>
                    <a:pt x="36" y="127"/>
                  </a:cubicBezTo>
                  <a:close/>
                  <a:moveTo>
                    <a:pt x="36" y="147"/>
                  </a:moveTo>
                  <a:cubicBezTo>
                    <a:pt x="39" y="147"/>
                    <a:pt x="40" y="146"/>
                    <a:pt x="42" y="145"/>
                  </a:cubicBezTo>
                  <a:cubicBezTo>
                    <a:pt x="44" y="143"/>
                    <a:pt x="44" y="141"/>
                    <a:pt x="44" y="138"/>
                  </a:cubicBezTo>
                  <a:cubicBezTo>
                    <a:pt x="44" y="135"/>
                    <a:pt x="44" y="133"/>
                    <a:pt x="42" y="132"/>
                  </a:cubicBezTo>
                  <a:cubicBezTo>
                    <a:pt x="41" y="130"/>
                    <a:pt x="39" y="129"/>
                    <a:pt x="36" y="129"/>
                  </a:cubicBezTo>
                  <a:cubicBezTo>
                    <a:pt x="34" y="129"/>
                    <a:pt x="32" y="130"/>
                    <a:pt x="30" y="132"/>
                  </a:cubicBezTo>
                  <a:cubicBezTo>
                    <a:pt x="29" y="133"/>
                    <a:pt x="28" y="135"/>
                    <a:pt x="28" y="138"/>
                  </a:cubicBezTo>
                  <a:cubicBezTo>
                    <a:pt x="28" y="141"/>
                    <a:pt x="29" y="143"/>
                    <a:pt x="30" y="145"/>
                  </a:cubicBezTo>
                  <a:cubicBezTo>
                    <a:pt x="32" y="146"/>
                    <a:pt x="34" y="147"/>
                    <a:pt x="36" y="147"/>
                  </a:cubicBezTo>
                  <a:close/>
                  <a:moveTo>
                    <a:pt x="63" y="150"/>
                  </a:moveTo>
                  <a:cubicBezTo>
                    <a:pt x="60" y="150"/>
                    <a:pt x="58" y="149"/>
                    <a:pt x="57" y="148"/>
                  </a:cubicBezTo>
                  <a:cubicBezTo>
                    <a:pt x="55" y="147"/>
                    <a:pt x="55" y="146"/>
                    <a:pt x="54" y="145"/>
                  </a:cubicBezTo>
                  <a:cubicBezTo>
                    <a:pt x="54" y="143"/>
                    <a:pt x="54" y="142"/>
                    <a:pt x="54" y="140"/>
                  </a:cubicBezTo>
                  <a:cubicBezTo>
                    <a:pt x="54" y="127"/>
                    <a:pt x="54" y="127"/>
                    <a:pt x="54" y="127"/>
                  </a:cubicBezTo>
                  <a:cubicBezTo>
                    <a:pt x="57" y="127"/>
                    <a:pt x="57" y="127"/>
                    <a:pt x="57" y="127"/>
                  </a:cubicBezTo>
                  <a:cubicBezTo>
                    <a:pt x="57" y="140"/>
                    <a:pt x="57" y="140"/>
                    <a:pt x="57" y="140"/>
                  </a:cubicBezTo>
                  <a:cubicBezTo>
                    <a:pt x="57" y="143"/>
                    <a:pt x="57" y="145"/>
                    <a:pt x="58" y="146"/>
                  </a:cubicBezTo>
                  <a:cubicBezTo>
                    <a:pt x="59" y="147"/>
                    <a:pt x="61" y="147"/>
                    <a:pt x="63" y="147"/>
                  </a:cubicBezTo>
                  <a:cubicBezTo>
                    <a:pt x="65" y="147"/>
                    <a:pt x="67" y="147"/>
                    <a:pt x="68" y="146"/>
                  </a:cubicBezTo>
                  <a:cubicBezTo>
                    <a:pt x="69" y="145"/>
                    <a:pt x="69" y="143"/>
                    <a:pt x="69" y="140"/>
                  </a:cubicBezTo>
                  <a:cubicBezTo>
                    <a:pt x="69" y="127"/>
                    <a:pt x="69" y="127"/>
                    <a:pt x="69" y="127"/>
                  </a:cubicBezTo>
                  <a:cubicBezTo>
                    <a:pt x="73" y="127"/>
                    <a:pt x="73" y="127"/>
                    <a:pt x="73" y="127"/>
                  </a:cubicBezTo>
                  <a:cubicBezTo>
                    <a:pt x="73" y="140"/>
                    <a:pt x="73" y="140"/>
                    <a:pt x="73" y="140"/>
                  </a:cubicBezTo>
                  <a:cubicBezTo>
                    <a:pt x="73" y="143"/>
                    <a:pt x="72" y="145"/>
                    <a:pt x="71" y="146"/>
                  </a:cubicBezTo>
                  <a:cubicBezTo>
                    <a:pt x="71" y="147"/>
                    <a:pt x="70" y="148"/>
                    <a:pt x="68" y="149"/>
                  </a:cubicBezTo>
                  <a:cubicBezTo>
                    <a:pt x="67" y="149"/>
                    <a:pt x="65" y="150"/>
                    <a:pt x="63" y="150"/>
                  </a:cubicBezTo>
                  <a:close/>
                  <a:moveTo>
                    <a:pt x="97" y="130"/>
                  </a:moveTo>
                  <a:cubicBezTo>
                    <a:pt x="89" y="130"/>
                    <a:pt x="89" y="130"/>
                    <a:pt x="89" y="130"/>
                  </a:cubicBezTo>
                  <a:cubicBezTo>
                    <a:pt x="89" y="149"/>
                    <a:pt x="89" y="149"/>
                    <a:pt x="89" y="149"/>
                  </a:cubicBezTo>
                  <a:cubicBezTo>
                    <a:pt x="86" y="149"/>
                    <a:pt x="86" y="149"/>
                    <a:pt x="86" y="149"/>
                  </a:cubicBezTo>
                  <a:cubicBezTo>
                    <a:pt x="86" y="130"/>
                    <a:pt x="86" y="130"/>
                    <a:pt x="86" y="130"/>
                  </a:cubicBezTo>
                  <a:cubicBezTo>
                    <a:pt x="78" y="130"/>
                    <a:pt x="78" y="130"/>
                    <a:pt x="78" y="130"/>
                  </a:cubicBezTo>
                  <a:cubicBezTo>
                    <a:pt x="78" y="127"/>
                    <a:pt x="78" y="127"/>
                    <a:pt x="78" y="127"/>
                  </a:cubicBezTo>
                  <a:cubicBezTo>
                    <a:pt x="97" y="127"/>
                    <a:pt x="97" y="127"/>
                    <a:pt x="97" y="127"/>
                  </a:cubicBezTo>
                  <a:cubicBezTo>
                    <a:pt x="97" y="130"/>
                    <a:pt x="97" y="130"/>
                    <a:pt x="97" y="130"/>
                  </a:cubicBezTo>
                  <a:close/>
                  <a:moveTo>
                    <a:pt x="121" y="149"/>
                  </a:moveTo>
                  <a:cubicBezTo>
                    <a:pt x="118" y="149"/>
                    <a:pt x="118" y="149"/>
                    <a:pt x="118" y="149"/>
                  </a:cubicBezTo>
                  <a:cubicBezTo>
                    <a:pt x="118" y="139"/>
                    <a:pt x="118" y="139"/>
                    <a:pt x="118" y="139"/>
                  </a:cubicBezTo>
                  <a:cubicBezTo>
                    <a:pt x="105" y="139"/>
                    <a:pt x="105" y="139"/>
                    <a:pt x="105" y="139"/>
                  </a:cubicBezTo>
                  <a:cubicBezTo>
                    <a:pt x="105" y="149"/>
                    <a:pt x="105" y="149"/>
                    <a:pt x="105" y="149"/>
                  </a:cubicBezTo>
                  <a:cubicBezTo>
                    <a:pt x="102" y="149"/>
                    <a:pt x="102" y="149"/>
                    <a:pt x="102" y="149"/>
                  </a:cubicBezTo>
                  <a:cubicBezTo>
                    <a:pt x="102" y="127"/>
                    <a:pt x="102" y="127"/>
                    <a:pt x="102" y="127"/>
                  </a:cubicBezTo>
                  <a:cubicBezTo>
                    <a:pt x="105" y="127"/>
                    <a:pt x="105" y="127"/>
                    <a:pt x="105" y="127"/>
                  </a:cubicBezTo>
                  <a:cubicBezTo>
                    <a:pt x="105" y="136"/>
                    <a:pt x="105" y="136"/>
                    <a:pt x="105" y="136"/>
                  </a:cubicBezTo>
                  <a:cubicBezTo>
                    <a:pt x="118" y="136"/>
                    <a:pt x="118" y="136"/>
                    <a:pt x="118" y="136"/>
                  </a:cubicBezTo>
                  <a:cubicBezTo>
                    <a:pt x="118" y="127"/>
                    <a:pt x="118" y="127"/>
                    <a:pt x="118" y="127"/>
                  </a:cubicBezTo>
                  <a:cubicBezTo>
                    <a:pt x="121" y="127"/>
                    <a:pt x="121" y="127"/>
                    <a:pt x="121" y="127"/>
                  </a:cubicBezTo>
                  <a:cubicBezTo>
                    <a:pt x="121" y="149"/>
                    <a:pt x="121" y="149"/>
                    <a:pt x="121" y="149"/>
                  </a:cubicBezTo>
                  <a:close/>
                  <a:moveTo>
                    <a:pt x="157" y="127"/>
                  </a:moveTo>
                  <a:cubicBezTo>
                    <a:pt x="150" y="149"/>
                    <a:pt x="150" y="149"/>
                    <a:pt x="150" y="149"/>
                  </a:cubicBezTo>
                  <a:cubicBezTo>
                    <a:pt x="147" y="149"/>
                    <a:pt x="147" y="149"/>
                    <a:pt x="147" y="149"/>
                  </a:cubicBezTo>
                  <a:cubicBezTo>
                    <a:pt x="141" y="130"/>
                    <a:pt x="141" y="130"/>
                    <a:pt x="141" y="130"/>
                  </a:cubicBezTo>
                  <a:cubicBezTo>
                    <a:pt x="135" y="149"/>
                    <a:pt x="135" y="149"/>
                    <a:pt x="135" y="149"/>
                  </a:cubicBezTo>
                  <a:cubicBezTo>
                    <a:pt x="132" y="149"/>
                    <a:pt x="132" y="149"/>
                    <a:pt x="132" y="149"/>
                  </a:cubicBezTo>
                  <a:cubicBezTo>
                    <a:pt x="126" y="127"/>
                    <a:pt x="126" y="127"/>
                    <a:pt x="126" y="127"/>
                  </a:cubicBezTo>
                  <a:cubicBezTo>
                    <a:pt x="129" y="127"/>
                    <a:pt x="129" y="127"/>
                    <a:pt x="129" y="127"/>
                  </a:cubicBezTo>
                  <a:cubicBezTo>
                    <a:pt x="134" y="145"/>
                    <a:pt x="134" y="145"/>
                    <a:pt x="134" y="145"/>
                  </a:cubicBezTo>
                  <a:cubicBezTo>
                    <a:pt x="139" y="127"/>
                    <a:pt x="139" y="127"/>
                    <a:pt x="139" y="127"/>
                  </a:cubicBezTo>
                  <a:cubicBezTo>
                    <a:pt x="143" y="127"/>
                    <a:pt x="143" y="127"/>
                    <a:pt x="143" y="127"/>
                  </a:cubicBezTo>
                  <a:cubicBezTo>
                    <a:pt x="149" y="145"/>
                    <a:pt x="149" y="145"/>
                    <a:pt x="149" y="145"/>
                  </a:cubicBezTo>
                  <a:cubicBezTo>
                    <a:pt x="153" y="127"/>
                    <a:pt x="153" y="127"/>
                    <a:pt x="153" y="127"/>
                  </a:cubicBezTo>
                  <a:cubicBezTo>
                    <a:pt x="157" y="127"/>
                    <a:pt x="157" y="127"/>
                    <a:pt x="157" y="127"/>
                  </a:cubicBezTo>
                  <a:close/>
                  <a:moveTo>
                    <a:pt x="179" y="149"/>
                  </a:moveTo>
                  <a:cubicBezTo>
                    <a:pt x="161" y="149"/>
                    <a:pt x="161" y="149"/>
                    <a:pt x="161" y="149"/>
                  </a:cubicBezTo>
                  <a:cubicBezTo>
                    <a:pt x="161" y="127"/>
                    <a:pt x="161" y="127"/>
                    <a:pt x="161" y="127"/>
                  </a:cubicBezTo>
                  <a:cubicBezTo>
                    <a:pt x="179" y="127"/>
                    <a:pt x="179" y="127"/>
                    <a:pt x="179" y="127"/>
                  </a:cubicBezTo>
                  <a:cubicBezTo>
                    <a:pt x="179" y="130"/>
                    <a:pt x="179" y="130"/>
                    <a:pt x="179" y="130"/>
                  </a:cubicBezTo>
                  <a:cubicBezTo>
                    <a:pt x="165" y="130"/>
                    <a:pt x="165" y="130"/>
                    <a:pt x="165" y="130"/>
                  </a:cubicBezTo>
                  <a:cubicBezTo>
                    <a:pt x="165" y="136"/>
                    <a:pt x="165" y="136"/>
                    <a:pt x="165" y="136"/>
                  </a:cubicBezTo>
                  <a:cubicBezTo>
                    <a:pt x="178" y="136"/>
                    <a:pt x="178" y="136"/>
                    <a:pt x="178" y="136"/>
                  </a:cubicBezTo>
                  <a:cubicBezTo>
                    <a:pt x="178" y="139"/>
                    <a:pt x="178" y="139"/>
                    <a:pt x="178" y="139"/>
                  </a:cubicBezTo>
                  <a:cubicBezTo>
                    <a:pt x="165" y="139"/>
                    <a:pt x="165" y="139"/>
                    <a:pt x="165" y="139"/>
                  </a:cubicBezTo>
                  <a:cubicBezTo>
                    <a:pt x="165" y="147"/>
                    <a:pt x="165" y="147"/>
                    <a:pt x="165" y="147"/>
                  </a:cubicBezTo>
                  <a:cubicBezTo>
                    <a:pt x="179" y="147"/>
                    <a:pt x="179" y="147"/>
                    <a:pt x="179" y="147"/>
                  </a:cubicBezTo>
                  <a:cubicBezTo>
                    <a:pt x="179" y="149"/>
                    <a:pt x="179" y="149"/>
                    <a:pt x="179" y="149"/>
                  </a:cubicBezTo>
                  <a:close/>
                  <a:moveTo>
                    <a:pt x="195" y="150"/>
                  </a:moveTo>
                  <a:cubicBezTo>
                    <a:pt x="191" y="150"/>
                    <a:pt x="189" y="149"/>
                    <a:pt x="187" y="148"/>
                  </a:cubicBezTo>
                  <a:cubicBezTo>
                    <a:pt x="185" y="146"/>
                    <a:pt x="185" y="144"/>
                    <a:pt x="184" y="142"/>
                  </a:cubicBezTo>
                  <a:cubicBezTo>
                    <a:pt x="188" y="142"/>
                    <a:pt x="188" y="142"/>
                    <a:pt x="188" y="142"/>
                  </a:cubicBezTo>
                  <a:cubicBezTo>
                    <a:pt x="188" y="144"/>
                    <a:pt x="188" y="145"/>
                    <a:pt x="190" y="146"/>
                  </a:cubicBezTo>
                  <a:cubicBezTo>
                    <a:pt x="191" y="147"/>
                    <a:pt x="193" y="147"/>
                    <a:pt x="195" y="147"/>
                  </a:cubicBezTo>
                  <a:cubicBezTo>
                    <a:pt x="196" y="147"/>
                    <a:pt x="198" y="147"/>
                    <a:pt x="199" y="146"/>
                  </a:cubicBezTo>
                  <a:cubicBezTo>
                    <a:pt x="200" y="145"/>
                    <a:pt x="201" y="144"/>
                    <a:pt x="201" y="143"/>
                  </a:cubicBezTo>
                  <a:cubicBezTo>
                    <a:pt x="201" y="142"/>
                    <a:pt x="200" y="141"/>
                    <a:pt x="199" y="141"/>
                  </a:cubicBezTo>
                  <a:cubicBezTo>
                    <a:pt x="198" y="140"/>
                    <a:pt x="196" y="139"/>
                    <a:pt x="193" y="139"/>
                  </a:cubicBezTo>
                  <a:cubicBezTo>
                    <a:pt x="190" y="138"/>
                    <a:pt x="188" y="138"/>
                    <a:pt x="187" y="137"/>
                  </a:cubicBezTo>
                  <a:cubicBezTo>
                    <a:pt x="186" y="136"/>
                    <a:pt x="185" y="134"/>
                    <a:pt x="185" y="133"/>
                  </a:cubicBezTo>
                  <a:cubicBezTo>
                    <a:pt x="185" y="131"/>
                    <a:pt x="186" y="130"/>
                    <a:pt x="188" y="128"/>
                  </a:cubicBezTo>
                  <a:cubicBezTo>
                    <a:pt x="189" y="127"/>
                    <a:pt x="191" y="127"/>
                    <a:pt x="194" y="127"/>
                  </a:cubicBezTo>
                  <a:cubicBezTo>
                    <a:pt x="197" y="127"/>
                    <a:pt x="199" y="127"/>
                    <a:pt x="200" y="128"/>
                  </a:cubicBezTo>
                  <a:cubicBezTo>
                    <a:pt x="202" y="130"/>
                    <a:pt x="203" y="131"/>
                    <a:pt x="203" y="133"/>
                  </a:cubicBezTo>
                  <a:cubicBezTo>
                    <a:pt x="200" y="133"/>
                    <a:pt x="200" y="133"/>
                    <a:pt x="200" y="133"/>
                  </a:cubicBezTo>
                  <a:cubicBezTo>
                    <a:pt x="200" y="131"/>
                    <a:pt x="198" y="129"/>
                    <a:pt x="194" y="129"/>
                  </a:cubicBezTo>
                  <a:cubicBezTo>
                    <a:pt x="192" y="129"/>
                    <a:pt x="191" y="130"/>
                    <a:pt x="190" y="130"/>
                  </a:cubicBezTo>
                  <a:cubicBezTo>
                    <a:pt x="189" y="131"/>
                    <a:pt x="188" y="132"/>
                    <a:pt x="188" y="133"/>
                  </a:cubicBezTo>
                  <a:cubicBezTo>
                    <a:pt x="188" y="134"/>
                    <a:pt x="189" y="134"/>
                    <a:pt x="190" y="135"/>
                  </a:cubicBezTo>
                  <a:cubicBezTo>
                    <a:pt x="190" y="135"/>
                    <a:pt x="192" y="136"/>
                    <a:pt x="194" y="136"/>
                  </a:cubicBezTo>
                  <a:cubicBezTo>
                    <a:pt x="196" y="137"/>
                    <a:pt x="198" y="137"/>
                    <a:pt x="199" y="137"/>
                  </a:cubicBezTo>
                  <a:cubicBezTo>
                    <a:pt x="200" y="138"/>
                    <a:pt x="201" y="139"/>
                    <a:pt x="202" y="139"/>
                  </a:cubicBezTo>
                  <a:cubicBezTo>
                    <a:pt x="203" y="140"/>
                    <a:pt x="204" y="142"/>
                    <a:pt x="204" y="143"/>
                  </a:cubicBezTo>
                  <a:cubicBezTo>
                    <a:pt x="204" y="145"/>
                    <a:pt x="203" y="147"/>
                    <a:pt x="201" y="148"/>
                  </a:cubicBezTo>
                  <a:cubicBezTo>
                    <a:pt x="199" y="149"/>
                    <a:pt x="197" y="150"/>
                    <a:pt x="195" y="150"/>
                  </a:cubicBezTo>
                  <a:close/>
                  <a:moveTo>
                    <a:pt x="227" y="130"/>
                  </a:moveTo>
                  <a:cubicBezTo>
                    <a:pt x="219" y="130"/>
                    <a:pt x="219" y="130"/>
                    <a:pt x="219" y="130"/>
                  </a:cubicBezTo>
                  <a:cubicBezTo>
                    <a:pt x="219" y="149"/>
                    <a:pt x="219" y="149"/>
                    <a:pt x="219" y="149"/>
                  </a:cubicBezTo>
                  <a:cubicBezTo>
                    <a:pt x="216" y="149"/>
                    <a:pt x="216" y="149"/>
                    <a:pt x="216" y="149"/>
                  </a:cubicBezTo>
                  <a:cubicBezTo>
                    <a:pt x="216" y="130"/>
                    <a:pt x="216" y="130"/>
                    <a:pt x="216" y="130"/>
                  </a:cubicBezTo>
                  <a:cubicBezTo>
                    <a:pt x="208" y="130"/>
                    <a:pt x="208" y="130"/>
                    <a:pt x="208" y="130"/>
                  </a:cubicBezTo>
                  <a:cubicBezTo>
                    <a:pt x="208" y="127"/>
                    <a:pt x="208" y="127"/>
                    <a:pt x="208" y="127"/>
                  </a:cubicBezTo>
                  <a:cubicBezTo>
                    <a:pt x="227" y="127"/>
                    <a:pt x="227" y="127"/>
                    <a:pt x="227" y="127"/>
                  </a:cubicBezTo>
                  <a:cubicBezTo>
                    <a:pt x="227" y="130"/>
                    <a:pt x="227" y="130"/>
                    <a:pt x="227" y="130"/>
                  </a:cubicBezTo>
                  <a:close/>
                  <a:moveTo>
                    <a:pt x="243" y="127"/>
                  </a:moveTo>
                  <a:cubicBezTo>
                    <a:pt x="252" y="127"/>
                    <a:pt x="252" y="127"/>
                    <a:pt x="252" y="127"/>
                  </a:cubicBezTo>
                  <a:cubicBezTo>
                    <a:pt x="254" y="127"/>
                    <a:pt x="255" y="127"/>
                    <a:pt x="257" y="128"/>
                  </a:cubicBezTo>
                  <a:cubicBezTo>
                    <a:pt x="258" y="128"/>
                    <a:pt x="259" y="129"/>
                    <a:pt x="260" y="130"/>
                  </a:cubicBezTo>
                  <a:cubicBezTo>
                    <a:pt x="261" y="131"/>
                    <a:pt x="261" y="132"/>
                    <a:pt x="261" y="134"/>
                  </a:cubicBezTo>
                  <a:cubicBezTo>
                    <a:pt x="261" y="136"/>
                    <a:pt x="260" y="137"/>
                    <a:pt x="259" y="139"/>
                  </a:cubicBezTo>
                  <a:cubicBezTo>
                    <a:pt x="257" y="140"/>
                    <a:pt x="255" y="140"/>
                    <a:pt x="252" y="140"/>
                  </a:cubicBezTo>
                  <a:cubicBezTo>
                    <a:pt x="246" y="140"/>
                    <a:pt x="246" y="140"/>
                    <a:pt x="246" y="140"/>
                  </a:cubicBezTo>
                  <a:cubicBezTo>
                    <a:pt x="246" y="149"/>
                    <a:pt x="246" y="149"/>
                    <a:pt x="246" y="149"/>
                  </a:cubicBezTo>
                  <a:cubicBezTo>
                    <a:pt x="243" y="149"/>
                    <a:pt x="243" y="149"/>
                    <a:pt x="243" y="149"/>
                  </a:cubicBezTo>
                  <a:cubicBezTo>
                    <a:pt x="243" y="127"/>
                    <a:pt x="243" y="127"/>
                    <a:pt x="243" y="127"/>
                  </a:cubicBezTo>
                  <a:close/>
                  <a:moveTo>
                    <a:pt x="246" y="138"/>
                  </a:moveTo>
                  <a:cubicBezTo>
                    <a:pt x="252" y="138"/>
                    <a:pt x="252" y="138"/>
                    <a:pt x="252" y="138"/>
                  </a:cubicBezTo>
                  <a:cubicBezTo>
                    <a:pt x="254" y="138"/>
                    <a:pt x="255" y="137"/>
                    <a:pt x="256" y="137"/>
                  </a:cubicBezTo>
                  <a:cubicBezTo>
                    <a:pt x="257" y="136"/>
                    <a:pt x="258" y="135"/>
                    <a:pt x="258" y="134"/>
                  </a:cubicBezTo>
                  <a:cubicBezTo>
                    <a:pt x="258" y="133"/>
                    <a:pt x="257" y="132"/>
                    <a:pt x="257" y="131"/>
                  </a:cubicBezTo>
                  <a:cubicBezTo>
                    <a:pt x="256" y="131"/>
                    <a:pt x="256" y="130"/>
                    <a:pt x="255" y="130"/>
                  </a:cubicBezTo>
                  <a:cubicBezTo>
                    <a:pt x="254" y="130"/>
                    <a:pt x="253" y="130"/>
                    <a:pt x="252" y="130"/>
                  </a:cubicBezTo>
                  <a:cubicBezTo>
                    <a:pt x="246" y="130"/>
                    <a:pt x="246" y="130"/>
                    <a:pt x="246" y="130"/>
                  </a:cubicBezTo>
                  <a:cubicBezTo>
                    <a:pt x="246" y="138"/>
                    <a:pt x="246" y="138"/>
                    <a:pt x="246" y="138"/>
                  </a:cubicBezTo>
                  <a:close/>
                  <a:moveTo>
                    <a:pt x="285" y="149"/>
                  </a:moveTo>
                  <a:cubicBezTo>
                    <a:pt x="267" y="149"/>
                    <a:pt x="267" y="149"/>
                    <a:pt x="267" y="149"/>
                  </a:cubicBezTo>
                  <a:cubicBezTo>
                    <a:pt x="267" y="127"/>
                    <a:pt x="267" y="127"/>
                    <a:pt x="267" y="127"/>
                  </a:cubicBezTo>
                  <a:cubicBezTo>
                    <a:pt x="284" y="127"/>
                    <a:pt x="284" y="127"/>
                    <a:pt x="284" y="127"/>
                  </a:cubicBezTo>
                  <a:cubicBezTo>
                    <a:pt x="284" y="130"/>
                    <a:pt x="284" y="130"/>
                    <a:pt x="284" y="130"/>
                  </a:cubicBezTo>
                  <a:cubicBezTo>
                    <a:pt x="270" y="130"/>
                    <a:pt x="270" y="130"/>
                    <a:pt x="270" y="130"/>
                  </a:cubicBezTo>
                  <a:cubicBezTo>
                    <a:pt x="270" y="136"/>
                    <a:pt x="270" y="136"/>
                    <a:pt x="270" y="136"/>
                  </a:cubicBezTo>
                  <a:cubicBezTo>
                    <a:pt x="283" y="136"/>
                    <a:pt x="283" y="136"/>
                    <a:pt x="283" y="136"/>
                  </a:cubicBezTo>
                  <a:cubicBezTo>
                    <a:pt x="283" y="139"/>
                    <a:pt x="283" y="139"/>
                    <a:pt x="283" y="139"/>
                  </a:cubicBezTo>
                  <a:cubicBezTo>
                    <a:pt x="270" y="139"/>
                    <a:pt x="270" y="139"/>
                    <a:pt x="270" y="139"/>
                  </a:cubicBezTo>
                  <a:cubicBezTo>
                    <a:pt x="270" y="147"/>
                    <a:pt x="270" y="147"/>
                    <a:pt x="270" y="147"/>
                  </a:cubicBezTo>
                  <a:cubicBezTo>
                    <a:pt x="285" y="147"/>
                    <a:pt x="285" y="147"/>
                    <a:pt x="285" y="147"/>
                  </a:cubicBezTo>
                  <a:cubicBezTo>
                    <a:pt x="285" y="149"/>
                    <a:pt x="285" y="149"/>
                    <a:pt x="285" y="149"/>
                  </a:cubicBezTo>
                  <a:close/>
                  <a:moveTo>
                    <a:pt x="308" y="130"/>
                  </a:moveTo>
                  <a:cubicBezTo>
                    <a:pt x="300" y="130"/>
                    <a:pt x="300" y="130"/>
                    <a:pt x="300" y="130"/>
                  </a:cubicBezTo>
                  <a:cubicBezTo>
                    <a:pt x="300" y="149"/>
                    <a:pt x="300" y="149"/>
                    <a:pt x="300" y="149"/>
                  </a:cubicBezTo>
                  <a:cubicBezTo>
                    <a:pt x="297" y="149"/>
                    <a:pt x="297" y="149"/>
                    <a:pt x="297" y="149"/>
                  </a:cubicBezTo>
                  <a:cubicBezTo>
                    <a:pt x="297" y="130"/>
                    <a:pt x="297" y="130"/>
                    <a:pt x="297" y="130"/>
                  </a:cubicBezTo>
                  <a:cubicBezTo>
                    <a:pt x="289" y="130"/>
                    <a:pt x="289" y="130"/>
                    <a:pt x="289" y="130"/>
                  </a:cubicBezTo>
                  <a:cubicBezTo>
                    <a:pt x="289" y="127"/>
                    <a:pt x="289" y="127"/>
                    <a:pt x="289" y="127"/>
                  </a:cubicBezTo>
                  <a:cubicBezTo>
                    <a:pt x="308" y="127"/>
                    <a:pt x="308" y="127"/>
                    <a:pt x="308" y="127"/>
                  </a:cubicBezTo>
                  <a:cubicBezTo>
                    <a:pt x="308" y="130"/>
                    <a:pt x="308" y="130"/>
                    <a:pt x="308" y="130"/>
                  </a:cubicBezTo>
                  <a:close/>
                  <a:moveTo>
                    <a:pt x="333" y="149"/>
                  </a:moveTo>
                  <a:cubicBezTo>
                    <a:pt x="330" y="149"/>
                    <a:pt x="330" y="149"/>
                    <a:pt x="330" y="149"/>
                  </a:cubicBezTo>
                  <a:cubicBezTo>
                    <a:pt x="328" y="143"/>
                    <a:pt x="328" y="143"/>
                    <a:pt x="328" y="143"/>
                  </a:cubicBezTo>
                  <a:cubicBezTo>
                    <a:pt x="327" y="142"/>
                    <a:pt x="327" y="141"/>
                    <a:pt x="326" y="141"/>
                  </a:cubicBezTo>
                  <a:cubicBezTo>
                    <a:pt x="325" y="140"/>
                    <a:pt x="324" y="140"/>
                    <a:pt x="322" y="140"/>
                  </a:cubicBezTo>
                  <a:cubicBezTo>
                    <a:pt x="317" y="140"/>
                    <a:pt x="317" y="140"/>
                    <a:pt x="317" y="140"/>
                  </a:cubicBezTo>
                  <a:cubicBezTo>
                    <a:pt x="317" y="149"/>
                    <a:pt x="317" y="149"/>
                    <a:pt x="317" y="149"/>
                  </a:cubicBezTo>
                  <a:cubicBezTo>
                    <a:pt x="313" y="149"/>
                    <a:pt x="313" y="149"/>
                    <a:pt x="313" y="149"/>
                  </a:cubicBezTo>
                  <a:cubicBezTo>
                    <a:pt x="313" y="127"/>
                    <a:pt x="313" y="127"/>
                    <a:pt x="313" y="127"/>
                  </a:cubicBezTo>
                  <a:cubicBezTo>
                    <a:pt x="324" y="127"/>
                    <a:pt x="324" y="127"/>
                    <a:pt x="324" y="127"/>
                  </a:cubicBezTo>
                  <a:cubicBezTo>
                    <a:pt x="326" y="127"/>
                    <a:pt x="327" y="127"/>
                    <a:pt x="329" y="128"/>
                  </a:cubicBezTo>
                  <a:cubicBezTo>
                    <a:pt x="330" y="128"/>
                    <a:pt x="331" y="129"/>
                    <a:pt x="331" y="130"/>
                  </a:cubicBezTo>
                  <a:cubicBezTo>
                    <a:pt x="332" y="131"/>
                    <a:pt x="333" y="132"/>
                    <a:pt x="333" y="133"/>
                  </a:cubicBezTo>
                  <a:cubicBezTo>
                    <a:pt x="333" y="135"/>
                    <a:pt x="332" y="136"/>
                    <a:pt x="331" y="137"/>
                  </a:cubicBezTo>
                  <a:cubicBezTo>
                    <a:pt x="330" y="138"/>
                    <a:pt x="329" y="139"/>
                    <a:pt x="327" y="139"/>
                  </a:cubicBezTo>
                  <a:cubicBezTo>
                    <a:pt x="327" y="139"/>
                    <a:pt x="327" y="139"/>
                    <a:pt x="327" y="139"/>
                  </a:cubicBezTo>
                  <a:cubicBezTo>
                    <a:pt x="329" y="140"/>
                    <a:pt x="330" y="141"/>
                    <a:pt x="331" y="143"/>
                  </a:cubicBezTo>
                  <a:cubicBezTo>
                    <a:pt x="333" y="149"/>
                    <a:pt x="333" y="149"/>
                    <a:pt x="333" y="149"/>
                  </a:cubicBezTo>
                  <a:close/>
                  <a:moveTo>
                    <a:pt x="317" y="137"/>
                  </a:moveTo>
                  <a:cubicBezTo>
                    <a:pt x="324" y="137"/>
                    <a:pt x="324" y="137"/>
                    <a:pt x="324" y="137"/>
                  </a:cubicBezTo>
                  <a:cubicBezTo>
                    <a:pt x="326" y="137"/>
                    <a:pt x="327" y="137"/>
                    <a:pt x="328" y="136"/>
                  </a:cubicBezTo>
                  <a:cubicBezTo>
                    <a:pt x="329" y="136"/>
                    <a:pt x="329" y="135"/>
                    <a:pt x="329" y="133"/>
                  </a:cubicBezTo>
                  <a:cubicBezTo>
                    <a:pt x="329" y="131"/>
                    <a:pt x="328" y="129"/>
                    <a:pt x="324" y="129"/>
                  </a:cubicBezTo>
                  <a:cubicBezTo>
                    <a:pt x="317" y="129"/>
                    <a:pt x="317" y="129"/>
                    <a:pt x="317" y="129"/>
                  </a:cubicBezTo>
                  <a:cubicBezTo>
                    <a:pt x="317" y="137"/>
                    <a:pt x="317" y="137"/>
                    <a:pt x="317" y="137"/>
                  </a:cubicBezTo>
                  <a:close/>
                  <a:moveTo>
                    <a:pt x="350" y="127"/>
                  </a:moveTo>
                  <a:cubicBezTo>
                    <a:pt x="353" y="127"/>
                    <a:pt x="356" y="128"/>
                    <a:pt x="358" y="130"/>
                  </a:cubicBezTo>
                  <a:cubicBezTo>
                    <a:pt x="360" y="132"/>
                    <a:pt x="361" y="135"/>
                    <a:pt x="361" y="138"/>
                  </a:cubicBezTo>
                  <a:cubicBezTo>
                    <a:pt x="361" y="142"/>
                    <a:pt x="360" y="144"/>
                    <a:pt x="358" y="147"/>
                  </a:cubicBezTo>
                  <a:cubicBezTo>
                    <a:pt x="356" y="149"/>
                    <a:pt x="353" y="150"/>
                    <a:pt x="350" y="150"/>
                  </a:cubicBezTo>
                  <a:cubicBezTo>
                    <a:pt x="346" y="150"/>
                    <a:pt x="344" y="149"/>
                    <a:pt x="341" y="147"/>
                  </a:cubicBezTo>
                  <a:cubicBezTo>
                    <a:pt x="339" y="144"/>
                    <a:pt x="338" y="142"/>
                    <a:pt x="338" y="138"/>
                  </a:cubicBezTo>
                  <a:cubicBezTo>
                    <a:pt x="338" y="135"/>
                    <a:pt x="339" y="132"/>
                    <a:pt x="341" y="130"/>
                  </a:cubicBezTo>
                  <a:cubicBezTo>
                    <a:pt x="344" y="128"/>
                    <a:pt x="346" y="127"/>
                    <a:pt x="350" y="127"/>
                  </a:cubicBezTo>
                  <a:close/>
                  <a:moveTo>
                    <a:pt x="350" y="147"/>
                  </a:moveTo>
                  <a:cubicBezTo>
                    <a:pt x="352" y="147"/>
                    <a:pt x="354" y="146"/>
                    <a:pt x="356" y="145"/>
                  </a:cubicBezTo>
                  <a:cubicBezTo>
                    <a:pt x="357" y="143"/>
                    <a:pt x="358" y="141"/>
                    <a:pt x="358" y="138"/>
                  </a:cubicBezTo>
                  <a:cubicBezTo>
                    <a:pt x="358" y="135"/>
                    <a:pt x="357" y="133"/>
                    <a:pt x="356" y="132"/>
                  </a:cubicBezTo>
                  <a:cubicBezTo>
                    <a:pt x="354" y="130"/>
                    <a:pt x="352" y="129"/>
                    <a:pt x="350" y="129"/>
                  </a:cubicBezTo>
                  <a:cubicBezTo>
                    <a:pt x="347" y="129"/>
                    <a:pt x="345" y="130"/>
                    <a:pt x="344" y="132"/>
                  </a:cubicBezTo>
                  <a:cubicBezTo>
                    <a:pt x="342" y="133"/>
                    <a:pt x="342" y="135"/>
                    <a:pt x="342" y="138"/>
                  </a:cubicBezTo>
                  <a:cubicBezTo>
                    <a:pt x="342" y="141"/>
                    <a:pt x="342" y="143"/>
                    <a:pt x="344" y="145"/>
                  </a:cubicBezTo>
                  <a:cubicBezTo>
                    <a:pt x="345" y="146"/>
                    <a:pt x="347" y="147"/>
                    <a:pt x="350" y="147"/>
                  </a:cubicBezTo>
                  <a:close/>
                  <a:moveTo>
                    <a:pt x="382" y="149"/>
                  </a:moveTo>
                  <a:cubicBezTo>
                    <a:pt x="367" y="149"/>
                    <a:pt x="367" y="149"/>
                    <a:pt x="367" y="149"/>
                  </a:cubicBezTo>
                  <a:cubicBezTo>
                    <a:pt x="367" y="127"/>
                    <a:pt x="367" y="127"/>
                    <a:pt x="367" y="127"/>
                  </a:cubicBezTo>
                  <a:cubicBezTo>
                    <a:pt x="370" y="127"/>
                    <a:pt x="370" y="127"/>
                    <a:pt x="370" y="127"/>
                  </a:cubicBezTo>
                  <a:cubicBezTo>
                    <a:pt x="370" y="147"/>
                    <a:pt x="370" y="147"/>
                    <a:pt x="370" y="147"/>
                  </a:cubicBezTo>
                  <a:cubicBezTo>
                    <a:pt x="382" y="147"/>
                    <a:pt x="382" y="147"/>
                    <a:pt x="382" y="147"/>
                  </a:cubicBezTo>
                  <a:cubicBezTo>
                    <a:pt x="382" y="149"/>
                    <a:pt x="382" y="149"/>
                    <a:pt x="382" y="149"/>
                  </a:cubicBezTo>
                  <a:close/>
                  <a:moveTo>
                    <a:pt x="406" y="149"/>
                  </a:moveTo>
                  <a:cubicBezTo>
                    <a:pt x="388" y="149"/>
                    <a:pt x="388" y="149"/>
                    <a:pt x="388" y="149"/>
                  </a:cubicBezTo>
                  <a:cubicBezTo>
                    <a:pt x="388" y="127"/>
                    <a:pt x="388" y="127"/>
                    <a:pt x="388" y="127"/>
                  </a:cubicBezTo>
                  <a:cubicBezTo>
                    <a:pt x="405" y="127"/>
                    <a:pt x="405" y="127"/>
                    <a:pt x="405" y="127"/>
                  </a:cubicBezTo>
                  <a:cubicBezTo>
                    <a:pt x="405" y="130"/>
                    <a:pt x="405" y="130"/>
                    <a:pt x="405" y="130"/>
                  </a:cubicBezTo>
                  <a:cubicBezTo>
                    <a:pt x="391" y="130"/>
                    <a:pt x="391" y="130"/>
                    <a:pt x="391" y="130"/>
                  </a:cubicBezTo>
                  <a:cubicBezTo>
                    <a:pt x="391" y="136"/>
                    <a:pt x="391" y="136"/>
                    <a:pt x="391" y="136"/>
                  </a:cubicBezTo>
                  <a:cubicBezTo>
                    <a:pt x="404" y="136"/>
                    <a:pt x="404" y="136"/>
                    <a:pt x="404" y="136"/>
                  </a:cubicBezTo>
                  <a:cubicBezTo>
                    <a:pt x="404" y="139"/>
                    <a:pt x="404" y="139"/>
                    <a:pt x="404" y="139"/>
                  </a:cubicBezTo>
                  <a:cubicBezTo>
                    <a:pt x="391" y="139"/>
                    <a:pt x="391" y="139"/>
                    <a:pt x="391" y="139"/>
                  </a:cubicBezTo>
                  <a:cubicBezTo>
                    <a:pt x="391" y="147"/>
                    <a:pt x="391" y="147"/>
                    <a:pt x="391" y="147"/>
                  </a:cubicBezTo>
                  <a:cubicBezTo>
                    <a:pt x="406" y="147"/>
                    <a:pt x="406" y="147"/>
                    <a:pt x="406" y="147"/>
                  </a:cubicBezTo>
                  <a:cubicBezTo>
                    <a:pt x="406" y="149"/>
                    <a:pt x="406" y="149"/>
                    <a:pt x="406" y="149"/>
                  </a:cubicBezTo>
                  <a:close/>
                  <a:moveTo>
                    <a:pt x="421" y="150"/>
                  </a:moveTo>
                  <a:cubicBezTo>
                    <a:pt x="419" y="150"/>
                    <a:pt x="416" y="149"/>
                    <a:pt x="415" y="148"/>
                  </a:cubicBezTo>
                  <a:cubicBezTo>
                    <a:pt x="414" y="147"/>
                    <a:pt x="413" y="146"/>
                    <a:pt x="412" y="145"/>
                  </a:cubicBezTo>
                  <a:cubicBezTo>
                    <a:pt x="412" y="143"/>
                    <a:pt x="412" y="142"/>
                    <a:pt x="412" y="140"/>
                  </a:cubicBezTo>
                  <a:cubicBezTo>
                    <a:pt x="412" y="127"/>
                    <a:pt x="412" y="127"/>
                    <a:pt x="412" y="127"/>
                  </a:cubicBezTo>
                  <a:cubicBezTo>
                    <a:pt x="415" y="127"/>
                    <a:pt x="415" y="127"/>
                    <a:pt x="415" y="127"/>
                  </a:cubicBezTo>
                  <a:cubicBezTo>
                    <a:pt x="415" y="140"/>
                    <a:pt x="415" y="140"/>
                    <a:pt x="415" y="140"/>
                  </a:cubicBezTo>
                  <a:cubicBezTo>
                    <a:pt x="415" y="143"/>
                    <a:pt x="416" y="145"/>
                    <a:pt x="417" y="146"/>
                  </a:cubicBezTo>
                  <a:cubicBezTo>
                    <a:pt x="418" y="147"/>
                    <a:pt x="419" y="147"/>
                    <a:pt x="421" y="147"/>
                  </a:cubicBezTo>
                  <a:cubicBezTo>
                    <a:pt x="423" y="147"/>
                    <a:pt x="425" y="147"/>
                    <a:pt x="426" y="146"/>
                  </a:cubicBezTo>
                  <a:cubicBezTo>
                    <a:pt x="427" y="145"/>
                    <a:pt x="428" y="143"/>
                    <a:pt x="428" y="140"/>
                  </a:cubicBezTo>
                  <a:cubicBezTo>
                    <a:pt x="428" y="127"/>
                    <a:pt x="428" y="127"/>
                    <a:pt x="428" y="127"/>
                  </a:cubicBezTo>
                  <a:cubicBezTo>
                    <a:pt x="431" y="127"/>
                    <a:pt x="431" y="127"/>
                    <a:pt x="431" y="127"/>
                  </a:cubicBezTo>
                  <a:cubicBezTo>
                    <a:pt x="431" y="140"/>
                    <a:pt x="431" y="140"/>
                    <a:pt x="431" y="140"/>
                  </a:cubicBezTo>
                  <a:cubicBezTo>
                    <a:pt x="431" y="143"/>
                    <a:pt x="430" y="145"/>
                    <a:pt x="430" y="146"/>
                  </a:cubicBezTo>
                  <a:cubicBezTo>
                    <a:pt x="429" y="147"/>
                    <a:pt x="428" y="148"/>
                    <a:pt x="427" y="149"/>
                  </a:cubicBezTo>
                  <a:cubicBezTo>
                    <a:pt x="425" y="149"/>
                    <a:pt x="423" y="150"/>
                    <a:pt x="421" y="150"/>
                  </a:cubicBezTo>
                  <a:close/>
                  <a:moveTo>
                    <a:pt x="461" y="149"/>
                  </a:moveTo>
                  <a:cubicBezTo>
                    <a:pt x="458" y="149"/>
                    <a:pt x="458" y="149"/>
                    <a:pt x="458" y="149"/>
                  </a:cubicBezTo>
                  <a:cubicBezTo>
                    <a:pt x="458" y="130"/>
                    <a:pt x="458" y="130"/>
                    <a:pt x="458" y="130"/>
                  </a:cubicBezTo>
                  <a:cubicBezTo>
                    <a:pt x="451" y="149"/>
                    <a:pt x="451" y="149"/>
                    <a:pt x="451" y="149"/>
                  </a:cubicBezTo>
                  <a:cubicBezTo>
                    <a:pt x="448" y="149"/>
                    <a:pt x="448" y="149"/>
                    <a:pt x="448" y="149"/>
                  </a:cubicBezTo>
                  <a:cubicBezTo>
                    <a:pt x="441" y="130"/>
                    <a:pt x="441" y="130"/>
                    <a:pt x="441" y="130"/>
                  </a:cubicBezTo>
                  <a:cubicBezTo>
                    <a:pt x="441" y="149"/>
                    <a:pt x="441" y="149"/>
                    <a:pt x="441" y="149"/>
                  </a:cubicBezTo>
                  <a:cubicBezTo>
                    <a:pt x="438" y="149"/>
                    <a:pt x="438" y="149"/>
                    <a:pt x="438" y="149"/>
                  </a:cubicBezTo>
                  <a:cubicBezTo>
                    <a:pt x="438" y="127"/>
                    <a:pt x="438" y="127"/>
                    <a:pt x="438" y="127"/>
                  </a:cubicBezTo>
                  <a:cubicBezTo>
                    <a:pt x="443" y="127"/>
                    <a:pt x="443" y="127"/>
                    <a:pt x="443" y="127"/>
                  </a:cubicBezTo>
                  <a:cubicBezTo>
                    <a:pt x="449" y="146"/>
                    <a:pt x="449" y="146"/>
                    <a:pt x="449" y="146"/>
                  </a:cubicBezTo>
                  <a:cubicBezTo>
                    <a:pt x="456" y="127"/>
                    <a:pt x="456" y="127"/>
                    <a:pt x="456" y="127"/>
                  </a:cubicBezTo>
                  <a:cubicBezTo>
                    <a:pt x="461" y="127"/>
                    <a:pt x="461" y="127"/>
                    <a:pt x="461" y="127"/>
                  </a:cubicBezTo>
                  <a:cubicBezTo>
                    <a:pt x="461" y="149"/>
                    <a:pt x="461" y="149"/>
                    <a:pt x="461" y="149"/>
                  </a:cubicBezTo>
                  <a:close/>
                  <a:moveTo>
                    <a:pt x="488" y="150"/>
                  </a:moveTo>
                  <a:cubicBezTo>
                    <a:pt x="485" y="150"/>
                    <a:pt x="483" y="149"/>
                    <a:pt x="481" y="148"/>
                  </a:cubicBezTo>
                  <a:cubicBezTo>
                    <a:pt x="480" y="147"/>
                    <a:pt x="479" y="146"/>
                    <a:pt x="479" y="145"/>
                  </a:cubicBezTo>
                  <a:cubicBezTo>
                    <a:pt x="478" y="143"/>
                    <a:pt x="478" y="142"/>
                    <a:pt x="478" y="140"/>
                  </a:cubicBezTo>
                  <a:cubicBezTo>
                    <a:pt x="478" y="127"/>
                    <a:pt x="478" y="127"/>
                    <a:pt x="478" y="127"/>
                  </a:cubicBezTo>
                  <a:cubicBezTo>
                    <a:pt x="481" y="127"/>
                    <a:pt x="481" y="127"/>
                    <a:pt x="481" y="127"/>
                  </a:cubicBezTo>
                  <a:cubicBezTo>
                    <a:pt x="481" y="140"/>
                    <a:pt x="481" y="140"/>
                    <a:pt x="481" y="140"/>
                  </a:cubicBezTo>
                  <a:cubicBezTo>
                    <a:pt x="481" y="143"/>
                    <a:pt x="482" y="145"/>
                    <a:pt x="483" y="146"/>
                  </a:cubicBezTo>
                  <a:cubicBezTo>
                    <a:pt x="484" y="147"/>
                    <a:pt x="486" y="147"/>
                    <a:pt x="488" y="147"/>
                  </a:cubicBezTo>
                  <a:cubicBezTo>
                    <a:pt x="490" y="147"/>
                    <a:pt x="491" y="147"/>
                    <a:pt x="492" y="146"/>
                  </a:cubicBezTo>
                  <a:cubicBezTo>
                    <a:pt x="493" y="145"/>
                    <a:pt x="494" y="143"/>
                    <a:pt x="494" y="140"/>
                  </a:cubicBezTo>
                  <a:cubicBezTo>
                    <a:pt x="494" y="127"/>
                    <a:pt x="494" y="127"/>
                    <a:pt x="494" y="127"/>
                  </a:cubicBezTo>
                  <a:cubicBezTo>
                    <a:pt x="497" y="127"/>
                    <a:pt x="497" y="127"/>
                    <a:pt x="497" y="127"/>
                  </a:cubicBezTo>
                  <a:cubicBezTo>
                    <a:pt x="497" y="140"/>
                    <a:pt x="497" y="140"/>
                    <a:pt x="497" y="140"/>
                  </a:cubicBezTo>
                  <a:cubicBezTo>
                    <a:pt x="497" y="143"/>
                    <a:pt x="497" y="145"/>
                    <a:pt x="496" y="146"/>
                  </a:cubicBezTo>
                  <a:cubicBezTo>
                    <a:pt x="495" y="147"/>
                    <a:pt x="494" y="148"/>
                    <a:pt x="493" y="149"/>
                  </a:cubicBezTo>
                  <a:cubicBezTo>
                    <a:pt x="492" y="149"/>
                    <a:pt x="490" y="150"/>
                    <a:pt x="488" y="150"/>
                  </a:cubicBezTo>
                  <a:close/>
                  <a:moveTo>
                    <a:pt x="523" y="149"/>
                  </a:moveTo>
                  <a:cubicBezTo>
                    <a:pt x="520" y="149"/>
                    <a:pt x="520" y="149"/>
                    <a:pt x="520" y="149"/>
                  </a:cubicBezTo>
                  <a:cubicBezTo>
                    <a:pt x="507" y="132"/>
                    <a:pt x="507" y="132"/>
                    <a:pt x="507" y="132"/>
                  </a:cubicBezTo>
                  <a:cubicBezTo>
                    <a:pt x="507" y="149"/>
                    <a:pt x="507" y="149"/>
                    <a:pt x="507" y="149"/>
                  </a:cubicBezTo>
                  <a:cubicBezTo>
                    <a:pt x="504" y="149"/>
                    <a:pt x="504" y="149"/>
                    <a:pt x="504" y="149"/>
                  </a:cubicBezTo>
                  <a:cubicBezTo>
                    <a:pt x="504" y="127"/>
                    <a:pt x="504" y="127"/>
                    <a:pt x="504" y="127"/>
                  </a:cubicBezTo>
                  <a:cubicBezTo>
                    <a:pt x="508" y="127"/>
                    <a:pt x="508" y="127"/>
                    <a:pt x="508" y="127"/>
                  </a:cubicBezTo>
                  <a:cubicBezTo>
                    <a:pt x="520" y="145"/>
                    <a:pt x="520" y="145"/>
                    <a:pt x="520" y="145"/>
                  </a:cubicBezTo>
                  <a:cubicBezTo>
                    <a:pt x="520" y="127"/>
                    <a:pt x="520" y="127"/>
                    <a:pt x="520" y="127"/>
                  </a:cubicBezTo>
                  <a:cubicBezTo>
                    <a:pt x="523" y="127"/>
                    <a:pt x="523" y="127"/>
                    <a:pt x="523" y="127"/>
                  </a:cubicBezTo>
                  <a:cubicBezTo>
                    <a:pt x="523" y="149"/>
                    <a:pt x="523" y="149"/>
                    <a:pt x="523" y="149"/>
                  </a:cubicBezTo>
                  <a:close/>
                  <a:moveTo>
                    <a:pt x="534" y="149"/>
                  </a:moveTo>
                  <a:cubicBezTo>
                    <a:pt x="531" y="149"/>
                    <a:pt x="531" y="149"/>
                    <a:pt x="531" y="149"/>
                  </a:cubicBezTo>
                  <a:cubicBezTo>
                    <a:pt x="531" y="127"/>
                    <a:pt x="531" y="127"/>
                    <a:pt x="531" y="127"/>
                  </a:cubicBezTo>
                  <a:cubicBezTo>
                    <a:pt x="534" y="127"/>
                    <a:pt x="534" y="127"/>
                    <a:pt x="534" y="127"/>
                  </a:cubicBezTo>
                  <a:cubicBezTo>
                    <a:pt x="534" y="149"/>
                    <a:pt x="534" y="149"/>
                    <a:pt x="534" y="149"/>
                  </a:cubicBezTo>
                  <a:close/>
                  <a:moveTo>
                    <a:pt x="561" y="127"/>
                  </a:moveTo>
                  <a:cubicBezTo>
                    <a:pt x="552" y="149"/>
                    <a:pt x="552" y="149"/>
                    <a:pt x="552" y="149"/>
                  </a:cubicBezTo>
                  <a:cubicBezTo>
                    <a:pt x="548" y="149"/>
                    <a:pt x="548" y="149"/>
                    <a:pt x="548" y="149"/>
                  </a:cubicBezTo>
                  <a:cubicBezTo>
                    <a:pt x="539" y="127"/>
                    <a:pt x="539" y="127"/>
                    <a:pt x="539" y="127"/>
                  </a:cubicBezTo>
                  <a:cubicBezTo>
                    <a:pt x="542" y="127"/>
                    <a:pt x="542" y="127"/>
                    <a:pt x="542" y="127"/>
                  </a:cubicBezTo>
                  <a:cubicBezTo>
                    <a:pt x="550" y="146"/>
                    <a:pt x="550" y="146"/>
                    <a:pt x="550" y="146"/>
                  </a:cubicBezTo>
                  <a:cubicBezTo>
                    <a:pt x="558" y="127"/>
                    <a:pt x="558" y="127"/>
                    <a:pt x="558" y="127"/>
                  </a:cubicBezTo>
                  <a:cubicBezTo>
                    <a:pt x="561" y="127"/>
                    <a:pt x="561" y="127"/>
                    <a:pt x="561" y="127"/>
                  </a:cubicBezTo>
                  <a:close/>
                  <a:moveTo>
                    <a:pt x="584" y="149"/>
                  </a:moveTo>
                  <a:cubicBezTo>
                    <a:pt x="566" y="149"/>
                    <a:pt x="566" y="149"/>
                    <a:pt x="566" y="149"/>
                  </a:cubicBezTo>
                  <a:cubicBezTo>
                    <a:pt x="566" y="127"/>
                    <a:pt x="566" y="127"/>
                    <a:pt x="566" y="127"/>
                  </a:cubicBezTo>
                  <a:cubicBezTo>
                    <a:pt x="583" y="127"/>
                    <a:pt x="583" y="127"/>
                    <a:pt x="583" y="127"/>
                  </a:cubicBezTo>
                  <a:cubicBezTo>
                    <a:pt x="583" y="130"/>
                    <a:pt x="583" y="130"/>
                    <a:pt x="583" y="130"/>
                  </a:cubicBezTo>
                  <a:cubicBezTo>
                    <a:pt x="569" y="130"/>
                    <a:pt x="569" y="130"/>
                    <a:pt x="569" y="130"/>
                  </a:cubicBezTo>
                  <a:cubicBezTo>
                    <a:pt x="569" y="136"/>
                    <a:pt x="569" y="136"/>
                    <a:pt x="569" y="136"/>
                  </a:cubicBezTo>
                  <a:cubicBezTo>
                    <a:pt x="582" y="136"/>
                    <a:pt x="582" y="136"/>
                    <a:pt x="582" y="136"/>
                  </a:cubicBezTo>
                  <a:cubicBezTo>
                    <a:pt x="582" y="139"/>
                    <a:pt x="582" y="139"/>
                    <a:pt x="582" y="139"/>
                  </a:cubicBezTo>
                  <a:cubicBezTo>
                    <a:pt x="569" y="139"/>
                    <a:pt x="569" y="139"/>
                    <a:pt x="569" y="139"/>
                  </a:cubicBezTo>
                  <a:cubicBezTo>
                    <a:pt x="569" y="147"/>
                    <a:pt x="569" y="147"/>
                    <a:pt x="569" y="147"/>
                  </a:cubicBezTo>
                  <a:cubicBezTo>
                    <a:pt x="584" y="147"/>
                    <a:pt x="584" y="147"/>
                    <a:pt x="584" y="147"/>
                  </a:cubicBezTo>
                  <a:cubicBezTo>
                    <a:pt x="584" y="149"/>
                    <a:pt x="584" y="149"/>
                    <a:pt x="584" y="149"/>
                  </a:cubicBezTo>
                  <a:close/>
                  <a:moveTo>
                    <a:pt x="610" y="149"/>
                  </a:moveTo>
                  <a:cubicBezTo>
                    <a:pt x="606" y="149"/>
                    <a:pt x="606" y="149"/>
                    <a:pt x="606" y="149"/>
                  </a:cubicBezTo>
                  <a:cubicBezTo>
                    <a:pt x="604" y="143"/>
                    <a:pt x="604" y="143"/>
                    <a:pt x="604" y="143"/>
                  </a:cubicBezTo>
                  <a:cubicBezTo>
                    <a:pt x="604" y="142"/>
                    <a:pt x="603" y="141"/>
                    <a:pt x="602" y="141"/>
                  </a:cubicBezTo>
                  <a:cubicBezTo>
                    <a:pt x="601" y="140"/>
                    <a:pt x="600" y="140"/>
                    <a:pt x="599" y="140"/>
                  </a:cubicBezTo>
                  <a:cubicBezTo>
                    <a:pt x="593" y="140"/>
                    <a:pt x="593" y="140"/>
                    <a:pt x="593" y="140"/>
                  </a:cubicBezTo>
                  <a:cubicBezTo>
                    <a:pt x="593" y="149"/>
                    <a:pt x="593" y="149"/>
                    <a:pt x="593" y="149"/>
                  </a:cubicBezTo>
                  <a:cubicBezTo>
                    <a:pt x="590" y="149"/>
                    <a:pt x="590" y="149"/>
                    <a:pt x="590" y="149"/>
                  </a:cubicBezTo>
                  <a:cubicBezTo>
                    <a:pt x="590" y="127"/>
                    <a:pt x="590" y="127"/>
                    <a:pt x="590" y="127"/>
                  </a:cubicBezTo>
                  <a:cubicBezTo>
                    <a:pt x="600" y="127"/>
                    <a:pt x="600" y="127"/>
                    <a:pt x="600" y="127"/>
                  </a:cubicBezTo>
                  <a:cubicBezTo>
                    <a:pt x="602" y="127"/>
                    <a:pt x="604" y="127"/>
                    <a:pt x="605" y="128"/>
                  </a:cubicBezTo>
                  <a:cubicBezTo>
                    <a:pt x="606" y="128"/>
                    <a:pt x="607" y="129"/>
                    <a:pt x="608" y="130"/>
                  </a:cubicBezTo>
                  <a:cubicBezTo>
                    <a:pt x="609" y="131"/>
                    <a:pt x="609" y="132"/>
                    <a:pt x="609" y="133"/>
                  </a:cubicBezTo>
                  <a:cubicBezTo>
                    <a:pt x="609" y="135"/>
                    <a:pt x="609" y="136"/>
                    <a:pt x="608" y="137"/>
                  </a:cubicBezTo>
                  <a:cubicBezTo>
                    <a:pt x="607" y="138"/>
                    <a:pt x="605" y="139"/>
                    <a:pt x="604" y="139"/>
                  </a:cubicBezTo>
                  <a:cubicBezTo>
                    <a:pt x="604" y="139"/>
                    <a:pt x="604" y="139"/>
                    <a:pt x="604" y="139"/>
                  </a:cubicBezTo>
                  <a:cubicBezTo>
                    <a:pt x="605" y="140"/>
                    <a:pt x="607" y="141"/>
                    <a:pt x="607" y="143"/>
                  </a:cubicBezTo>
                  <a:cubicBezTo>
                    <a:pt x="610" y="149"/>
                    <a:pt x="610" y="149"/>
                    <a:pt x="610" y="149"/>
                  </a:cubicBezTo>
                  <a:close/>
                  <a:moveTo>
                    <a:pt x="593" y="137"/>
                  </a:moveTo>
                  <a:cubicBezTo>
                    <a:pt x="600" y="137"/>
                    <a:pt x="600" y="137"/>
                    <a:pt x="600" y="137"/>
                  </a:cubicBezTo>
                  <a:cubicBezTo>
                    <a:pt x="602" y="137"/>
                    <a:pt x="604" y="137"/>
                    <a:pt x="604" y="136"/>
                  </a:cubicBezTo>
                  <a:cubicBezTo>
                    <a:pt x="605" y="136"/>
                    <a:pt x="606" y="135"/>
                    <a:pt x="606" y="133"/>
                  </a:cubicBezTo>
                  <a:cubicBezTo>
                    <a:pt x="606" y="131"/>
                    <a:pt x="604" y="129"/>
                    <a:pt x="601" y="129"/>
                  </a:cubicBezTo>
                  <a:cubicBezTo>
                    <a:pt x="593" y="129"/>
                    <a:pt x="593" y="129"/>
                    <a:pt x="593" y="129"/>
                  </a:cubicBezTo>
                  <a:cubicBezTo>
                    <a:pt x="593" y="137"/>
                    <a:pt x="593" y="137"/>
                    <a:pt x="593" y="137"/>
                  </a:cubicBezTo>
                  <a:close/>
                  <a:moveTo>
                    <a:pt x="625" y="150"/>
                  </a:moveTo>
                  <a:cubicBezTo>
                    <a:pt x="622" y="150"/>
                    <a:pt x="619" y="149"/>
                    <a:pt x="617" y="148"/>
                  </a:cubicBezTo>
                  <a:cubicBezTo>
                    <a:pt x="616" y="146"/>
                    <a:pt x="615" y="144"/>
                    <a:pt x="615" y="142"/>
                  </a:cubicBezTo>
                  <a:cubicBezTo>
                    <a:pt x="618" y="142"/>
                    <a:pt x="618" y="142"/>
                    <a:pt x="618" y="142"/>
                  </a:cubicBezTo>
                  <a:cubicBezTo>
                    <a:pt x="618" y="144"/>
                    <a:pt x="619" y="145"/>
                    <a:pt x="620" y="146"/>
                  </a:cubicBezTo>
                  <a:cubicBezTo>
                    <a:pt x="621" y="147"/>
                    <a:pt x="623" y="147"/>
                    <a:pt x="625" y="147"/>
                  </a:cubicBezTo>
                  <a:cubicBezTo>
                    <a:pt x="627" y="147"/>
                    <a:pt x="628" y="147"/>
                    <a:pt x="629" y="146"/>
                  </a:cubicBezTo>
                  <a:cubicBezTo>
                    <a:pt x="630" y="145"/>
                    <a:pt x="631" y="144"/>
                    <a:pt x="631" y="143"/>
                  </a:cubicBezTo>
                  <a:cubicBezTo>
                    <a:pt x="631" y="142"/>
                    <a:pt x="630" y="141"/>
                    <a:pt x="629" y="141"/>
                  </a:cubicBezTo>
                  <a:cubicBezTo>
                    <a:pt x="628" y="140"/>
                    <a:pt x="626" y="139"/>
                    <a:pt x="623" y="139"/>
                  </a:cubicBezTo>
                  <a:cubicBezTo>
                    <a:pt x="620" y="138"/>
                    <a:pt x="618" y="138"/>
                    <a:pt x="617" y="137"/>
                  </a:cubicBezTo>
                  <a:cubicBezTo>
                    <a:pt x="616" y="136"/>
                    <a:pt x="616" y="134"/>
                    <a:pt x="616" y="133"/>
                  </a:cubicBezTo>
                  <a:cubicBezTo>
                    <a:pt x="616" y="131"/>
                    <a:pt x="616" y="130"/>
                    <a:pt x="618" y="128"/>
                  </a:cubicBezTo>
                  <a:cubicBezTo>
                    <a:pt x="619" y="127"/>
                    <a:pt x="621" y="127"/>
                    <a:pt x="624" y="127"/>
                  </a:cubicBezTo>
                  <a:cubicBezTo>
                    <a:pt x="627" y="127"/>
                    <a:pt x="629" y="127"/>
                    <a:pt x="631" y="128"/>
                  </a:cubicBezTo>
                  <a:cubicBezTo>
                    <a:pt x="632" y="130"/>
                    <a:pt x="633" y="131"/>
                    <a:pt x="633" y="133"/>
                  </a:cubicBezTo>
                  <a:cubicBezTo>
                    <a:pt x="630" y="133"/>
                    <a:pt x="630" y="133"/>
                    <a:pt x="630" y="133"/>
                  </a:cubicBezTo>
                  <a:cubicBezTo>
                    <a:pt x="630" y="131"/>
                    <a:pt x="628" y="129"/>
                    <a:pt x="624" y="129"/>
                  </a:cubicBezTo>
                  <a:cubicBezTo>
                    <a:pt x="622" y="129"/>
                    <a:pt x="621" y="130"/>
                    <a:pt x="620" y="130"/>
                  </a:cubicBezTo>
                  <a:cubicBezTo>
                    <a:pt x="619" y="131"/>
                    <a:pt x="619" y="132"/>
                    <a:pt x="619" y="133"/>
                  </a:cubicBezTo>
                  <a:cubicBezTo>
                    <a:pt x="619" y="134"/>
                    <a:pt x="619" y="134"/>
                    <a:pt x="620" y="135"/>
                  </a:cubicBezTo>
                  <a:cubicBezTo>
                    <a:pt x="621" y="135"/>
                    <a:pt x="622" y="136"/>
                    <a:pt x="624" y="136"/>
                  </a:cubicBezTo>
                  <a:cubicBezTo>
                    <a:pt x="626" y="137"/>
                    <a:pt x="628" y="137"/>
                    <a:pt x="629" y="137"/>
                  </a:cubicBezTo>
                  <a:cubicBezTo>
                    <a:pt x="630" y="138"/>
                    <a:pt x="632" y="139"/>
                    <a:pt x="632" y="139"/>
                  </a:cubicBezTo>
                  <a:cubicBezTo>
                    <a:pt x="633" y="140"/>
                    <a:pt x="634" y="142"/>
                    <a:pt x="634" y="143"/>
                  </a:cubicBezTo>
                  <a:cubicBezTo>
                    <a:pt x="634" y="145"/>
                    <a:pt x="633" y="147"/>
                    <a:pt x="631" y="148"/>
                  </a:cubicBezTo>
                  <a:cubicBezTo>
                    <a:pt x="630" y="149"/>
                    <a:pt x="628" y="150"/>
                    <a:pt x="625" y="150"/>
                  </a:cubicBezTo>
                  <a:close/>
                  <a:moveTo>
                    <a:pt x="644" y="149"/>
                  </a:moveTo>
                  <a:cubicBezTo>
                    <a:pt x="640" y="149"/>
                    <a:pt x="640" y="149"/>
                    <a:pt x="640" y="149"/>
                  </a:cubicBezTo>
                  <a:cubicBezTo>
                    <a:pt x="640" y="127"/>
                    <a:pt x="640" y="127"/>
                    <a:pt x="640" y="127"/>
                  </a:cubicBezTo>
                  <a:cubicBezTo>
                    <a:pt x="644" y="127"/>
                    <a:pt x="644" y="127"/>
                    <a:pt x="644" y="127"/>
                  </a:cubicBezTo>
                  <a:cubicBezTo>
                    <a:pt x="644" y="149"/>
                    <a:pt x="644" y="149"/>
                    <a:pt x="644" y="149"/>
                  </a:cubicBezTo>
                  <a:close/>
                  <a:moveTo>
                    <a:pt x="668" y="130"/>
                  </a:moveTo>
                  <a:cubicBezTo>
                    <a:pt x="660" y="130"/>
                    <a:pt x="660" y="130"/>
                    <a:pt x="660" y="130"/>
                  </a:cubicBezTo>
                  <a:cubicBezTo>
                    <a:pt x="660" y="149"/>
                    <a:pt x="660" y="149"/>
                    <a:pt x="660" y="149"/>
                  </a:cubicBezTo>
                  <a:cubicBezTo>
                    <a:pt x="657" y="149"/>
                    <a:pt x="657" y="149"/>
                    <a:pt x="657" y="149"/>
                  </a:cubicBezTo>
                  <a:cubicBezTo>
                    <a:pt x="657" y="130"/>
                    <a:pt x="657" y="130"/>
                    <a:pt x="657" y="130"/>
                  </a:cubicBezTo>
                  <a:cubicBezTo>
                    <a:pt x="649" y="130"/>
                    <a:pt x="649" y="130"/>
                    <a:pt x="649" y="130"/>
                  </a:cubicBezTo>
                  <a:cubicBezTo>
                    <a:pt x="649" y="127"/>
                    <a:pt x="649" y="127"/>
                    <a:pt x="649" y="127"/>
                  </a:cubicBezTo>
                  <a:cubicBezTo>
                    <a:pt x="668" y="127"/>
                    <a:pt x="668" y="127"/>
                    <a:pt x="668" y="127"/>
                  </a:cubicBezTo>
                  <a:cubicBezTo>
                    <a:pt x="668" y="130"/>
                    <a:pt x="668" y="130"/>
                    <a:pt x="668" y="130"/>
                  </a:cubicBezTo>
                  <a:close/>
                  <a:moveTo>
                    <a:pt x="693" y="127"/>
                  </a:moveTo>
                  <a:cubicBezTo>
                    <a:pt x="684" y="140"/>
                    <a:pt x="684" y="140"/>
                    <a:pt x="684" y="140"/>
                  </a:cubicBezTo>
                  <a:cubicBezTo>
                    <a:pt x="684" y="149"/>
                    <a:pt x="684" y="149"/>
                    <a:pt x="684" y="149"/>
                  </a:cubicBezTo>
                  <a:cubicBezTo>
                    <a:pt x="680" y="149"/>
                    <a:pt x="680" y="149"/>
                    <a:pt x="680" y="149"/>
                  </a:cubicBezTo>
                  <a:cubicBezTo>
                    <a:pt x="680" y="140"/>
                    <a:pt x="680" y="140"/>
                    <a:pt x="680" y="140"/>
                  </a:cubicBezTo>
                  <a:cubicBezTo>
                    <a:pt x="671" y="127"/>
                    <a:pt x="671" y="127"/>
                    <a:pt x="671" y="127"/>
                  </a:cubicBezTo>
                  <a:cubicBezTo>
                    <a:pt x="675" y="127"/>
                    <a:pt x="675" y="127"/>
                    <a:pt x="675" y="127"/>
                  </a:cubicBezTo>
                  <a:cubicBezTo>
                    <a:pt x="682" y="137"/>
                    <a:pt x="682" y="137"/>
                    <a:pt x="682" y="137"/>
                  </a:cubicBezTo>
                  <a:cubicBezTo>
                    <a:pt x="689" y="127"/>
                    <a:pt x="689" y="127"/>
                    <a:pt x="689" y="127"/>
                  </a:cubicBezTo>
                  <a:cubicBezTo>
                    <a:pt x="693" y="127"/>
                    <a:pt x="693" y="127"/>
                    <a:pt x="693" y="127"/>
                  </a:cubicBezTo>
                  <a:close/>
                  <a:moveTo>
                    <a:pt x="40" y="79"/>
                  </a:moveTo>
                  <a:cubicBezTo>
                    <a:pt x="39" y="80"/>
                    <a:pt x="39" y="80"/>
                    <a:pt x="39" y="81"/>
                  </a:cubicBezTo>
                  <a:cubicBezTo>
                    <a:pt x="38" y="81"/>
                    <a:pt x="37" y="81"/>
                    <a:pt x="36" y="81"/>
                  </a:cubicBezTo>
                  <a:cubicBezTo>
                    <a:pt x="36" y="81"/>
                    <a:pt x="36" y="81"/>
                    <a:pt x="36" y="81"/>
                  </a:cubicBezTo>
                  <a:cubicBezTo>
                    <a:pt x="36" y="82"/>
                    <a:pt x="36" y="83"/>
                    <a:pt x="37" y="83"/>
                  </a:cubicBezTo>
                  <a:cubicBezTo>
                    <a:pt x="37" y="83"/>
                    <a:pt x="38" y="83"/>
                    <a:pt x="38" y="83"/>
                  </a:cubicBezTo>
                  <a:cubicBezTo>
                    <a:pt x="38" y="82"/>
                    <a:pt x="39" y="82"/>
                    <a:pt x="39" y="81"/>
                  </a:cubicBezTo>
                  <a:cubicBezTo>
                    <a:pt x="39" y="81"/>
                    <a:pt x="40" y="81"/>
                    <a:pt x="41" y="81"/>
                  </a:cubicBezTo>
                  <a:cubicBezTo>
                    <a:pt x="41" y="80"/>
                    <a:pt x="41" y="80"/>
                    <a:pt x="41" y="80"/>
                  </a:cubicBezTo>
                  <a:cubicBezTo>
                    <a:pt x="40" y="79"/>
                    <a:pt x="40" y="79"/>
                    <a:pt x="40" y="79"/>
                  </a:cubicBezTo>
                  <a:close/>
                  <a:moveTo>
                    <a:pt x="9" y="68"/>
                  </a:moveTo>
                  <a:cubicBezTo>
                    <a:pt x="9" y="68"/>
                    <a:pt x="9" y="68"/>
                    <a:pt x="9" y="68"/>
                  </a:cubicBezTo>
                  <a:cubicBezTo>
                    <a:pt x="9" y="70"/>
                    <a:pt x="10" y="72"/>
                    <a:pt x="11" y="72"/>
                  </a:cubicBezTo>
                  <a:cubicBezTo>
                    <a:pt x="11" y="72"/>
                    <a:pt x="12" y="72"/>
                    <a:pt x="12" y="72"/>
                  </a:cubicBezTo>
                  <a:cubicBezTo>
                    <a:pt x="12" y="72"/>
                    <a:pt x="12" y="71"/>
                    <a:pt x="12" y="71"/>
                  </a:cubicBezTo>
                  <a:cubicBezTo>
                    <a:pt x="11" y="70"/>
                    <a:pt x="11" y="69"/>
                    <a:pt x="10" y="68"/>
                  </a:cubicBezTo>
                  <a:cubicBezTo>
                    <a:pt x="10" y="68"/>
                    <a:pt x="9" y="68"/>
                    <a:pt x="9" y="68"/>
                  </a:cubicBezTo>
                  <a:close/>
                  <a:moveTo>
                    <a:pt x="75" y="49"/>
                  </a:moveTo>
                  <a:cubicBezTo>
                    <a:pt x="74" y="50"/>
                    <a:pt x="73" y="50"/>
                    <a:pt x="73" y="50"/>
                  </a:cubicBezTo>
                  <a:cubicBezTo>
                    <a:pt x="71" y="51"/>
                    <a:pt x="68" y="52"/>
                    <a:pt x="66" y="53"/>
                  </a:cubicBezTo>
                  <a:cubicBezTo>
                    <a:pt x="64" y="53"/>
                    <a:pt x="62" y="53"/>
                    <a:pt x="61" y="54"/>
                  </a:cubicBezTo>
                  <a:cubicBezTo>
                    <a:pt x="61" y="56"/>
                    <a:pt x="60" y="56"/>
                    <a:pt x="59" y="57"/>
                  </a:cubicBezTo>
                  <a:cubicBezTo>
                    <a:pt x="59" y="58"/>
                    <a:pt x="59" y="59"/>
                    <a:pt x="60" y="60"/>
                  </a:cubicBezTo>
                  <a:cubicBezTo>
                    <a:pt x="59" y="60"/>
                    <a:pt x="59" y="61"/>
                    <a:pt x="59" y="62"/>
                  </a:cubicBezTo>
                  <a:cubicBezTo>
                    <a:pt x="59" y="62"/>
                    <a:pt x="59" y="62"/>
                    <a:pt x="59" y="62"/>
                  </a:cubicBezTo>
                  <a:cubicBezTo>
                    <a:pt x="59" y="62"/>
                    <a:pt x="59" y="63"/>
                    <a:pt x="59" y="63"/>
                  </a:cubicBezTo>
                  <a:cubicBezTo>
                    <a:pt x="58" y="64"/>
                    <a:pt x="59" y="66"/>
                    <a:pt x="58" y="67"/>
                  </a:cubicBezTo>
                  <a:cubicBezTo>
                    <a:pt x="57" y="69"/>
                    <a:pt x="55" y="72"/>
                    <a:pt x="56" y="74"/>
                  </a:cubicBezTo>
                  <a:cubicBezTo>
                    <a:pt x="57" y="76"/>
                    <a:pt x="61" y="71"/>
                    <a:pt x="62" y="71"/>
                  </a:cubicBezTo>
                  <a:cubicBezTo>
                    <a:pt x="65" y="67"/>
                    <a:pt x="67" y="64"/>
                    <a:pt x="70" y="60"/>
                  </a:cubicBezTo>
                  <a:cubicBezTo>
                    <a:pt x="72" y="58"/>
                    <a:pt x="76" y="56"/>
                    <a:pt x="78" y="53"/>
                  </a:cubicBezTo>
                  <a:cubicBezTo>
                    <a:pt x="78" y="51"/>
                    <a:pt x="76" y="49"/>
                    <a:pt x="75" y="49"/>
                  </a:cubicBezTo>
                  <a:close/>
                  <a:moveTo>
                    <a:pt x="70" y="49"/>
                  </a:moveTo>
                  <a:cubicBezTo>
                    <a:pt x="69" y="50"/>
                    <a:pt x="63" y="50"/>
                    <a:pt x="61" y="52"/>
                  </a:cubicBezTo>
                  <a:cubicBezTo>
                    <a:pt x="61" y="52"/>
                    <a:pt x="62" y="52"/>
                    <a:pt x="62" y="53"/>
                  </a:cubicBezTo>
                  <a:cubicBezTo>
                    <a:pt x="62" y="53"/>
                    <a:pt x="62" y="53"/>
                    <a:pt x="62" y="53"/>
                  </a:cubicBezTo>
                  <a:cubicBezTo>
                    <a:pt x="64" y="53"/>
                    <a:pt x="70" y="51"/>
                    <a:pt x="71" y="50"/>
                  </a:cubicBezTo>
                  <a:cubicBezTo>
                    <a:pt x="71" y="50"/>
                    <a:pt x="71" y="50"/>
                    <a:pt x="71" y="50"/>
                  </a:cubicBezTo>
                  <a:cubicBezTo>
                    <a:pt x="71" y="49"/>
                    <a:pt x="71" y="49"/>
                    <a:pt x="71" y="49"/>
                  </a:cubicBezTo>
                  <a:cubicBezTo>
                    <a:pt x="71" y="49"/>
                    <a:pt x="70" y="49"/>
                    <a:pt x="70" y="49"/>
                  </a:cubicBezTo>
                  <a:close/>
                  <a:moveTo>
                    <a:pt x="87" y="59"/>
                  </a:moveTo>
                  <a:cubicBezTo>
                    <a:pt x="87" y="59"/>
                    <a:pt x="87" y="59"/>
                    <a:pt x="87" y="59"/>
                  </a:cubicBezTo>
                  <a:cubicBezTo>
                    <a:pt x="87" y="59"/>
                    <a:pt x="85" y="61"/>
                    <a:pt x="86" y="62"/>
                  </a:cubicBezTo>
                  <a:cubicBezTo>
                    <a:pt x="85" y="62"/>
                    <a:pt x="84" y="63"/>
                    <a:pt x="84" y="63"/>
                  </a:cubicBezTo>
                  <a:cubicBezTo>
                    <a:pt x="84" y="64"/>
                    <a:pt x="83" y="64"/>
                    <a:pt x="83" y="65"/>
                  </a:cubicBezTo>
                  <a:cubicBezTo>
                    <a:pt x="83" y="65"/>
                    <a:pt x="82" y="65"/>
                    <a:pt x="82" y="65"/>
                  </a:cubicBezTo>
                  <a:cubicBezTo>
                    <a:pt x="82" y="66"/>
                    <a:pt x="82" y="66"/>
                    <a:pt x="81" y="66"/>
                  </a:cubicBezTo>
                  <a:cubicBezTo>
                    <a:pt x="81" y="66"/>
                    <a:pt x="74" y="70"/>
                    <a:pt x="74" y="71"/>
                  </a:cubicBezTo>
                  <a:cubicBezTo>
                    <a:pt x="74" y="71"/>
                    <a:pt x="74" y="71"/>
                    <a:pt x="74" y="71"/>
                  </a:cubicBezTo>
                  <a:cubicBezTo>
                    <a:pt x="72" y="72"/>
                    <a:pt x="73" y="73"/>
                    <a:pt x="72" y="74"/>
                  </a:cubicBezTo>
                  <a:cubicBezTo>
                    <a:pt x="72" y="74"/>
                    <a:pt x="70" y="75"/>
                    <a:pt x="70" y="76"/>
                  </a:cubicBezTo>
                  <a:cubicBezTo>
                    <a:pt x="69" y="76"/>
                    <a:pt x="69" y="78"/>
                    <a:pt x="69" y="78"/>
                  </a:cubicBezTo>
                  <a:cubicBezTo>
                    <a:pt x="69" y="79"/>
                    <a:pt x="68" y="79"/>
                    <a:pt x="68" y="80"/>
                  </a:cubicBezTo>
                  <a:cubicBezTo>
                    <a:pt x="67" y="81"/>
                    <a:pt x="67" y="84"/>
                    <a:pt x="66" y="85"/>
                  </a:cubicBezTo>
                  <a:cubicBezTo>
                    <a:pt x="66" y="85"/>
                    <a:pt x="66" y="86"/>
                    <a:pt x="65" y="86"/>
                  </a:cubicBezTo>
                  <a:cubicBezTo>
                    <a:pt x="65" y="87"/>
                    <a:pt x="65" y="87"/>
                    <a:pt x="65" y="88"/>
                  </a:cubicBezTo>
                  <a:cubicBezTo>
                    <a:pt x="65" y="88"/>
                    <a:pt x="64" y="88"/>
                    <a:pt x="64" y="88"/>
                  </a:cubicBezTo>
                  <a:cubicBezTo>
                    <a:pt x="64" y="89"/>
                    <a:pt x="64" y="89"/>
                    <a:pt x="63" y="89"/>
                  </a:cubicBezTo>
                  <a:cubicBezTo>
                    <a:pt x="61" y="89"/>
                    <a:pt x="61" y="91"/>
                    <a:pt x="60" y="92"/>
                  </a:cubicBezTo>
                  <a:cubicBezTo>
                    <a:pt x="59" y="92"/>
                    <a:pt x="59" y="92"/>
                    <a:pt x="59" y="92"/>
                  </a:cubicBezTo>
                  <a:cubicBezTo>
                    <a:pt x="58" y="91"/>
                    <a:pt x="58" y="91"/>
                    <a:pt x="58" y="91"/>
                  </a:cubicBezTo>
                  <a:cubicBezTo>
                    <a:pt x="57" y="90"/>
                    <a:pt x="57" y="89"/>
                    <a:pt x="57" y="89"/>
                  </a:cubicBezTo>
                  <a:cubicBezTo>
                    <a:pt x="57" y="89"/>
                    <a:pt x="57" y="89"/>
                    <a:pt x="57" y="89"/>
                  </a:cubicBezTo>
                  <a:cubicBezTo>
                    <a:pt x="56" y="89"/>
                    <a:pt x="55" y="89"/>
                    <a:pt x="55" y="89"/>
                  </a:cubicBezTo>
                  <a:cubicBezTo>
                    <a:pt x="54" y="89"/>
                    <a:pt x="54" y="90"/>
                    <a:pt x="54" y="90"/>
                  </a:cubicBezTo>
                  <a:cubicBezTo>
                    <a:pt x="53" y="90"/>
                    <a:pt x="53" y="91"/>
                    <a:pt x="53" y="91"/>
                  </a:cubicBezTo>
                  <a:cubicBezTo>
                    <a:pt x="52" y="91"/>
                    <a:pt x="52" y="91"/>
                    <a:pt x="52" y="91"/>
                  </a:cubicBezTo>
                  <a:cubicBezTo>
                    <a:pt x="51" y="92"/>
                    <a:pt x="50" y="91"/>
                    <a:pt x="50" y="92"/>
                  </a:cubicBezTo>
                  <a:cubicBezTo>
                    <a:pt x="49" y="91"/>
                    <a:pt x="49" y="91"/>
                    <a:pt x="48" y="92"/>
                  </a:cubicBezTo>
                  <a:cubicBezTo>
                    <a:pt x="48" y="92"/>
                    <a:pt x="48" y="92"/>
                    <a:pt x="48" y="92"/>
                  </a:cubicBezTo>
                  <a:cubicBezTo>
                    <a:pt x="47" y="92"/>
                    <a:pt x="46" y="93"/>
                    <a:pt x="46" y="93"/>
                  </a:cubicBezTo>
                  <a:cubicBezTo>
                    <a:pt x="44" y="93"/>
                    <a:pt x="43" y="92"/>
                    <a:pt x="43" y="93"/>
                  </a:cubicBezTo>
                  <a:cubicBezTo>
                    <a:pt x="42" y="93"/>
                    <a:pt x="38" y="94"/>
                    <a:pt x="37" y="95"/>
                  </a:cubicBezTo>
                  <a:cubicBezTo>
                    <a:pt x="37" y="95"/>
                    <a:pt x="35" y="94"/>
                    <a:pt x="35" y="94"/>
                  </a:cubicBezTo>
                  <a:cubicBezTo>
                    <a:pt x="35" y="95"/>
                    <a:pt x="35" y="95"/>
                    <a:pt x="35" y="95"/>
                  </a:cubicBezTo>
                  <a:cubicBezTo>
                    <a:pt x="33" y="95"/>
                    <a:pt x="31" y="96"/>
                    <a:pt x="29" y="96"/>
                  </a:cubicBezTo>
                  <a:cubicBezTo>
                    <a:pt x="29" y="95"/>
                    <a:pt x="28" y="94"/>
                    <a:pt x="27" y="93"/>
                  </a:cubicBezTo>
                  <a:cubicBezTo>
                    <a:pt x="26" y="92"/>
                    <a:pt x="27" y="90"/>
                    <a:pt x="26" y="88"/>
                  </a:cubicBezTo>
                  <a:cubicBezTo>
                    <a:pt x="26" y="88"/>
                    <a:pt x="25" y="87"/>
                    <a:pt x="26" y="87"/>
                  </a:cubicBezTo>
                  <a:cubicBezTo>
                    <a:pt x="26" y="85"/>
                    <a:pt x="29" y="85"/>
                    <a:pt x="30" y="84"/>
                  </a:cubicBezTo>
                  <a:cubicBezTo>
                    <a:pt x="30" y="84"/>
                    <a:pt x="30" y="83"/>
                    <a:pt x="30" y="83"/>
                  </a:cubicBezTo>
                  <a:cubicBezTo>
                    <a:pt x="30" y="82"/>
                    <a:pt x="31" y="83"/>
                    <a:pt x="32" y="82"/>
                  </a:cubicBezTo>
                  <a:cubicBezTo>
                    <a:pt x="33" y="82"/>
                    <a:pt x="33" y="81"/>
                    <a:pt x="33" y="81"/>
                  </a:cubicBezTo>
                  <a:cubicBezTo>
                    <a:pt x="34" y="81"/>
                    <a:pt x="34" y="81"/>
                    <a:pt x="34" y="81"/>
                  </a:cubicBezTo>
                  <a:cubicBezTo>
                    <a:pt x="35" y="81"/>
                    <a:pt x="38" y="76"/>
                    <a:pt x="38" y="75"/>
                  </a:cubicBezTo>
                  <a:cubicBezTo>
                    <a:pt x="38" y="75"/>
                    <a:pt x="38" y="74"/>
                    <a:pt x="37" y="74"/>
                  </a:cubicBezTo>
                  <a:cubicBezTo>
                    <a:pt x="37" y="74"/>
                    <a:pt x="37" y="74"/>
                    <a:pt x="37" y="74"/>
                  </a:cubicBezTo>
                  <a:cubicBezTo>
                    <a:pt x="34" y="75"/>
                    <a:pt x="33" y="81"/>
                    <a:pt x="30" y="81"/>
                  </a:cubicBezTo>
                  <a:cubicBezTo>
                    <a:pt x="30" y="80"/>
                    <a:pt x="29" y="79"/>
                    <a:pt x="29" y="79"/>
                  </a:cubicBezTo>
                  <a:cubicBezTo>
                    <a:pt x="28" y="79"/>
                    <a:pt x="28" y="79"/>
                    <a:pt x="27" y="79"/>
                  </a:cubicBezTo>
                  <a:cubicBezTo>
                    <a:pt x="26" y="78"/>
                    <a:pt x="26" y="77"/>
                    <a:pt x="25" y="76"/>
                  </a:cubicBezTo>
                  <a:cubicBezTo>
                    <a:pt x="24" y="76"/>
                    <a:pt x="24" y="76"/>
                    <a:pt x="24" y="77"/>
                  </a:cubicBezTo>
                  <a:cubicBezTo>
                    <a:pt x="23" y="78"/>
                    <a:pt x="23" y="82"/>
                    <a:pt x="23" y="82"/>
                  </a:cubicBezTo>
                  <a:cubicBezTo>
                    <a:pt x="23" y="82"/>
                    <a:pt x="23" y="82"/>
                    <a:pt x="23" y="83"/>
                  </a:cubicBezTo>
                  <a:cubicBezTo>
                    <a:pt x="23" y="83"/>
                    <a:pt x="23" y="84"/>
                    <a:pt x="23" y="84"/>
                  </a:cubicBezTo>
                  <a:cubicBezTo>
                    <a:pt x="23" y="84"/>
                    <a:pt x="23" y="84"/>
                    <a:pt x="23" y="85"/>
                  </a:cubicBezTo>
                  <a:cubicBezTo>
                    <a:pt x="23" y="85"/>
                    <a:pt x="23" y="85"/>
                    <a:pt x="23" y="85"/>
                  </a:cubicBezTo>
                  <a:cubicBezTo>
                    <a:pt x="23" y="85"/>
                    <a:pt x="23" y="85"/>
                    <a:pt x="23" y="86"/>
                  </a:cubicBezTo>
                  <a:cubicBezTo>
                    <a:pt x="23" y="87"/>
                    <a:pt x="23" y="88"/>
                    <a:pt x="22" y="90"/>
                  </a:cubicBezTo>
                  <a:cubicBezTo>
                    <a:pt x="21" y="90"/>
                    <a:pt x="21" y="90"/>
                    <a:pt x="21" y="90"/>
                  </a:cubicBezTo>
                  <a:cubicBezTo>
                    <a:pt x="22" y="94"/>
                    <a:pt x="20" y="95"/>
                    <a:pt x="19" y="98"/>
                  </a:cubicBezTo>
                  <a:cubicBezTo>
                    <a:pt x="18" y="99"/>
                    <a:pt x="19" y="100"/>
                    <a:pt x="18" y="101"/>
                  </a:cubicBezTo>
                  <a:cubicBezTo>
                    <a:pt x="18" y="103"/>
                    <a:pt x="17" y="104"/>
                    <a:pt x="16" y="105"/>
                  </a:cubicBezTo>
                  <a:cubicBezTo>
                    <a:pt x="14" y="106"/>
                    <a:pt x="13" y="106"/>
                    <a:pt x="11" y="106"/>
                  </a:cubicBezTo>
                  <a:cubicBezTo>
                    <a:pt x="3" y="104"/>
                    <a:pt x="4" y="100"/>
                    <a:pt x="3" y="92"/>
                  </a:cubicBezTo>
                  <a:cubicBezTo>
                    <a:pt x="3" y="90"/>
                    <a:pt x="3" y="89"/>
                    <a:pt x="3" y="87"/>
                  </a:cubicBezTo>
                  <a:cubicBezTo>
                    <a:pt x="3" y="86"/>
                    <a:pt x="3" y="84"/>
                    <a:pt x="3" y="83"/>
                  </a:cubicBezTo>
                  <a:cubicBezTo>
                    <a:pt x="2" y="83"/>
                    <a:pt x="2" y="82"/>
                    <a:pt x="2" y="81"/>
                  </a:cubicBezTo>
                  <a:cubicBezTo>
                    <a:pt x="2" y="81"/>
                    <a:pt x="2" y="81"/>
                    <a:pt x="2" y="80"/>
                  </a:cubicBezTo>
                  <a:cubicBezTo>
                    <a:pt x="2" y="80"/>
                    <a:pt x="1" y="80"/>
                    <a:pt x="1" y="80"/>
                  </a:cubicBezTo>
                  <a:cubicBezTo>
                    <a:pt x="1" y="79"/>
                    <a:pt x="0" y="75"/>
                    <a:pt x="0" y="75"/>
                  </a:cubicBezTo>
                  <a:cubicBezTo>
                    <a:pt x="1" y="73"/>
                    <a:pt x="2" y="71"/>
                    <a:pt x="2" y="69"/>
                  </a:cubicBezTo>
                  <a:cubicBezTo>
                    <a:pt x="2" y="69"/>
                    <a:pt x="2" y="69"/>
                    <a:pt x="2" y="69"/>
                  </a:cubicBezTo>
                  <a:cubicBezTo>
                    <a:pt x="3" y="69"/>
                    <a:pt x="3" y="69"/>
                    <a:pt x="3" y="69"/>
                  </a:cubicBezTo>
                  <a:cubicBezTo>
                    <a:pt x="3" y="67"/>
                    <a:pt x="5" y="65"/>
                    <a:pt x="6" y="64"/>
                  </a:cubicBezTo>
                  <a:cubicBezTo>
                    <a:pt x="6" y="64"/>
                    <a:pt x="6" y="64"/>
                    <a:pt x="6" y="64"/>
                  </a:cubicBezTo>
                  <a:cubicBezTo>
                    <a:pt x="7" y="63"/>
                    <a:pt x="10" y="60"/>
                    <a:pt x="11" y="59"/>
                  </a:cubicBezTo>
                  <a:cubicBezTo>
                    <a:pt x="12" y="60"/>
                    <a:pt x="12" y="60"/>
                    <a:pt x="12" y="59"/>
                  </a:cubicBezTo>
                  <a:cubicBezTo>
                    <a:pt x="13" y="58"/>
                    <a:pt x="13" y="58"/>
                    <a:pt x="14" y="57"/>
                  </a:cubicBezTo>
                  <a:cubicBezTo>
                    <a:pt x="14" y="57"/>
                    <a:pt x="14" y="57"/>
                    <a:pt x="14" y="57"/>
                  </a:cubicBezTo>
                  <a:cubicBezTo>
                    <a:pt x="14" y="58"/>
                    <a:pt x="14" y="58"/>
                    <a:pt x="15" y="58"/>
                  </a:cubicBezTo>
                  <a:cubicBezTo>
                    <a:pt x="16" y="58"/>
                    <a:pt x="21" y="59"/>
                    <a:pt x="22" y="57"/>
                  </a:cubicBezTo>
                  <a:cubicBezTo>
                    <a:pt x="22" y="56"/>
                    <a:pt x="21" y="56"/>
                    <a:pt x="21" y="55"/>
                  </a:cubicBezTo>
                  <a:cubicBezTo>
                    <a:pt x="21" y="55"/>
                    <a:pt x="21" y="54"/>
                    <a:pt x="21" y="54"/>
                  </a:cubicBezTo>
                  <a:cubicBezTo>
                    <a:pt x="20" y="52"/>
                    <a:pt x="20" y="50"/>
                    <a:pt x="21" y="48"/>
                  </a:cubicBezTo>
                  <a:cubicBezTo>
                    <a:pt x="23" y="47"/>
                    <a:pt x="24" y="45"/>
                    <a:pt x="27" y="46"/>
                  </a:cubicBezTo>
                  <a:cubicBezTo>
                    <a:pt x="28" y="47"/>
                    <a:pt x="28" y="49"/>
                    <a:pt x="29" y="50"/>
                  </a:cubicBezTo>
                  <a:cubicBezTo>
                    <a:pt x="29" y="50"/>
                    <a:pt x="30" y="50"/>
                    <a:pt x="30" y="50"/>
                  </a:cubicBezTo>
                  <a:cubicBezTo>
                    <a:pt x="32" y="49"/>
                    <a:pt x="34" y="46"/>
                    <a:pt x="35" y="44"/>
                  </a:cubicBezTo>
                  <a:cubicBezTo>
                    <a:pt x="38" y="40"/>
                    <a:pt x="41" y="37"/>
                    <a:pt x="44" y="34"/>
                  </a:cubicBezTo>
                  <a:cubicBezTo>
                    <a:pt x="45" y="33"/>
                    <a:pt x="49" y="31"/>
                    <a:pt x="48" y="29"/>
                  </a:cubicBezTo>
                  <a:cubicBezTo>
                    <a:pt x="48" y="29"/>
                    <a:pt x="48" y="29"/>
                    <a:pt x="48" y="29"/>
                  </a:cubicBezTo>
                  <a:cubicBezTo>
                    <a:pt x="45" y="29"/>
                    <a:pt x="44" y="31"/>
                    <a:pt x="42" y="32"/>
                  </a:cubicBezTo>
                  <a:cubicBezTo>
                    <a:pt x="42" y="31"/>
                    <a:pt x="42" y="31"/>
                    <a:pt x="42" y="31"/>
                  </a:cubicBezTo>
                  <a:cubicBezTo>
                    <a:pt x="41" y="31"/>
                    <a:pt x="41" y="31"/>
                    <a:pt x="40" y="32"/>
                  </a:cubicBezTo>
                  <a:cubicBezTo>
                    <a:pt x="40" y="31"/>
                    <a:pt x="40" y="31"/>
                    <a:pt x="40" y="31"/>
                  </a:cubicBezTo>
                  <a:cubicBezTo>
                    <a:pt x="40" y="31"/>
                    <a:pt x="40" y="31"/>
                    <a:pt x="40" y="31"/>
                  </a:cubicBezTo>
                  <a:cubicBezTo>
                    <a:pt x="40" y="31"/>
                    <a:pt x="40" y="31"/>
                    <a:pt x="40" y="31"/>
                  </a:cubicBezTo>
                  <a:cubicBezTo>
                    <a:pt x="39" y="32"/>
                    <a:pt x="38" y="32"/>
                    <a:pt x="37" y="32"/>
                  </a:cubicBezTo>
                  <a:cubicBezTo>
                    <a:pt x="35" y="33"/>
                    <a:pt x="32" y="33"/>
                    <a:pt x="30" y="33"/>
                  </a:cubicBezTo>
                  <a:cubicBezTo>
                    <a:pt x="29" y="32"/>
                    <a:pt x="29" y="31"/>
                    <a:pt x="29" y="30"/>
                  </a:cubicBezTo>
                  <a:cubicBezTo>
                    <a:pt x="29" y="30"/>
                    <a:pt x="30" y="29"/>
                    <a:pt x="30" y="28"/>
                  </a:cubicBezTo>
                  <a:cubicBezTo>
                    <a:pt x="29" y="27"/>
                    <a:pt x="29" y="26"/>
                    <a:pt x="28" y="25"/>
                  </a:cubicBezTo>
                  <a:cubicBezTo>
                    <a:pt x="28" y="24"/>
                    <a:pt x="28" y="24"/>
                    <a:pt x="29" y="23"/>
                  </a:cubicBezTo>
                  <a:cubicBezTo>
                    <a:pt x="28" y="23"/>
                    <a:pt x="28" y="23"/>
                    <a:pt x="28" y="22"/>
                  </a:cubicBezTo>
                  <a:cubicBezTo>
                    <a:pt x="27" y="21"/>
                    <a:pt x="28" y="20"/>
                    <a:pt x="28" y="19"/>
                  </a:cubicBezTo>
                  <a:cubicBezTo>
                    <a:pt x="28" y="19"/>
                    <a:pt x="28" y="18"/>
                    <a:pt x="28" y="18"/>
                  </a:cubicBezTo>
                  <a:cubicBezTo>
                    <a:pt x="28" y="17"/>
                    <a:pt x="30" y="16"/>
                    <a:pt x="31" y="14"/>
                  </a:cubicBezTo>
                  <a:cubicBezTo>
                    <a:pt x="31" y="14"/>
                    <a:pt x="31" y="13"/>
                    <a:pt x="32" y="13"/>
                  </a:cubicBezTo>
                  <a:cubicBezTo>
                    <a:pt x="32" y="13"/>
                    <a:pt x="32" y="13"/>
                    <a:pt x="33" y="13"/>
                  </a:cubicBezTo>
                  <a:cubicBezTo>
                    <a:pt x="33" y="13"/>
                    <a:pt x="33" y="12"/>
                    <a:pt x="33" y="12"/>
                  </a:cubicBezTo>
                  <a:cubicBezTo>
                    <a:pt x="35" y="12"/>
                    <a:pt x="36" y="11"/>
                    <a:pt x="37" y="11"/>
                  </a:cubicBezTo>
                  <a:cubicBezTo>
                    <a:pt x="38" y="12"/>
                    <a:pt x="40" y="13"/>
                    <a:pt x="41" y="13"/>
                  </a:cubicBezTo>
                  <a:cubicBezTo>
                    <a:pt x="41" y="13"/>
                    <a:pt x="44" y="16"/>
                    <a:pt x="44" y="16"/>
                  </a:cubicBezTo>
                  <a:cubicBezTo>
                    <a:pt x="48" y="16"/>
                    <a:pt x="50" y="16"/>
                    <a:pt x="52" y="15"/>
                  </a:cubicBezTo>
                  <a:cubicBezTo>
                    <a:pt x="53" y="15"/>
                    <a:pt x="53" y="15"/>
                    <a:pt x="54" y="15"/>
                  </a:cubicBezTo>
                  <a:cubicBezTo>
                    <a:pt x="54" y="15"/>
                    <a:pt x="55" y="14"/>
                    <a:pt x="56" y="14"/>
                  </a:cubicBezTo>
                  <a:cubicBezTo>
                    <a:pt x="56" y="14"/>
                    <a:pt x="57" y="14"/>
                    <a:pt x="58" y="14"/>
                  </a:cubicBezTo>
                  <a:cubicBezTo>
                    <a:pt x="58" y="14"/>
                    <a:pt x="58" y="14"/>
                    <a:pt x="59" y="13"/>
                  </a:cubicBezTo>
                  <a:cubicBezTo>
                    <a:pt x="59" y="13"/>
                    <a:pt x="59" y="13"/>
                    <a:pt x="60" y="13"/>
                  </a:cubicBezTo>
                  <a:cubicBezTo>
                    <a:pt x="60" y="13"/>
                    <a:pt x="61" y="13"/>
                    <a:pt x="61" y="13"/>
                  </a:cubicBezTo>
                  <a:cubicBezTo>
                    <a:pt x="62" y="12"/>
                    <a:pt x="63" y="13"/>
                    <a:pt x="65" y="13"/>
                  </a:cubicBezTo>
                  <a:cubicBezTo>
                    <a:pt x="66" y="13"/>
                    <a:pt x="68" y="12"/>
                    <a:pt x="70" y="12"/>
                  </a:cubicBezTo>
                  <a:cubicBezTo>
                    <a:pt x="70" y="12"/>
                    <a:pt x="70" y="12"/>
                    <a:pt x="70" y="12"/>
                  </a:cubicBezTo>
                  <a:cubicBezTo>
                    <a:pt x="69" y="14"/>
                    <a:pt x="68" y="14"/>
                    <a:pt x="69" y="15"/>
                  </a:cubicBezTo>
                  <a:cubicBezTo>
                    <a:pt x="70" y="15"/>
                    <a:pt x="70" y="15"/>
                    <a:pt x="70" y="15"/>
                  </a:cubicBezTo>
                  <a:cubicBezTo>
                    <a:pt x="71" y="15"/>
                    <a:pt x="70" y="17"/>
                    <a:pt x="70" y="18"/>
                  </a:cubicBezTo>
                  <a:cubicBezTo>
                    <a:pt x="71" y="20"/>
                    <a:pt x="72" y="23"/>
                    <a:pt x="69" y="24"/>
                  </a:cubicBezTo>
                  <a:cubicBezTo>
                    <a:pt x="68" y="25"/>
                    <a:pt x="66" y="25"/>
                    <a:pt x="64" y="25"/>
                  </a:cubicBezTo>
                  <a:cubicBezTo>
                    <a:pt x="63" y="26"/>
                    <a:pt x="62" y="26"/>
                    <a:pt x="62" y="26"/>
                  </a:cubicBezTo>
                  <a:cubicBezTo>
                    <a:pt x="61" y="26"/>
                    <a:pt x="60" y="26"/>
                    <a:pt x="59" y="27"/>
                  </a:cubicBezTo>
                  <a:cubicBezTo>
                    <a:pt x="56" y="28"/>
                    <a:pt x="54" y="30"/>
                    <a:pt x="52" y="31"/>
                  </a:cubicBezTo>
                  <a:cubicBezTo>
                    <a:pt x="51" y="31"/>
                    <a:pt x="51" y="32"/>
                    <a:pt x="51" y="32"/>
                  </a:cubicBezTo>
                  <a:cubicBezTo>
                    <a:pt x="50" y="33"/>
                    <a:pt x="49" y="33"/>
                    <a:pt x="49" y="33"/>
                  </a:cubicBezTo>
                  <a:cubicBezTo>
                    <a:pt x="48" y="33"/>
                    <a:pt x="48" y="34"/>
                    <a:pt x="48" y="35"/>
                  </a:cubicBezTo>
                  <a:cubicBezTo>
                    <a:pt x="47" y="35"/>
                    <a:pt x="47" y="35"/>
                    <a:pt x="47" y="35"/>
                  </a:cubicBezTo>
                  <a:cubicBezTo>
                    <a:pt x="47" y="35"/>
                    <a:pt x="47" y="36"/>
                    <a:pt x="47" y="36"/>
                  </a:cubicBezTo>
                  <a:cubicBezTo>
                    <a:pt x="45" y="37"/>
                    <a:pt x="44" y="37"/>
                    <a:pt x="43" y="39"/>
                  </a:cubicBezTo>
                  <a:cubicBezTo>
                    <a:pt x="41" y="39"/>
                    <a:pt x="42" y="41"/>
                    <a:pt x="40" y="42"/>
                  </a:cubicBezTo>
                  <a:cubicBezTo>
                    <a:pt x="40" y="43"/>
                    <a:pt x="39" y="42"/>
                    <a:pt x="39" y="43"/>
                  </a:cubicBezTo>
                  <a:cubicBezTo>
                    <a:pt x="39" y="43"/>
                    <a:pt x="39" y="43"/>
                    <a:pt x="39" y="44"/>
                  </a:cubicBezTo>
                  <a:cubicBezTo>
                    <a:pt x="38" y="44"/>
                    <a:pt x="38" y="44"/>
                    <a:pt x="38" y="44"/>
                  </a:cubicBezTo>
                  <a:cubicBezTo>
                    <a:pt x="38" y="45"/>
                    <a:pt x="37" y="45"/>
                    <a:pt x="37" y="46"/>
                  </a:cubicBezTo>
                  <a:cubicBezTo>
                    <a:pt x="37" y="46"/>
                    <a:pt x="36" y="46"/>
                    <a:pt x="35" y="46"/>
                  </a:cubicBezTo>
                  <a:cubicBezTo>
                    <a:pt x="35" y="47"/>
                    <a:pt x="36" y="47"/>
                    <a:pt x="36" y="47"/>
                  </a:cubicBezTo>
                  <a:cubicBezTo>
                    <a:pt x="35" y="48"/>
                    <a:pt x="33" y="49"/>
                    <a:pt x="33" y="50"/>
                  </a:cubicBezTo>
                  <a:cubicBezTo>
                    <a:pt x="32" y="49"/>
                    <a:pt x="30" y="51"/>
                    <a:pt x="30" y="52"/>
                  </a:cubicBezTo>
                  <a:cubicBezTo>
                    <a:pt x="30" y="54"/>
                    <a:pt x="31" y="57"/>
                    <a:pt x="31" y="59"/>
                  </a:cubicBezTo>
                  <a:cubicBezTo>
                    <a:pt x="32" y="60"/>
                    <a:pt x="31" y="61"/>
                    <a:pt x="32" y="62"/>
                  </a:cubicBezTo>
                  <a:cubicBezTo>
                    <a:pt x="32" y="62"/>
                    <a:pt x="32" y="62"/>
                    <a:pt x="32" y="62"/>
                  </a:cubicBezTo>
                  <a:cubicBezTo>
                    <a:pt x="33" y="62"/>
                    <a:pt x="33" y="62"/>
                    <a:pt x="33" y="62"/>
                  </a:cubicBezTo>
                  <a:cubicBezTo>
                    <a:pt x="34" y="60"/>
                    <a:pt x="40" y="54"/>
                    <a:pt x="42" y="53"/>
                  </a:cubicBezTo>
                  <a:cubicBezTo>
                    <a:pt x="44" y="53"/>
                    <a:pt x="45" y="53"/>
                    <a:pt x="46" y="52"/>
                  </a:cubicBezTo>
                  <a:cubicBezTo>
                    <a:pt x="47" y="50"/>
                    <a:pt x="48" y="48"/>
                    <a:pt x="47" y="46"/>
                  </a:cubicBezTo>
                  <a:cubicBezTo>
                    <a:pt x="47" y="45"/>
                    <a:pt x="47" y="45"/>
                    <a:pt x="47" y="44"/>
                  </a:cubicBezTo>
                  <a:cubicBezTo>
                    <a:pt x="47" y="43"/>
                    <a:pt x="46" y="43"/>
                    <a:pt x="47" y="42"/>
                  </a:cubicBezTo>
                  <a:cubicBezTo>
                    <a:pt x="49" y="43"/>
                    <a:pt x="49" y="42"/>
                    <a:pt x="51" y="41"/>
                  </a:cubicBezTo>
                  <a:cubicBezTo>
                    <a:pt x="54" y="40"/>
                    <a:pt x="57" y="39"/>
                    <a:pt x="60" y="40"/>
                  </a:cubicBezTo>
                  <a:cubicBezTo>
                    <a:pt x="61" y="41"/>
                    <a:pt x="61" y="41"/>
                    <a:pt x="62" y="42"/>
                  </a:cubicBezTo>
                  <a:cubicBezTo>
                    <a:pt x="62" y="42"/>
                    <a:pt x="62" y="43"/>
                    <a:pt x="62" y="44"/>
                  </a:cubicBezTo>
                  <a:cubicBezTo>
                    <a:pt x="62" y="44"/>
                    <a:pt x="61" y="44"/>
                    <a:pt x="61" y="45"/>
                  </a:cubicBezTo>
                  <a:cubicBezTo>
                    <a:pt x="61" y="45"/>
                    <a:pt x="61" y="45"/>
                    <a:pt x="62" y="46"/>
                  </a:cubicBezTo>
                  <a:cubicBezTo>
                    <a:pt x="61" y="46"/>
                    <a:pt x="61" y="46"/>
                    <a:pt x="60" y="47"/>
                  </a:cubicBezTo>
                  <a:cubicBezTo>
                    <a:pt x="61" y="48"/>
                    <a:pt x="61" y="48"/>
                    <a:pt x="61" y="48"/>
                  </a:cubicBezTo>
                  <a:cubicBezTo>
                    <a:pt x="65" y="48"/>
                    <a:pt x="70" y="47"/>
                    <a:pt x="72" y="45"/>
                  </a:cubicBezTo>
                  <a:cubicBezTo>
                    <a:pt x="73" y="45"/>
                    <a:pt x="75" y="42"/>
                    <a:pt x="75" y="41"/>
                  </a:cubicBezTo>
                  <a:cubicBezTo>
                    <a:pt x="76" y="41"/>
                    <a:pt x="77" y="39"/>
                    <a:pt x="77" y="39"/>
                  </a:cubicBezTo>
                  <a:cubicBezTo>
                    <a:pt x="79" y="39"/>
                    <a:pt x="79" y="39"/>
                    <a:pt x="79" y="39"/>
                  </a:cubicBezTo>
                  <a:cubicBezTo>
                    <a:pt x="81" y="40"/>
                    <a:pt x="82" y="40"/>
                    <a:pt x="83" y="40"/>
                  </a:cubicBezTo>
                  <a:cubicBezTo>
                    <a:pt x="84" y="41"/>
                    <a:pt x="84" y="41"/>
                    <a:pt x="85" y="42"/>
                  </a:cubicBezTo>
                  <a:cubicBezTo>
                    <a:pt x="84" y="43"/>
                    <a:pt x="85" y="44"/>
                    <a:pt x="85" y="44"/>
                  </a:cubicBezTo>
                  <a:cubicBezTo>
                    <a:pt x="85" y="46"/>
                    <a:pt x="87" y="48"/>
                    <a:pt x="88" y="49"/>
                  </a:cubicBezTo>
                  <a:cubicBezTo>
                    <a:pt x="88" y="49"/>
                    <a:pt x="88" y="50"/>
                    <a:pt x="88" y="50"/>
                  </a:cubicBezTo>
                  <a:cubicBezTo>
                    <a:pt x="88" y="51"/>
                    <a:pt x="88" y="52"/>
                    <a:pt x="88" y="52"/>
                  </a:cubicBezTo>
                  <a:cubicBezTo>
                    <a:pt x="88" y="53"/>
                    <a:pt x="88" y="54"/>
                    <a:pt x="88" y="55"/>
                  </a:cubicBezTo>
                  <a:cubicBezTo>
                    <a:pt x="88" y="55"/>
                    <a:pt x="89" y="57"/>
                    <a:pt x="88" y="58"/>
                  </a:cubicBezTo>
                  <a:cubicBezTo>
                    <a:pt x="88" y="58"/>
                    <a:pt x="88" y="58"/>
                    <a:pt x="87" y="58"/>
                  </a:cubicBezTo>
                  <a:cubicBezTo>
                    <a:pt x="87" y="58"/>
                    <a:pt x="87" y="59"/>
                    <a:pt x="87" y="59"/>
                  </a:cubicBezTo>
                  <a:close/>
                  <a:moveTo>
                    <a:pt x="165" y="94"/>
                  </a:moveTo>
                  <a:cubicBezTo>
                    <a:pt x="165" y="94"/>
                    <a:pt x="164" y="94"/>
                    <a:pt x="164" y="94"/>
                  </a:cubicBezTo>
                  <a:cubicBezTo>
                    <a:pt x="164" y="94"/>
                    <a:pt x="165" y="94"/>
                    <a:pt x="165" y="95"/>
                  </a:cubicBezTo>
                  <a:cubicBezTo>
                    <a:pt x="165" y="95"/>
                    <a:pt x="165" y="95"/>
                    <a:pt x="165" y="95"/>
                  </a:cubicBezTo>
                  <a:cubicBezTo>
                    <a:pt x="165" y="95"/>
                    <a:pt x="165" y="95"/>
                    <a:pt x="165" y="95"/>
                  </a:cubicBezTo>
                  <a:cubicBezTo>
                    <a:pt x="165" y="95"/>
                    <a:pt x="165" y="94"/>
                    <a:pt x="165" y="94"/>
                  </a:cubicBezTo>
                  <a:cubicBezTo>
                    <a:pt x="165" y="94"/>
                    <a:pt x="165" y="94"/>
                    <a:pt x="165" y="94"/>
                  </a:cubicBezTo>
                  <a:cubicBezTo>
                    <a:pt x="165" y="94"/>
                    <a:pt x="165" y="94"/>
                    <a:pt x="165" y="94"/>
                  </a:cubicBezTo>
                  <a:close/>
                  <a:moveTo>
                    <a:pt x="172" y="72"/>
                  </a:moveTo>
                  <a:cubicBezTo>
                    <a:pt x="172" y="73"/>
                    <a:pt x="172" y="73"/>
                    <a:pt x="172" y="74"/>
                  </a:cubicBezTo>
                  <a:cubicBezTo>
                    <a:pt x="172" y="75"/>
                    <a:pt x="173" y="76"/>
                    <a:pt x="174" y="75"/>
                  </a:cubicBezTo>
                  <a:cubicBezTo>
                    <a:pt x="174" y="75"/>
                    <a:pt x="174" y="75"/>
                    <a:pt x="174" y="75"/>
                  </a:cubicBezTo>
                  <a:cubicBezTo>
                    <a:pt x="174" y="74"/>
                    <a:pt x="173" y="73"/>
                    <a:pt x="172" y="72"/>
                  </a:cubicBezTo>
                  <a:close/>
                  <a:moveTo>
                    <a:pt x="156" y="71"/>
                  </a:moveTo>
                  <a:cubicBezTo>
                    <a:pt x="155" y="72"/>
                    <a:pt x="153" y="75"/>
                    <a:pt x="154" y="77"/>
                  </a:cubicBezTo>
                  <a:cubicBezTo>
                    <a:pt x="156" y="77"/>
                    <a:pt x="157" y="77"/>
                    <a:pt x="158" y="75"/>
                  </a:cubicBezTo>
                  <a:cubicBezTo>
                    <a:pt x="158" y="73"/>
                    <a:pt x="158" y="72"/>
                    <a:pt x="156" y="71"/>
                  </a:cubicBezTo>
                  <a:cubicBezTo>
                    <a:pt x="156" y="71"/>
                    <a:pt x="156" y="71"/>
                    <a:pt x="156" y="71"/>
                  </a:cubicBezTo>
                  <a:close/>
                  <a:moveTo>
                    <a:pt x="163" y="66"/>
                  </a:moveTo>
                  <a:cubicBezTo>
                    <a:pt x="163" y="66"/>
                    <a:pt x="163" y="66"/>
                    <a:pt x="163" y="66"/>
                  </a:cubicBezTo>
                  <a:cubicBezTo>
                    <a:pt x="163" y="66"/>
                    <a:pt x="163" y="66"/>
                    <a:pt x="163" y="66"/>
                  </a:cubicBezTo>
                  <a:cubicBezTo>
                    <a:pt x="164" y="68"/>
                    <a:pt x="166" y="70"/>
                    <a:pt x="168" y="68"/>
                  </a:cubicBezTo>
                  <a:cubicBezTo>
                    <a:pt x="168" y="67"/>
                    <a:pt x="168" y="67"/>
                    <a:pt x="167" y="67"/>
                  </a:cubicBezTo>
                  <a:cubicBezTo>
                    <a:pt x="166" y="67"/>
                    <a:pt x="165" y="66"/>
                    <a:pt x="163" y="66"/>
                  </a:cubicBezTo>
                  <a:close/>
                  <a:moveTo>
                    <a:pt x="154" y="65"/>
                  </a:moveTo>
                  <a:cubicBezTo>
                    <a:pt x="154" y="65"/>
                    <a:pt x="154" y="65"/>
                    <a:pt x="154" y="65"/>
                  </a:cubicBezTo>
                  <a:cubicBezTo>
                    <a:pt x="154" y="66"/>
                    <a:pt x="154" y="66"/>
                    <a:pt x="154" y="66"/>
                  </a:cubicBezTo>
                  <a:cubicBezTo>
                    <a:pt x="154" y="66"/>
                    <a:pt x="154" y="66"/>
                    <a:pt x="155" y="66"/>
                  </a:cubicBezTo>
                  <a:cubicBezTo>
                    <a:pt x="155" y="66"/>
                    <a:pt x="155" y="66"/>
                    <a:pt x="155" y="66"/>
                  </a:cubicBezTo>
                  <a:cubicBezTo>
                    <a:pt x="155" y="65"/>
                    <a:pt x="155" y="65"/>
                    <a:pt x="154" y="65"/>
                  </a:cubicBezTo>
                  <a:cubicBezTo>
                    <a:pt x="154" y="65"/>
                    <a:pt x="154" y="65"/>
                    <a:pt x="154" y="65"/>
                  </a:cubicBezTo>
                  <a:close/>
                  <a:moveTo>
                    <a:pt x="133" y="59"/>
                  </a:moveTo>
                  <a:cubicBezTo>
                    <a:pt x="137" y="59"/>
                    <a:pt x="136" y="61"/>
                    <a:pt x="138" y="62"/>
                  </a:cubicBezTo>
                  <a:cubicBezTo>
                    <a:pt x="139" y="62"/>
                    <a:pt x="140" y="63"/>
                    <a:pt x="141" y="63"/>
                  </a:cubicBezTo>
                  <a:cubicBezTo>
                    <a:pt x="141" y="66"/>
                    <a:pt x="140" y="68"/>
                    <a:pt x="139" y="68"/>
                  </a:cubicBezTo>
                  <a:cubicBezTo>
                    <a:pt x="138" y="69"/>
                    <a:pt x="137" y="69"/>
                    <a:pt x="136" y="70"/>
                  </a:cubicBezTo>
                  <a:cubicBezTo>
                    <a:pt x="136" y="71"/>
                    <a:pt x="136" y="72"/>
                    <a:pt x="135" y="73"/>
                  </a:cubicBezTo>
                  <a:cubicBezTo>
                    <a:pt x="135" y="74"/>
                    <a:pt x="135" y="74"/>
                    <a:pt x="135" y="75"/>
                  </a:cubicBezTo>
                  <a:cubicBezTo>
                    <a:pt x="135" y="75"/>
                    <a:pt x="134" y="77"/>
                    <a:pt x="134" y="78"/>
                  </a:cubicBezTo>
                  <a:cubicBezTo>
                    <a:pt x="134" y="78"/>
                    <a:pt x="134" y="78"/>
                    <a:pt x="135" y="78"/>
                  </a:cubicBezTo>
                  <a:cubicBezTo>
                    <a:pt x="137" y="78"/>
                    <a:pt x="136" y="75"/>
                    <a:pt x="137" y="74"/>
                  </a:cubicBezTo>
                  <a:cubicBezTo>
                    <a:pt x="137" y="74"/>
                    <a:pt x="137" y="75"/>
                    <a:pt x="137" y="75"/>
                  </a:cubicBezTo>
                  <a:cubicBezTo>
                    <a:pt x="136" y="79"/>
                    <a:pt x="135" y="86"/>
                    <a:pt x="137" y="90"/>
                  </a:cubicBezTo>
                  <a:cubicBezTo>
                    <a:pt x="137" y="91"/>
                    <a:pt x="137" y="94"/>
                    <a:pt x="137" y="95"/>
                  </a:cubicBezTo>
                  <a:cubicBezTo>
                    <a:pt x="137" y="95"/>
                    <a:pt x="136" y="95"/>
                    <a:pt x="136" y="95"/>
                  </a:cubicBezTo>
                  <a:cubicBezTo>
                    <a:pt x="136" y="97"/>
                    <a:pt x="135" y="97"/>
                    <a:pt x="133" y="97"/>
                  </a:cubicBezTo>
                  <a:cubicBezTo>
                    <a:pt x="132" y="98"/>
                    <a:pt x="132" y="99"/>
                    <a:pt x="130" y="99"/>
                  </a:cubicBezTo>
                  <a:cubicBezTo>
                    <a:pt x="129" y="98"/>
                    <a:pt x="129" y="95"/>
                    <a:pt x="129" y="93"/>
                  </a:cubicBezTo>
                  <a:cubicBezTo>
                    <a:pt x="129" y="92"/>
                    <a:pt x="129" y="91"/>
                    <a:pt x="129" y="90"/>
                  </a:cubicBezTo>
                  <a:cubicBezTo>
                    <a:pt x="129" y="88"/>
                    <a:pt x="129" y="87"/>
                    <a:pt x="129" y="85"/>
                  </a:cubicBezTo>
                  <a:cubicBezTo>
                    <a:pt x="129" y="84"/>
                    <a:pt x="129" y="83"/>
                    <a:pt x="129" y="82"/>
                  </a:cubicBezTo>
                  <a:cubicBezTo>
                    <a:pt x="130" y="78"/>
                    <a:pt x="131" y="73"/>
                    <a:pt x="132" y="69"/>
                  </a:cubicBezTo>
                  <a:cubicBezTo>
                    <a:pt x="133" y="65"/>
                    <a:pt x="130" y="63"/>
                    <a:pt x="132" y="60"/>
                  </a:cubicBezTo>
                  <a:cubicBezTo>
                    <a:pt x="133" y="60"/>
                    <a:pt x="133" y="60"/>
                    <a:pt x="133" y="59"/>
                  </a:cubicBezTo>
                  <a:close/>
                  <a:moveTo>
                    <a:pt x="163" y="45"/>
                  </a:moveTo>
                  <a:cubicBezTo>
                    <a:pt x="161" y="47"/>
                    <a:pt x="159" y="46"/>
                    <a:pt x="156" y="47"/>
                  </a:cubicBezTo>
                  <a:cubicBezTo>
                    <a:pt x="153" y="48"/>
                    <a:pt x="149" y="50"/>
                    <a:pt x="148" y="52"/>
                  </a:cubicBezTo>
                  <a:cubicBezTo>
                    <a:pt x="148" y="54"/>
                    <a:pt x="149" y="56"/>
                    <a:pt x="151" y="56"/>
                  </a:cubicBezTo>
                  <a:cubicBezTo>
                    <a:pt x="152" y="55"/>
                    <a:pt x="153" y="54"/>
                    <a:pt x="155" y="53"/>
                  </a:cubicBezTo>
                  <a:cubicBezTo>
                    <a:pt x="155" y="53"/>
                    <a:pt x="156" y="51"/>
                    <a:pt x="157" y="51"/>
                  </a:cubicBezTo>
                  <a:cubicBezTo>
                    <a:pt x="159" y="49"/>
                    <a:pt x="162" y="48"/>
                    <a:pt x="164" y="46"/>
                  </a:cubicBezTo>
                  <a:cubicBezTo>
                    <a:pt x="164" y="46"/>
                    <a:pt x="164" y="46"/>
                    <a:pt x="164" y="45"/>
                  </a:cubicBezTo>
                  <a:cubicBezTo>
                    <a:pt x="163" y="45"/>
                    <a:pt x="163" y="45"/>
                    <a:pt x="163" y="45"/>
                  </a:cubicBezTo>
                  <a:close/>
                  <a:moveTo>
                    <a:pt x="157" y="42"/>
                  </a:moveTo>
                  <a:cubicBezTo>
                    <a:pt x="157" y="42"/>
                    <a:pt x="157" y="42"/>
                    <a:pt x="157" y="42"/>
                  </a:cubicBezTo>
                  <a:cubicBezTo>
                    <a:pt x="157" y="42"/>
                    <a:pt x="157" y="42"/>
                    <a:pt x="157" y="42"/>
                  </a:cubicBezTo>
                  <a:cubicBezTo>
                    <a:pt x="157" y="42"/>
                    <a:pt x="157" y="42"/>
                    <a:pt x="157" y="43"/>
                  </a:cubicBezTo>
                  <a:cubicBezTo>
                    <a:pt x="157" y="43"/>
                    <a:pt x="158" y="43"/>
                    <a:pt x="158" y="43"/>
                  </a:cubicBezTo>
                  <a:cubicBezTo>
                    <a:pt x="158" y="42"/>
                    <a:pt x="158" y="42"/>
                    <a:pt x="158" y="42"/>
                  </a:cubicBezTo>
                  <a:cubicBezTo>
                    <a:pt x="158" y="42"/>
                    <a:pt x="158" y="42"/>
                    <a:pt x="158" y="42"/>
                  </a:cubicBezTo>
                  <a:cubicBezTo>
                    <a:pt x="158" y="42"/>
                    <a:pt x="157" y="42"/>
                    <a:pt x="157" y="42"/>
                  </a:cubicBezTo>
                  <a:close/>
                  <a:moveTo>
                    <a:pt x="160" y="41"/>
                  </a:moveTo>
                  <a:cubicBezTo>
                    <a:pt x="160" y="41"/>
                    <a:pt x="160" y="41"/>
                    <a:pt x="159" y="41"/>
                  </a:cubicBezTo>
                  <a:cubicBezTo>
                    <a:pt x="159" y="41"/>
                    <a:pt x="159" y="41"/>
                    <a:pt x="159" y="42"/>
                  </a:cubicBezTo>
                  <a:cubicBezTo>
                    <a:pt x="160" y="42"/>
                    <a:pt x="160" y="42"/>
                    <a:pt x="160" y="42"/>
                  </a:cubicBezTo>
                  <a:cubicBezTo>
                    <a:pt x="160" y="42"/>
                    <a:pt x="160" y="42"/>
                    <a:pt x="160" y="42"/>
                  </a:cubicBezTo>
                  <a:cubicBezTo>
                    <a:pt x="160" y="42"/>
                    <a:pt x="160" y="42"/>
                    <a:pt x="160" y="42"/>
                  </a:cubicBezTo>
                  <a:cubicBezTo>
                    <a:pt x="160" y="41"/>
                    <a:pt x="160" y="41"/>
                    <a:pt x="160" y="41"/>
                  </a:cubicBezTo>
                  <a:cubicBezTo>
                    <a:pt x="160" y="41"/>
                    <a:pt x="160" y="41"/>
                    <a:pt x="160" y="41"/>
                  </a:cubicBezTo>
                  <a:close/>
                  <a:moveTo>
                    <a:pt x="176" y="46"/>
                  </a:moveTo>
                  <a:cubicBezTo>
                    <a:pt x="174" y="46"/>
                    <a:pt x="171" y="47"/>
                    <a:pt x="169" y="48"/>
                  </a:cubicBezTo>
                  <a:cubicBezTo>
                    <a:pt x="169" y="49"/>
                    <a:pt x="169" y="49"/>
                    <a:pt x="169" y="49"/>
                  </a:cubicBezTo>
                  <a:cubicBezTo>
                    <a:pt x="169" y="49"/>
                    <a:pt x="167" y="49"/>
                    <a:pt x="167" y="50"/>
                  </a:cubicBezTo>
                  <a:cubicBezTo>
                    <a:pt x="166" y="50"/>
                    <a:pt x="166" y="50"/>
                    <a:pt x="166" y="51"/>
                  </a:cubicBezTo>
                  <a:cubicBezTo>
                    <a:pt x="165" y="51"/>
                    <a:pt x="165" y="51"/>
                    <a:pt x="164" y="51"/>
                  </a:cubicBezTo>
                  <a:cubicBezTo>
                    <a:pt x="164" y="51"/>
                    <a:pt x="161" y="52"/>
                    <a:pt x="162" y="53"/>
                  </a:cubicBezTo>
                  <a:cubicBezTo>
                    <a:pt x="160" y="53"/>
                    <a:pt x="161" y="54"/>
                    <a:pt x="159" y="54"/>
                  </a:cubicBezTo>
                  <a:cubicBezTo>
                    <a:pt x="159" y="54"/>
                    <a:pt x="158" y="55"/>
                    <a:pt x="158" y="55"/>
                  </a:cubicBezTo>
                  <a:cubicBezTo>
                    <a:pt x="158" y="56"/>
                    <a:pt x="158" y="56"/>
                    <a:pt x="158" y="56"/>
                  </a:cubicBezTo>
                  <a:cubicBezTo>
                    <a:pt x="158" y="56"/>
                    <a:pt x="158" y="56"/>
                    <a:pt x="158" y="56"/>
                  </a:cubicBezTo>
                  <a:cubicBezTo>
                    <a:pt x="161" y="56"/>
                    <a:pt x="163" y="56"/>
                    <a:pt x="165" y="54"/>
                  </a:cubicBezTo>
                  <a:cubicBezTo>
                    <a:pt x="166" y="54"/>
                    <a:pt x="166" y="53"/>
                    <a:pt x="167" y="53"/>
                  </a:cubicBezTo>
                  <a:cubicBezTo>
                    <a:pt x="169" y="52"/>
                    <a:pt x="170" y="51"/>
                    <a:pt x="172" y="51"/>
                  </a:cubicBezTo>
                  <a:cubicBezTo>
                    <a:pt x="173" y="52"/>
                    <a:pt x="174" y="53"/>
                    <a:pt x="174" y="54"/>
                  </a:cubicBezTo>
                  <a:cubicBezTo>
                    <a:pt x="173" y="55"/>
                    <a:pt x="173" y="56"/>
                    <a:pt x="173" y="57"/>
                  </a:cubicBezTo>
                  <a:cubicBezTo>
                    <a:pt x="173" y="58"/>
                    <a:pt x="173" y="58"/>
                    <a:pt x="173" y="58"/>
                  </a:cubicBezTo>
                  <a:cubicBezTo>
                    <a:pt x="172" y="59"/>
                    <a:pt x="172" y="59"/>
                    <a:pt x="172" y="59"/>
                  </a:cubicBezTo>
                  <a:cubicBezTo>
                    <a:pt x="171" y="60"/>
                    <a:pt x="172" y="61"/>
                    <a:pt x="171" y="62"/>
                  </a:cubicBezTo>
                  <a:cubicBezTo>
                    <a:pt x="171" y="63"/>
                    <a:pt x="167" y="65"/>
                    <a:pt x="167" y="66"/>
                  </a:cubicBezTo>
                  <a:cubicBezTo>
                    <a:pt x="168" y="67"/>
                    <a:pt x="168" y="67"/>
                    <a:pt x="169" y="67"/>
                  </a:cubicBezTo>
                  <a:cubicBezTo>
                    <a:pt x="170" y="66"/>
                    <a:pt x="172" y="67"/>
                    <a:pt x="173" y="67"/>
                  </a:cubicBezTo>
                  <a:cubicBezTo>
                    <a:pt x="173" y="68"/>
                    <a:pt x="174" y="68"/>
                    <a:pt x="174" y="68"/>
                  </a:cubicBezTo>
                  <a:cubicBezTo>
                    <a:pt x="174" y="69"/>
                    <a:pt x="173" y="70"/>
                    <a:pt x="173" y="71"/>
                  </a:cubicBezTo>
                  <a:cubicBezTo>
                    <a:pt x="175" y="72"/>
                    <a:pt x="177" y="74"/>
                    <a:pt x="179" y="76"/>
                  </a:cubicBezTo>
                  <a:cubicBezTo>
                    <a:pt x="180" y="76"/>
                    <a:pt x="181" y="76"/>
                    <a:pt x="181" y="77"/>
                  </a:cubicBezTo>
                  <a:cubicBezTo>
                    <a:pt x="183" y="78"/>
                    <a:pt x="185" y="82"/>
                    <a:pt x="187" y="82"/>
                  </a:cubicBezTo>
                  <a:cubicBezTo>
                    <a:pt x="189" y="83"/>
                    <a:pt x="194" y="77"/>
                    <a:pt x="196" y="76"/>
                  </a:cubicBezTo>
                  <a:cubicBezTo>
                    <a:pt x="196" y="75"/>
                    <a:pt x="197" y="75"/>
                    <a:pt x="197" y="75"/>
                  </a:cubicBezTo>
                  <a:cubicBezTo>
                    <a:pt x="198" y="74"/>
                    <a:pt x="198" y="73"/>
                    <a:pt x="199" y="72"/>
                  </a:cubicBezTo>
                  <a:cubicBezTo>
                    <a:pt x="199" y="72"/>
                    <a:pt x="200" y="71"/>
                    <a:pt x="200" y="71"/>
                  </a:cubicBezTo>
                  <a:cubicBezTo>
                    <a:pt x="201" y="69"/>
                    <a:pt x="202" y="67"/>
                    <a:pt x="203" y="66"/>
                  </a:cubicBezTo>
                  <a:cubicBezTo>
                    <a:pt x="204" y="64"/>
                    <a:pt x="203" y="62"/>
                    <a:pt x="203" y="60"/>
                  </a:cubicBezTo>
                  <a:cubicBezTo>
                    <a:pt x="204" y="60"/>
                    <a:pt x="204" y="57"/>
                    <a:pt x="204" y="57"/>
                  </a:cubicBezTo>
                  <a:cubicBezTo>
                    <a:pt x="203" y="55"/>
                    <a:pt x="202" y="52"/>
                    <a:pt x="201" y="51"/>
                  </a:cubicBezTo>
                  <a:cubicBezTo>
                    <a:pt x="201" y="50"/>
                    <a:pt x="201" y="48"/>
                    <a:pt x="200" y="47"/>
                  </a:cubicBezTo>
                  <a:cubicBezTo>
                    <a:pt x="200" y="47"/>
                    <a:pt x="200" y="46"/>
                    <a:pt x="199" y="45"/>
                  </a:cubicBezTo>
                  <a:cubicBezTo>
                    <a:pt x="199" y="43"/>
                    <a:pt x="197" y="35"/>
                    <a:pt x="195" y="33"/>
                  </a:cubicBezTo>
                  <a:cubicBezTo>
                    <a:pt x="192" y="33"/>
                    <a:pt x="193" y="36"/>
                    <a:pt x="191" y="37"/>
                  </a:cubicBezTo>
                  <a:cubicBezTo>
                    <a:pt x="190" y="38"/>
                    <a:pt x="188" y="37"/>
                    <a:pt x="187" y="37"/>
                  </a:cubicBezTo>
                  <a:cubicBezTo>
                    <a:pt x="185" y="38"/>
                    <a:pt x="182" y="38"/>
                    <a:pt x="180" y="38"/>
                  </a:cubicBezTo>
                  <a:cubicBezTo>
                    <a:pt x="179" y="39"/>
                    <a:pt x="177" y="39"/>
                    <a:pt x="179" y="41"/>
                  </a:cubicBezTo>
                  <a:cubicBezTo>
                    <a:pt x="179" y="42"/>
                    <a:pt x="178" y="43"/>
                    <a:pt x="178" y="44"/>
                  </a:cubicBezTo>
                  <a:cubicBezTo>
                    <a:pt x="177" y="44"/>
                    <a:pt x="177" y="45"/>
                    <a:pt x="176" y="45"/>
                  </a:cubicBezTo>
                  <a:cubicBezTo>
                    <a:pt x="176" y="45"/>
                    <a:pt x="176" y="46"/>
                    <a:pt x="176" y="46"/>
                  </a:cubicBezTo>
                  <a:close/>
                  <a:moveTo>
                    <a:pt x="140" y="55"/>
                  </a:moveTo>
                  <a:cubicBezTo>
                    <a:pt x="140" y="54"/>
                    <a:pt x="139" y="54"/>
                    <a:pt x="139" y="53"/>
                  </a:cubicBezTo>
                  <a:cubicBezTo>
                    <a:pt x="139" y="52"/>
                    <a:pt x="139" y="51"/>
                    <a:pt x="139" y="50"/>
                  </a:cubicBezTo>
                  <a:cubicBezTo>
                    <a:pt x="138" y="50"/>
                    <a:pt x="138" y="49"/>
                    <a:pt x="138" y="48"/>
                  </a:cubicBezTo>
                  <a:cubicBezTo>
                    <a:pt x="139" y="48"/>
                    <a:pt x="139" y="47"/>
                    <a:pt x="140" y="46"/>
                  </a:cubicBezTo>
                  <a:cubicBezTo>
                    <a:pt x="141" y="45"/>
                    <a:pt x="143" y="44"/>
                    <a:pt x="145" y="45"/>
                  </a:cubicBezTo>
                  <a:cubicBezTo>
                    <a:pt x="146" y="47"/>
                    <a:pt x="149" y="46"/>
                    <a:pt x="146" y="49"/>
                  </a:cubicBezTo>
                  <a:cubicBezTo>
                    <a:pt x="146" y="50"/>
                    <a:pt x="146" y="50"/>
                    <a:pt x="147" y="51"/>
                  </a:cubicBezTo>
                  <a:cubicBezTo>
                    <a:pt x="147" y="51"/>
                    <a:pt x="147" y="50"/>
                    <a:pt x="148" y="50"/>
                  </a:cubicBezTo>
                  <a:cubicBezTo>
                    <a:pt x="149" y="47"/>
                    <a:pt x="151" y="45"/>
                    <a:pt x="153" y="43"/>
                  </a:cubicBezTo>
                  <a:cubicBezTo>
                    <a:pt x="154" y="42"/>
                    <a:pt x="155" y="40"/>
                    <a:pt x="156" y="39"/>
                  </a:cubicBezTo>
                  <a:cubicBezTo>
                    <a:pt x="157" y="38"/>
                    <a:pt x="159" y="36"/>
                    <a:pt x="157" y="33"/>
                  </a:cubicBezTo>
                  <a:cubicBezTo>
                    <a:pt x="155" y="34"/>
                    <a:pt x="154" y="34"/>
                    <a:pt x="152" y="35"/>
                  </a:cubicBezTo>
                  <a:cubicBezTo>
                    <a:pt x="151" y="35"/>
                    <a:pt x="151" y="35"/>
                    <a:pt x="150" y="35"/>
                  </a:cubicBezTo>
                  <a:cubicBezTo>
                    <a:pt x="148" y="36"/>
                    <a:pt x="146" y="37"/>
                    <a:pt x="144" y="38"/>
                  </a:cubicBezTo>
                  <a:cubicBezTo>
                    <a:pt x="143" y="38"/>
                    <a:pt x="143" y="38"/>
                    <a:pt x="142" y="37"/>
                  </a:cubicBezTo>
                  <a:cubicBezTo>
                    <a:pt x="141" y="38"/>
                    <a:pt x="138" y="37"/>
                    <a:pt x="138" y="36"/>
                  </a:cubicBezTo>
                  <a:cubicBezTo>
                    <a:pt x="137" y="35"/>
                    <a:pt x="138" y="34"/>
                    <a:pt x="138" y="33"/>
                  </a:cubicBezTo>
                  <a:cubicBezTo>
                    <a:pt x="140" y="33"/>
                    <a:pt x="140" y="31"/>
                    <a:pt x="140" y="31"/>
                  </a:cubicBezTo>
                  <a:cubicBezTo>
                    <a:pt x="142" y="31"/>
                    <a:pt x="143" y="31"/>
                    <a:pt x="144" y="30"/>
                  </a:cubicBezTo>
                  <a:cubicBezTo>
                    <a:pt x="145" y="30"/>
                    <a:pt x="146" y="31"/>
                    <a:pt x="147" y="31"/>
                  </a:cubicBezTo>
                  <a:cubicBezTo>
                    <a:pt x="150" y="32"/>
                    <a:pt x="155" y="30"/>
                    <a:pt x="156" y="29"/>
                  </a:cubicBezTo>
                  <a:cubicBezTo>
                    <a:pt x="156" y="27"/>
                    <a:pt x="155" y="25"/>
                    <a:pt x="155" y="23"/>
                  </a:cubicBezTo>
                  <a:cubicBezTo>
                    <a:pt x="155" y="22"/>
                    <a:pt x="155" y="20"/>
                    <a:pt x="154" y="19"/>
                  </a:cubicBezTo>
                  <a:cubicBezTo>
                    <a:pt x="154" y="18"/>
                    <a:pt x="153" y="17"/>
                    <a:pt x="153" y="16"/>
                  </a:cubicBezTo>
                  <a:cubicBezTo>
                    <a:pt x="152" y="15"/>
                    <a:pt x="153" y="14"/>
                    <a:pt x="153" y="14"/>
                  </a:cubicBezTo>
                  <a:cubicBezTo>
                    <a:pt x="153" y="13"/>
                    <a:pt x="153" y="12"/>
                    <a:pt x="153" y="11"/>
                  </a:cubicBezTo>
                  <a:cubicBezTo>
                    <a:pt x="154" y="9"/>
                    <a:pt x="154" y="8"/>
                    <a:pt x="155" y="7"/>
                  </a:cubicBezTo>
                  <a:cubicBezTo>
                    <a:pt x="156" y="6"/>
                    <a:pt x="158" y="5"/>
                    <a:pt x="159" y="5"/>
                  </a:cubicBezTo>
                  <a:cubicBezTo>
                    <a:pt x="160" y="5"/>
                    <a:pt x="164" y="6"/>
                    <a:pt x="165" y="7"/>
                  </a:cubicBezTo>
                  <a:cubicBezTo>
                    <a:pt x="165" y="10"/>
                    <a:pt x="164" y="11"/>
                    <a:pt x="163" y="13"/>
                  </a:cubicBezTo>
                  <a:cubicBezTo>
                    <a:pt x="163" y="14"/>
                    <a:pt x="163" y="15"/>
                    <a:pt x="163" y="16"/>
                  </a:cubicBezTo>
                  <a:cubicBezTo>
                    <a:pt x="162" y="17"/>
                    <a:pt x="161" y="18"/>
                    <a:pt x="161" y="19"/>
                  </a:cubicBezTo>
                  <a:cubicBezTo>
                    <a:pt x="161" y="21"/>
                    <a:pt x="161" y="22"/>
                    <a:pt x="161" y="23"/>
                  </a:cubicBezTo>
                  <a:cubicBezTo>
                    <a:pt x="161" y="24"/>
                    <a:pt x="161" y="25"/>
                    <a:pt x="161" y="26"/>
                  </a:cubicBezTo>
                  <a:cubicBezTo>
                    <a:pt x="161" y="26"/>
                    <a:pt x="161" y="26"/>
                    <a:pt x="161" y="26"/>
                  </a:cubicBezTo>
                  <a:cubicBezTo>
                    <a:pt x="164" y="26"/>
                    <a:pt x="166" y="22"/>
                    <a:pt x="167" y="20"/>
                  </a:cubicBezTo>
                  <a:cubicBezTo>
                    <a:pt x="170" y="20"/>
                    <a:pt x="174" y="20"/>
                    <a:pt x="175" y="22"/>
                  </a:cubicBezTo>
                  <a:cubicBezTo>
                    <a:pt x="176" y="23"/>
                    <a:pt x="174" y="25"/>
                    <a:pt x="174" y="25"/>
                  </a:cubicBezTo>
                  <a:cubicBezTo>
                    <a:pt x="174" y="26"/>
                    <a:pt x="174" y="27"/>
                    <a:pt x="174" y="28"/>
                  </a:cubicBezTo>
                  <a:cubicBezTo>
                    <a:pt x="171" y="30"/>
                    <a:pt x="166" y="30"/>
                    <a:pt x="163" y="32"/>
                  </a:cubicBezTo>
                  <a:cubicBezTo>
                    <a:pt x="163" y="34"/>
                    <a:pt x="164" y="37"/>
                    <a:pt x="163" y="39"/>
                  </a:cubicBezTo>
                  <a:cubicBezTo>
                    <a:pt x="162" y="40"/>
                    <a:pt x="161" y="40"/>
                    <a:pt x="161" y="41"/>
                  </a:cubicBezTo>
                  <a:cubicBezTo>
                    <a:pt x="161" y="41"/>
                    <a:pt x="161" y="41"/>
                    <a:pt x="161" y="41"/>
                  </a:cubicBezTo>
                  <a:cubicBezTo>
                    <a:pt x="161" y="41"/>
                    <a:pt x="161" y="41"/>
                    <a:pt x="161" y="41"/>
                  </a:cubicBezTo>
                  <a:cubicBezTo>
                    <a:pt x="165" y="41"/>
                    <a:pt x="168" y="38"/>
                    <a:pt x="171" y="37"/>
                  </a:cubicBezTo>
                  <a:cubicBezTo>
                    <a:pt x="172" y="36"/>
                    <a:pt x="174" y="36"/>
                    <a:pt x="175" y="36"/>
                  </a:cubicBezTo>
                  <a:cubicBezTo>
                    <a:pt x="176" y="35"/>
                    <a:pt x="178" y="34"/>
                    <a:pt x="180" y="34"/>
                  </a:cubicBezTo>
                  <a:cubicBezTo>
                    <a:pt x="184" y="32"/>
                    <a:pt x="190" y="34"/>
                    <a:pt x="193" y="32"/>
                  </a:cubicBezTo>
                  <a:cubicBezTo>
                    <a:pt x="193" y="28"/>
                    <a:pt x="201" y="26"/>
                    <a:pt x="204" y="27"/>
                  </a:cubicBezTo>
                  <a:cubicBezTo>
                    <a:pt x="205" y="31"/>
                    <a:pt x="204" y="32"/>
                    <a:pt x="204" y="34"/>
                  </a:cubicBezTo>
                  <a:cubicBezTo>
                    <a:pt x="206" y="39"/>
                    <a:pt x="207" y="41"/>
                    <a:pt x="206" y="47"/>
                  </a:cubicBezTo>
                  <a:cubicBezTo>
                    <a:pt x="207" y="48"/>
                    <a:pt x="207" y="48"/>
                    <a:pt x="207" y="48"/>
                  </a:cubicBezTo>
                  <a:cubicBezTo>
                    <a:pt x="208" y="50"/>
                    <a:pt x="208" y="51"/>
                    <a:pt x="208" y="53"/>
                  </a:cubicBezTo>
                  <a:cubicBezTo>
                    <a:pt x="208" y="54"/>
                    <a:pt x="208" y="55"/>
                    <a:pt x="208" y="55"/>
                  </a:cubicBezTo>
                  <a:cubicBezTo>
                    <a:pt x="209" y="56"/>
                    <a:pt x="210" y="63"/>
                    <a:pt x="210" y="64"/>
                  </a:cubicBezTo>
                  <a:cubicBezTo>
                    <a:pt x="209" y="64"/>
                    <a:pt x="209" y="64"/>
                    <a:pt x="209" y="65"/>
                  </a:cubicBezTo>
                  <a:cubicBezTo>
                    <a:pt x="209" y="65"/>
                    <a:pt x="209" y="66"/>
                    <a:pt x="209" y="66"/>
                  </a:cubicBezTo>
                  <a:cubicBezTo>
                    <a:pt x="209" y="67"/>
                    <a:pt x="208" y="68"/>
                    <a:pt x="208" y="68"/>
                  </a:cubicBezTo>
                  <a:cubicBezTo>
                    <a:pt x="208" y="69"/>
                    <a:pt x="208" y="69"/>
                    <a:pt x="208" y="69"/>
                  </a:cubicBezTo>
                  <a:cubicBezTo>
                    <a:pt x="208" y="70"/>
                    <a:pt x="207" y="72"/>
                    <a:pt x="207" y="72"/>
                  </a:cubicBezTo>
                  <a:cubicBezTo>
                    <a:pt x="206" y="72"/>
                    <a:pt x="206" y="73"/>
                    <a:pt x="206" y="73"/>
                  </a:cubicBezTo>
                  <a:cubicBezTo>
                    <a:pt x="206" y="73"/>
                    <a:pt x="206" y="74"/>
                    <a:pt x="206" y="74"/>
                  </a:cubicBezTo>
                  <a:cubicBezTo>
                    <a:pt x="204" y="74"/>
                    <a:pt x="205" y="75"/>
                    <a:pt x="204" y="76"/>
                  </a:cubicBezTo>
                  <a:cubicBezTo>
                    <a:pt x="202" y="78"/>
                    <a:pt x="201" y="80"/>
                    <a:pt x="199" y="81"/>
                  </a:cubicBezTo>
                  <a:cubicBezTo>
                    <a:pt x="197" y="83"/>
                    <a:pt x="194" y="84"/>
                    <a:pt x="192" y="86"/>
                  </a:cubicBezTo>
                  <a:cubicBezTo>
                    <a:pt x="190" y="87"/>
                    <a:pt x="188" y="90"/>
                    <a:pt x="187" y="91"/>
                  </a:cubicBezTo>
                  <a:cubicBezTo>
                    <a:pt x="184" y="92"/>
                    <a:pt x="181" y="94"/>
                    <a:pt x="179" y="96"/>
                  </a:cubicBezTo>
                  <a:cubicBezTo>
                    <a:pt x="179" y="96"/>
                    <a:pt x="176" y="96"/>
                    <a:pt x="176" y="96"/>
                  </a:cubicBezTo>
                  <a:cubicBezTo>
                    <a:pt x="176" y="95"/>
                    <a:pt x="176" y="95"/>
                    <a:pt x="176" y="94"/>
                  </a:cubicBezTo>
                  <a:cubicBezTo>
                    <a:pt x="175" y="92"/>
                    <a:pt x="174" y="91"/>
                    <a:pt x="174" y="89"/>
                  </a:cubicBezTo>
                  <a:cubicBezTo>
                    <a:pt x="174" y="89"/>
                    <a:pt x="174" y="89"/>
                    <a:pt x="174" y="89"/>
                  </a:cubicBezTo>
                  <a:cubicBezTo>
                    <a:pt x="174" y="89"/>
                    <a:pt x="174" y="89"/>
                    <a:pt x="174" y="89"/>
                  </a:cubicBezTo>
                  <a:cubicBezTo>
                    <a:pt x="174" y="90"/>
                    <a:pt x="174" y="90"/>
                    <a:pt x="175" y="90"/>
                  </a:cubicBezTo>
                  <a:cubicBezTo>
                    <a:pt x="175" y="90"/>
                    <a:pt x="175" y="90"/>
                    <a:pt x="175" y="90"/>
                  </a:cubicBezTo>
                  <a:cubicBezTo>
                    <a:pt x="175" y="90"/>
                    <a:pt x="175" y="90"/>
                    <a:pt x="175" y="90"/>
                  </a:cubicBezTo>
                  <a:cubicBezTo>
                    <a:pt x="176" y="89"/>
                    <a:pt x="175" y="88"/>
                    <a:pt x="175" y="87"/>
                  </a:cubicBezTo>
                  <a:cubicBezTo>
                    <a:pt x="174" y="87"/>
                    <a:pt x="174" y="87"/>
                    <a:pt x="174" y="87"/>
                  </a:cubicBezTo>
                  <a:cubicBezTo>
                    <a:pt x="174" y="85"/>
                    <a:pt x="174" y="83"/>
                    <a:pt x="173" y="83"/>
                  </a:cubicBezTo>
                  <a:cubicBezTo>
                    <a:pt x="172" y="82"/>
                    <a:pt x="172" y="80"/>
                    <a:pt x="172" y="80"/>
                  </a:cubicBezTo>
                  <a:cubicBezTo>
                    <a:pt x="171" y="80"/>
                    <a:pt x="171" y="80"/>
                    <a:pt x="171" y="80"/>
                  </a:cubicBezTo>
                  <a:cubicBezTo>
                    <a:pt x="170" y="79"/>
                    <a:pt x="170" y="78"/>
                    <a:pt x="169" y="78"/>
                  </a:cubicBezTo>
                  <a:cubicBezTo>
                    <a:pt x="170" y="77"/>
                    <a:pt x="169" y="76"/>
                    <a:pt x="168" y="76"/>
                  </a:cubicBezTo>
                  <a:cubicBezTo>
                    <a:pt x="168" y="76"/>
                    <a:pt x="168" y="76"/>
                    <a:pt x="168" y="76"/>
                  </a:cubicBezTo>
                  <a:cubicBezTo>
                    <a:pt x="167" y="78"/>
                    <a:pt x="167" y="77"/>
                    <a:pt x="167" y="80"/>
                  </a:cubicBezTo>
                  <a:cubicBezTo>
                    <a:pt x="165" y="81"/>
                    <a:pt x="167" y="82"/>
                    <a:pt x="167" y="84"/>
                  </a:cubicBezTo>
                  <a:cubicBezTo>
                    <a:pt x="166" y="85"/>
                    <a:pt x="166" y="88"/>
                    <a:pt x="166" y="89"/>
                  </a:cubicBezTo>
                  <a:cubicBezTo>
                    <a:pt x="166" y="90"/>
                    <a:pt x="166" y="91"/>
                    <a:pt x="166" y="91"/>
                  </a:cubicBezTo>
                  <a:cubicBezTo>
                    <a:pt x="165" y="92"/>
                    <a:pt x="165" y="92"/>
                    <a:pt x="165" y="92"/>
                  </a:cubicBezTo>
                  <a:cubicBezTo>
                    <a:pt x="165" y="93"/>
                    <a:pt x="165" y="93"/>
                    <a:pt x="166" y="93"/>
                  </a:cubicBezTo>
                  <a:cubicBezTo>
                    <a:pt x="166" y="94"/>
                    <a:pt x="166" y="95"/>
                    <a:pt x="165" y="95"/>
                  </a:cubicBezTo>
                  <a:cubicBezTo>
                    <a:pt x="165" y="95"/>
                    <a:pt x="165" y="96"/>
                    <a:pt x="165" y="96"/>
                  </a:cubicBezTo>
                  <a:cubicBezTo>
                    <a:pt x="165" y="96"/>
                    <a:pt x="165" y="96"/>
                    <a:pt x="165" y="96"/>
                  </a:cubicBezTo>
                  <a:cubicBezTo>
                    <a:pt x="165" y="96"/>
                    <a:pt x="165" y="96"/>
                    <a:pt x="165" y="97"/>
                  </a:cubicBezTo>
                  <a:cubicBezTo>
                    <a:pt x="164" y="98"/>
                    <a:pt x="166" y="103"/>
                    <a:pt x="166" y="105"/>
                  </a:cubicBezTo>
                  <a:cubicBezTo>
                    <a:pt x="166" y="105"/>
                    <a:pt x="166" y="105"/>
                    <a:pt x="166" y="105"/>
                  </a:cubicBezTo>
                  <a:cubicBezTo>
                    <a:pt x="165" y="105"/>
                    <a:pt x="164" y="106"/>
                    <a:pt x="163" y="107"/>
                  </a:cubicBezTo>
                  <a:cubicBezTo>
                    <a:pt x="163" y="107"/>
                    <a:pt x="163" y="107"/>
                    <a:pt x="162" y="108"/>
                  </a:cubicBezTo>
                  <a:cubicBezTo>
                    <a:pt x="162" y="109"/>
                    <a:pt x="162" y="110"/>
                    <a:pt x="162" y="111"/>
                  </a:cubicBezTo>
                  <a:cubicBezTo>
                    <a:pt x="162" y="111"/>
                    <a:pt x="161" y="111"/>
                    <a:pt x="161" y="111"/>
                  </a:cubicBezTo>
                  <a:cubicBezTo>
                    <a:pt x="161" y="110"/>
                    <a:pt x="160" y="109"/>
                    <a:pt x="160" y="109"/>
                  </a:cubicBezTo>
                  <a:cubicBezTo>
                    <a:pt x="159" y="107"/>
                    <a:pt x="159" y="105"/>
                    <a:pt x="159" y="102"/>
                  </a:cubicBezTo>
                  <a:cubicBezTo>
                    <a:pt x="159" y="101"/>
                    <a:pt x="159" y="100"/>
                    <a:pt x="159" y="100"/>
                  </a:cubicBezTo>
                  <a:cubicBezTo>
                    <a:pt x="160" y="96"/>
                    <a:pt x="160" y="92"/>
                    <a:pt x="160" y="88"/>
                  </a:cubicBezTo>
                  <a:cubicBezTo>
                    <a:pt x="161" y="87"/>
                    <a:pt x="161" y="85"/>
                    <a:pt x="160" y="83"/>
                  </a:cubicBezTo>
                  <a:cubicBezTo>
                    <a:pt x="160" y="83"/>
                    <a:pt x="160" y="83"/>
                    <a:pt x="160" y="83"/>
                  </a:cubicBezTo>
                  <a:cubicBezTo>
                    <a:pt x="159" y="84"/>
                    <a:pt x="159" y="84"/>
                    <a:pt x="158" y="84"/>
                  </a:cubicBezTo>
                  <a:cubicBezTo>
                    <a:pt x="157" y="84"/>
                    <a:pt x="156" y="84"/>
                    <a:pt x="155" y="84"/>
                  </a:cubicBezTo>
                  <a:cubicBezTo>
                    <a:pt x="153" y="85"/>
                    <a:pt x="150" y="86"/>
                    <a:pt x="148" y="86"/>
                  </a:cubicBezTo>
                  <a:cubicBezTo>
                    <a:pt x="148" y="85"/>
                    <a:pt x="148" y="84"/>
                    <a:pt x="148" y="83"/>
                  </a:cubicBezTo>
                  <a:cubicBezTo>
                    <a:pt x="148" y="82"/>
                    <a:pt x="148" y="80"/>
                    <a:pt x="148" y="79"/>
                  </a:cubicBezTo>
                  <a:cubicBezTo>
                    <a:pt x="148" y="78"/>
                    <a:pt x="148" y="78"/>
                    <a:pt x="148" y="77"/>
                  </a:cubicBezTo>
                  <a:cubicBezTo>
                    <a:pt x="148" y="76"/>
                    <a:pt x="149" y="75"/>
                    <a:pt x="149" y="75"/>
                  </a:cubicBezTo>
                  <a:cubicBezTo>
                    <a:pt x="149" y="74"/>
                    <a:pt x="150" y="74"/>
                    <a:pt x="150" y="74"/>
                  </a:cubicBezTo>
                  <a:cubicBezTo>
                    <a:pt x="151" y="73"/>
                    <a:pt x="151" y="71"/>
                    <a:pt x="152" y="70"/>
                  </a:cubicBezTo>
                  <a:cubicBezTo>
                    <a:pt x="153" y="69"/>
                    <a:pt x="154" y="68"/>
                    <a:pt x="153" y="66"/>
                  </a:cubicBezTo>
                  <a:cubicBezTo>
                    <a:pt x="153" y="66"/>
                    <a:pt x="153" y="66"/>
                    <a:pt x="153" y="66"/>
                  </a:cubicBezTo>
                  <a:cubicBezTo>
                    <a:pt x="153" y="66"/>
                    <a:pt x="153" y="66"/>
                    <a:pt x="153" y="66"/>
                  </a:cubicBezTo>
                  <a:cubicBezTo>
                    <a:pt x="152" y="67"/>
                    <a:pt x="152" y="68"/>
                    <a:pt x="151" y="68"/>
                  </a:cubicBezTo>
                  <a:cubicBezTo>
                    <a:pt x="150" y="69"/>
                    <a:pt x="144" y="68"/>
                    <a:pt x="143" y="68"/>
                  </a:cubicBezTo>
                  <a:cubicBezTo>
                    <a:pt x="143" y="67"/>
                    <a:pt x="143" y="67"/>
                    <a:pt x="143" y="67"/>
                  </a:cubicBezTo>
                  <a:cubicBezTo>
                    <a:pt x="142" y="65"/>
                    <a:pt x="143" y="63"/>
                    <a:pt x="144" y="62"/>
                  </a:cubicBezTo>
                  <a:cubicBezTo>
                    <a:pt x="144" y="61"/>
                    <a:pt x="143" y="60"/>
                    <a:pt x="142" y="59"/>
                  </a:cubicBezTo>
                  <a:cubicBezTo>
                    <a:pt x="142" y="58"/>
                    <a:pt x="142" y="58"/>
                    <a:pt x="142" y="57"/>
                  </a:cubicBezTo>
                  <a:cubicBezTo>
                    <a:pt x="142" y="57"/>
                    <a:pt x="140" y="55"/>
                    <a:pt x="140" y="55"/>
                  </a:cubicBezTo>
                  <a:close/>
                  <a:moveTo>
                    <a:pt x="257" y="78"/>
                  </a:moveTo>
                  <a:cubicBezTo>
                    <a:pt x="257" y="78"/>
                    <a:pt x="257" y="78"/>
                    <a:pt x="256" y="78"/>
                  </a:cubicBezTo>
                  <a:cubicBezTo>
                    <a:pt x="257" y="79"/>
                    <a:pt x="257" y="79"/>
                    <a:pt x="257" y="79"/>
                  </a:cubicBezTo>
                  <a:cubicBezTo>
                    <a:pt x="257" y="79"/>
                    <a:pt x="257" y="79"/>
                    <a:pt x="258" y="80"/>
                  </a:cubicBezTo>
                  <a:cubicBezTo>
                    <a:pt x="258" y="79"/>
                    <a:pt x="258" y="79"/>
                    <a:pt x="258" y="79"/>
                  </a:cubicBezTo>
                  <a:cubicBezTo>
                    <a:pt x="258" y="79"/>
                    <a:pt x="258" y="79"/>
                    <a:pt x="258" y="79"/>
                  </a:cubicBezTo>
                  <a:cubicBezTo>
                    <a:pt x="258" y="78"/>
                    <a:pt x="258" y="78"/>
                    <a:pt x="258" y="78"/>
                  </a:cubicBezTo>
                  <a:cubicBezTo>
                    <a:pt x="258" y="78"/>
                    <a:pt x="257" y="78"/>
                    <a:pt x="257" y="78"/>
                  </a:cubicBezTo>
                  <a:close/>
                  <a:moveTo>
                    <a:pt x="288" y="79"/>
                  </a:moveTo>
                  <a:cubicBezTo>
                    <a:pt x="288" y="79"/>
                    <a:pt x="288" y="79"/>
                    <a:pt x="289" y="79"/>
                  </a:cubicBezTo>
                  <a:cubicBezTo>
                    <a:pt x="289" y="79"/>
                    <a:pt x="289" y="78"/>
                    <a:pt x="289" y="78"/>
                  </a:cubicBezTo>
                  <a:cubicBezTo>
                    <a:pt x="292" y="80"/>
                    <a:pt x="297" y="79"/>
                    <a:pt x="299" y="77"/>
                  </a:cubicBezTo>
                  <a:cubicBezTo>
                    <a:pt x="299" y="75"/>
                    <a:pt x="298" y="73"/>
                    <a:pt x="297" y="73"/>
                  </a:cubicBezTo>
                  <a:cubicBezTo>
                    <a:pt x="296" y="73"/>
                    <a:pt x="296" y="73"/>
                    <a:pt x="296" y="73"/>
                  </a:cubicBezTo>
                  <a:cubicBezTo>
                    <a:pt x="296" y="72"/>
                    <a:pt x="295" y="72"/>
                    <a:pt x="296" y="72"/>
                  </a:cubicBezTo>
                  <a:cubicBezTo>
                    <a:pt x="296" y="71"/>
                    <a:pt x="297" y="70"/>
                    <a:pt x="297" y="69"/>
                  </a:cubicBezTo>
                  <a:cubicBezTo>
                    <a:pt x="298" y="69"/>
                    <a:pt x="298" y="69"/>
                    <a:pt x="298" y="69"/>
                  </a:cubicBezTo>
                  <a:cubicBezTo>
                    <a:pt x="298" y="67"/>
                    <a:pt x="298" y="67"/>
                    <a:pt x="298" y="65"/>
                  </a:cubicBezTo>
                  <a:cubicBezTo>
                    <a:pt x="298" y="65"/>
                    <a:pt x="298" y="65"/>
                    <a:pt x="298" y="64"/>
                  </a:cubicBezTo>
                  <a:cubicBezTo>
                    <a:pt x="296" y="64"/>
                    <a:pt x="295" y="65"/>
                    <a:pt x="293" y="65"/>
                  </a:cubicBezTo>
                  <a:cubicBezTo>
                    <a:pt x="293" y="65"/>
                    <a:pt x="292" y="66"/>
                    <a:pt x="291" y="66"/>
                  </a:cubicBezTo>
                  <a:cubicBezTo>
                    <a:pt x="291" y="65"/>
                    <a:pt x="290" y="65"/>
                    <a:pt x="290" y="65"/>
                  </a:cubicBezTo>
                  <a:cubicBezTo>
                    <a:pt x="288" y="64"/>
                    <a:pt x="286" y="60"/>
                    <a:pt x="284" y="60"/>
                  </a:cubicBezTo>
                  <a:cubicBezTo>
                    <a:pt x="283" y="61"/>
                    <a:pt x="282" y="62"/>
                    <a:pt x="281" y="63"/>
                  </a:cubicBezTo>
                  <a:cubicBezTo>
                    <a:pt x="280" y="64"/>
                    <a:pt x="281" y="65"/>
                    <a:pt x="280" y="67"/>
                  </a:cubicBezTo>
                  <a:cubicBezTo>
                    <a:pt x="280" y="68"/>
                    <a:pt x="279" y="68"/>
                    <a:pt x="279" y="69"/>
                  </a:cubicBezTo>
                  <a:cubicBezTo>
                    <a:pt x="277" y="73"/>
                    <a:pt x="278" y="79"/>
                    <a:pt x="281" y="81"/>
                  </a:cubicBezTo>
                  <a:cubicBezTo>
                    <a:pt x="282" y="81"/>
                    <a:pt x="282" y="81"/>
                    <a:pt x="282" y="80"/>
                  </a:cubicBezTo>
                  <a:cubicBezTo>
                    <a:pt x="282" y="80"/>
                    <a:pt x="283" y="80"/>
                    <a:pt x="283" y="79"/>
                  </a:cubicBezTo>
                  <a:cubicBezTo>
                    <a:pt x="283" y="79"/>
                    <a:pt x="283" y="79"/>
                    <a:pt x="283" y="79"/>
                  </a:cubicBezTo>
                  <a:cubicBezTo>
                    <a:pt x="283" y="81"/>
                    <a:pt x="283" y="81"/>
                    <a:pt x="284" y="82"/>
                  </a:cubicBezTo>
                  <a:cubicBezTo>
                    <a:pt x="284" y="82"/>
                    <a:pt x="284" y="82"/>
                    <a:pt x="284" y="82"/>
                  </a:cubicBezTo>
                  <a:cubicBezTo>
                    <a:pt x="285" y="82"/>
                    <a:pt x="285" y="81"/>
                    <a:pt x="286" y="81"/>
                  </a:cubicBezTo>
                  <a:cubicBezTo>
                    <a:pt x="286" y="80"/>
                    <a:pt x="288" y="80"/>
                    <a:pt x="288" y="79"/>
                  </a:cubicBezTo>
                  <a:close/>
                  <a:moveTo>
                    <a:pt x="319" y="65"/>
                  </a:moveTo>
                  <a:cubicBezTo>
                    <a:pt x="318" y="65"/>
                    <a:pt x="318" y="65"/>
                    <a:pt x="318" y="65"/>
                  </a:cubicBezTo>
                  <a:cubicBezTo>
                    <a:pt x="318" y="66"/>
                    <a:pt x="318" y="66"/>
                    <a:pt x="317" y="67"/>
                  </a:cubicBezTo>
                  <a:cubicBezTo>
                    <a:pt x="317" y="67"/>
                    <a:pt x="317" y="67"/>
                    <a:pt x="316" y="67"/>
                  </a:cubicBezTo>
                  <a:cubicBezTo>
                    <a:pt x="316" y="68"/>
                    <a:pt x="316" y="68"/>
                    <a:pt x="316" y="69"/>
                  </a:cubicBezTo>
                  <a:cubicBezTo>
                    <a:pt x="315" y="69"/>
                    <a:pt x="315" y="69"/>
                    <a:pt x="315" y="69"/>
                  </a:cubicBezTo>
                  <a:cubicBezTo>
                    <a:pt x="315" y="70"/>
                    <a:pt x="315" y="70"/>
                    <a:pt x="315" y="70"/>
                  </a:cubicBezTo>
                  <a:cubicBezTo>
                    <a:pt x="314" y="70"/>
                    <a:pt x="314" y="70"/>
                    <a:pt x="314" y="71"/>
                  </a:cubicBezTo>
                  <a:cubicBezTo>
                    <a:pt x="314" y="73"/>
                    <a:pt x="313" y="73"/>
                    <a:pt x="314" y="75"/>
                  </a:cubicBezTo>
                  <a:cubicBezTo>
                    <a:pt x="315" y="75"/>
                    <a:pt x="316" y="75"/>
                    <a:pt x="318" y="76"/>
                  </a:cubicBezTo>
                  <a:cubicBezTo>
                    <a:pt x="318" y="77"/>
                    <a:pt x="318" y="77"/>
                    <a:pt x="318" y="78"/>
                  </a:cubicBezTo>
                  <a:cubicBezTo>
                    <a:pt x="318" y="78"/>
                    <a:pt x="318" y="78"/>
                    <a:pt x="318" y="78"/>
                  </a:cubicBezTo>
                  <a:cubicBezTo>
                    <a:pt x="318" y="79"/>
                    <a:pt x="318" y="80"/>
                    <a:pt x="318" y="81"/>
                  </a:cubicBezTo>
                  <a:cubicBezTo>
                    <a:pt x="318" y="81"/>
                    <a:pt x="315" y="85"/>
                    <a:pt x="315" y="85"/>
                  </a:cubicBezTo>
                  <a:cubicBezTo>
                    <a:pt x="314" y="85"/>
                    <a:pt x="314" y="85"/>
                    <a:pt x="313" y="85"/>
                  </a:cubicBezTo>
                  <a:cubicBezTo>
                    <a:pt x="312" y="86"/>
                    <a:pt x="312" y="87"/>
                    <a:pt x="311" y="87"/>
                  </a:cubicBezTo>
                  <a:cubicBezTo>
                    <a:pt x="309" y="88"/>
                    <a:pt x="306" y="87"/>
                    <a:pt x="303" y="88"/>
                  </a:cubicBezTo>
                  <a:cubicBezTo>
                    <a:pt x="303" y="88"/>
                    <a:pt x="303" y="88"/>
                    <a:pt x="302" y="87"/>
                  </a:cubicBezTo>
                  <a:cubicBezTo>
                    <a:pt x="302" y="88"/>
                    <a:pt x="302" y="88"/>
                    <a:pt x="301" y="88"/>
                  </a:cubicBezTo>
                  <a:cubicBezTo>
                    <a:pt x="301" y="88"/>
                    <a:pt x="299" y="87"/>
                    <a:pt x="298" y="87"/>
                  </a:cubicBezTo>
                  <a:cubicBezTo>
                    <a:pt x="298" y="87"/>
                    <a:pt x="297" y="88"/>
                    <a:pt x="296" y="88"/>
                  </a:cubicBezTo>
                  <a:cubicBezTo>
                    <a:pt x="296" y="88"/>
                    <a:pt x="295" y="88"/>
                    <a:pt x="294" y="88"/>
                  </a:cubicBezTo>
                  <a:cubicBezTo>
                    <a:pt x="293" y="88"/>
                    <a:pt x="291" y="88"/>
                    <a:pt x="290" y="88"/>
                  </a:cubicBezTo>
                  <a:cubicBezTo>
                    <a:pt x="290" y="87"/>
                    <a:pt x="286" y="87"/>
                    <a:pt x="285" y="88"/>
                  </a:cubicBezTo>
                  <a:cubicBezTo>
                    <a:pt x="285" y="91"/>
                    <a:pt x="287" y="93"/>
                    <a:pt x="287" y="95"/>
                  </a:cubicBezTo>
                  <a:cubicBezTo>
                    <a:pt x="287" y="96"/>
                    <a:pt x="286" y="97"/>
                    <a:pt x="285" y="97"/>
                  </a:cubicBezTo>
                  <a:cubicBezTo>
                    <a:pt x="285" y="95"/>
                    <a:pt x="282" y="95"/>
                    <a:pt x="281" y="95"/>
                  </a:cubicBezTo>
                  <a:cubicBezTo>
                    <a:pt x="280" y="94"/>
                    <a:pt x="279" y="93"/>
                    <a:pt x="279" y="92"/>
                  </a:cubicBezTo>
                  <a:cubicBezTo>
                    <a:pt x="279" y="92"/>
                    <a:pt x="279" y="91"/>
                    <a:pt x="278" y="91"/>
                  </a:cubicBezTo>
                  <a:cubicBezTo>
                    <a:pt x="277" y="91"/>
                    <a:pt x="277" y="90"/>
                    <a:pt x="276" y="89"/>
                  </a:cubicBezTo>
                  <a:cubicBezTo>
                    <a:pt x="276" y="87"/>
                    <a:pt x="273" y="84"/>
                    <a:pt x="273" y="82"/>
                  </a:cubicBezTo>
                  <a:cubicBezTo>
                    <a:pt x="273" y="81"/>
                    <a:pt x="273" y="81"/>
                    <a:pt x="273" y="80"/>
                  </a:cubicBezTo>
                  <a:cubicBezTo>
                    <a:pt x="272" y="79"/>
                    <a:pt x="272" y="77"/>
                    <a:pt x="271" y="75"/>
                  </a:cubicBezTo>
                  <a:cubicBezTo>
                    <a:pt x="273" y="74"/>
                    <a:pt x="272" y="69"/>
                    <a:pt x="272" y="68"/>
                  </a:cubicBezTo>
                  <a:cubicBezTo>
                    <a:pt x="273" y="67"/>
                    <a:pt x="273" y="67"/>
                    <a:pt x="273" y="66"/>
                  </a:cubicBezTo>
                  <a:cubicBezTo>
                    <a:pt x="273" y="66"/>
                    <a:pt x="273" y="66"/>
                    <a:pt x="273" y="66"/>
                  </a:cubicBezTo>
                  <a:cubicBezTo>
                    <a:pt x="273" y="65"/>
                    <a:pt x="274" y="63"/>
                    <a:pt x="274" y="62"/>
                  </a:cubicBezTo>
                  <a:cubicBezTo>
                    <a:pt x="274" y="61"/>
                    <a:pt x="274" y="61"/>
                    <a:pt x="273" y="60"/>
                  </a:cubicBezTo>
                  <a:cubicBezTo>
                    <a:pt x="274" y="61"/>
                    <a:pt x="275" y="61"/>
                    <a:pt x="275" y="60"/>
                  </a:cubicBezTo>
                  <a:cubicBezTo>
                    <a:pt x="276" y="60"/>
                    <a:pt x="276" y="59"/>
                    <a:pt x="276" y="59"/>
                  </a:cubicBezTo>
                  <a:cubicBezTo>
                    <a:pt x="276" y="58"/>
                    <a:pt x="276" y="58"/>
                    <a:pt x="276" y="58"/>
                  </a:cubicBezTo>
                  <a:cubicBezTo>
                    <a:pt x="277" y="58"/>
                    <a:pt x="277" y="57"/>
                    <a:pt x="278" y="57"/>
                  </a:cubicBezTo>
                  <a:cubicBezTo>
                    <a:pt x="279" y="56"/>
                    <a:pt x="282" y="57"/>
                    <a:pt x="282" y="58"/>
                  </a:cubicBezTo>
                  <a:cubicBezTo>
                    <a:pt x="283" y="58"/>
                    <a:pt x="283" y="59"/>
                    <a:pt x="283" y="59"/>
                  </a:cubicBezTo>
                  <a:cubicBezTo>
                    <a:pt x="284" y="59"/>
                    <a:pt x="284" y="59"/>
                    <a:pt x="285" y="59"/>
                  </a:cubicBezTo>
                  <a:cubicBezTo>
                    <a:pt x="285" y="58"/>
                    <a:pt x="285" y="58"/>
                    <a:pt x="285" y="58"/>
                  </a:cubicBezTo>
                  <a:cubicBezTo>
                    <a:pt x="285" y="57"/>
                    <a:pt x="285" y="57"/>
                    <a:pt x="285" y="57"/>
                  </a:cubicBezTo>
                  <a:cubicBezTo>
                    <a:pt x="285" y="56"/>
                    <a:pt x="285" y="55"/>
                    <a:pt x="286" y="54"/>
                  </a:cubicBezTo>
                  <a:cubicBezTo>
                    <a:pt x="286" y="54"/>
                    <a:pt x="286" y="54"/>
                    <a:pt x="286" y="54"/>
                  </a:cubicBezTo>
                  <a:cubicBezTo>
                    <a:pt x="287" y="52"/>
                    <a:pt x="286" y="52"/>
                    <a:pt x="287" y="51"/>
                  </a:cubicBezTo>
                  <a:cubicBezTo>
                    <a:pt x="287" y="50"/>
                    <a:pt x="289" y="50"/>
                    <a:pt x="291" y="51"/>
                  </a:cubicBezTo>
                  <a:cubicBezTo>
                    <a:pt x="294" y="52"/>
                    <a:pt x="296" y="53"/>
                    <a:pt x="299" y="51"/>
                  </a:cubicBezTo>
                  <a:cubicBezTo>
                    <a:pt x="299" y="50"/>
                    <a:pt x="299" y="50"/>
                    <a:pt x="299" y="50"/>
                  </a:cubicBezTo>
                  <a:cubicBezTo>
                    <a:pt x="301" y="48"/>
                    <a:pt x="305" y="47"/>
                    <a:pt x="306" y="45"/>
                  </a:cubicBezTo>
                  <a:cubicBezTo>
                    <a:pt x="307" y="46"/>
                    <a:pt x="307" y="45"/>
                    <a:pt x="307" y="45"/>
                  </a:cubicBezTo>
                  <a:cubicBezTo>
                    <a:pt x="309" y="45"/>
                    <a:pt x="311" y="46"/>
                    <a:pt x="313" y="46"/>
                  </a:cubicBezTo>
                  <a:cubicBezTo>
                    <a:pt x="313" y="45"/>
                    <a:pt x="314" y="45"/>
                    <a:pt x="315" y="44"/>
                  </a:cubicBezTo>
                  <a:cubicBezTo>
                    <a:pt x="315" y="45"/>
                    <a:pt x="316" y="45"/>
                    <a:pt x="316" y="45"/>
                  </a:cubicBezTo>
                  <a:cubicBezTo>
                    <a:pt x="317" y="45"/>
                    <a:pt x="318" y="44"/>
                    <a:pt x="319" y="45"/>
                  </a:cubicBezTo>
                  <a:cubicBezTo>
                    <a:pt x="319" y="45"/>
                    <a:pt x="322" y="48"/>
                    <a:pt x="323" y="48"/>
                  </a:cubicBezTo>
                  <a:cubicBezTo>
                    <a:pt x="322" y="49"/>
                    <a:pt x="322" y="50"/>
                    <a:pt x="322" y="51"/>
                  </a:cubicBezTo>
                  <a:cubicBezTo>
                    <a:pt x="320" y="51"/>
                    <a:pt x="322" y="55"/>
                    <a:pt x="321" y="56"/>
                  </a:cubicBezTo>
                  <a:cubicBezTo>
                    <a:pt x="321" y="57"/>
                    <a:pt x="320" y="57"/>
                    <a:pt x="320" y="57"/>
                  </a:cubicBezTo>
                  <a:cubicBezTo>
                    <a:pt x="320" y="58"/>
                    <a:pt x="320" y="59"/>
                    <a:pt x="320" y="60"/>
                  </a:cubicBezTo>
                  <a:cubicBezTo>
                    <a:pt x="320" y="61"/>
                    <a:pt x="320" y="62"/>
                    <a:pt x="320" y="63"/>
                  </a:cubicBezTo>
                  <a:cubicBezTo>
                    <a:pt x="319" y="63"/>
                    <a:pt x="319" y="63"/>
                    <a:pt x="319" y="63"/>
                  </a:cubicBezTo>
                  <a:cubicBezTo>
                    <a:pt x="319" y="64"/>
                    <a:pt x="319" y="65"/>
                    <a:pt x="319" y="65"/>
                  </a:cubicBezTo>
                  <a:close/>
                  <a:moveTo>
                    <a:pt x="313" y="26"/>
                  </a:moveTo>
                  <a:cubicBezTo>
                    <a:pt x="313" y="26"/>
                    <a:pt x="313" y="26"/>
                    <a:pt x="312" y="26"/>
                  </a:cubicBezTo>
                  <a:cubicBezTo>
                    <a:pt x="311" y="27"/>
                    <a:pt x="309" y="28"/>
                    <a:pt x="307" y="29"/>
                  </a:cubicBezTo>
                  <a:cubicBezTo>
                    <a:pt x="306" y="29"/>
                    <a:pt x="305" y="29"/>
                    <a:pt x="304" y="29"/>
                  </a:cubicBezTo>
                  <a:cubicBezTo>
                    <a:pt x="304" y="29"/>
                    <a:pt x="304" y="29"/>
                    <a:pt x="303" y="30"/>
                  </a:cubicBezTo>
                  <a:cubicBezTo>
                    <a:pt x="303" y="30"/>
                    <a:pt x="303" y="30"/>
                    <a:pt x="302" y="30"/>
                  </a:cubicBezTo>
                  <a:cubicBezTo>
                    <a:pt x="301" y="29"/>
                    <a:pt x="300" y="29"/>
                    <a:pt x="300" y="30"/>
                  </a:cubicBezTo>
                  <a:cubicBezTo>
                    <a:pt x="298" y="29"/>
                    <a:pt x="296" y="30"/>
                    <a:pt x="295" y="31"/>
                  </a:cubicBezTo>
                  <a:cubicBezTo>
                    <a:pt x="295" y="32"/>
                    <a:pt x="288" y="37"/>
                    <a:pt x="287" y="38"/>
                  </a:cubicBezTo>
                  <a:cubicBezTo>
                    <a:pt x="285" y="39"/>
                    <a:pt x="283" y="43"/>
                    <a:pt x="282" y="45"/>
                  </a:cubicBezTo>
                  <a:cubicBezTo>
                    <a:pt x="281" y="45"/>
                    <a:pt x="281" y="46"/>
                    <a:pt x="281" y="46"/>
                  </a:cubicBezTo>
                  <a:cubicBezTo>
                    <a:pt x="279" y="50"/>
                    <a:pt x="274" y="53"/>
                    <a:pt x="272" y="58"/>
                  </a:cubicBezTo>
                  <a:cubicBezTo>
                    <a:pt x="272" y="58"/>
                    <a:pt x="272" y="58"/>
                    <a:pt x="271" y="58"/>
                  </a:cubicBezTo>
                  <a:cubicBezTo>
                    <a:pt x="271" y="58"/>
                    <a:pt x="270" y="59"/>
                    <a:pt x="270" y="60"/>
                  </a:cubicBezTo>
                  <a:cubicBezTo>
                    <a:pt x="271" y="60"/>
                    <a:pt x="271" y="60"/>
                    <a:pt x="271" y="60"/>
                  </a:cubicBezTo>
                  <a:cubicBezTo>
                    <a:pt x="271" y="61"/>
                    <a:pt x="268" y="66"/>
                    <a:pt x="268" y="67"/>
                  </a:cubicBezTo>
                  <a:cubicBezTo>
                    <a:pt x="268" y="67"/>
                    <a:pt x="267" y="66"/>
                    <a:pt x="267" y="67"/>
                  </a:cubicBezTo>
                  <a:cubicBezTo>
                    <a:pt x="267" y="67"/>
                    <a:pt x="267" y="67"/>
                    <a:pt x="266" y="67"/>
                  </a:cubicBezTo>
                  <a:cubicBezTo>
                    <a:pt x="266" y="67"/>
                    <a:pt x="266" y="67"/>
                    <a:pt x="266" y="67"/>
                  </a:cubicBezTo>
                  <a:cubicBezTo>
                    <a:pt x="267" y="68"/>
                    <a:pt x="267" y="68"/>
                    <a:pt x="267" y="68"/>
                  </a:cubicBezTo>
                  <a:cubicBezTo>
                    <a:pt x="266" y="70"/>
                    <a:pt x="265" y="72"/>
                    <a:pt x="264" y="74"/>
                  </a:cubicBezTo>
                  <a:cubicBezTo>
                    <a:pt x="264" y="74"/>
                    <a:pt x="264" y="73"/>
                    <a:pt x="263" y="74"/>
                  </a:cubicBezTo>
                  <a:cubicBezTo>
                    <a:pt x="263" y="74"/>
                    <a:pt x="263" y="74"/>
                    <a:pt x="263" y="74"/>
                  </a:cubicBezTo>
                  <a:cubicBezTo>
                    <a:pt x="263" y="74"/>
                    <a:pt x="263" y="74"/>
                    <a:pt x="263" y="75"/>
                  </a:cubicBezTo>
                  <a:cubicBezTo>
                    <a:pt x="263" y="75"/>
                    <a:pt x="263" y="75"/>
                    <a:pt x="263" y="75"/>
                  </a:cubicBezTo>
                  <a:cubicBezTo>
                    <a:pt x="263" y="77"/>
                    <a:pt x="261" y="79"/>
                    <a:pt x="260" y="80"/>
                  </a:cubicBezTo>
                  <a:cubicBezTo>
                    <a:pt x="260" y="81"/>
                    <a:pt x="260" y="81"/>
                    <a:pt x="260" y="81"/>
                  </a:cubicBezTo>
                  <a:cubicBezTo>
                    <a:pt x="260" y="82"/>
                    <a:pt x="259" y="82"/>
                    <a:pt x="259" y="83"/>
                  </a:cubicBezTo>
                  <a:cubicBezTo>
                    <a:pt x="259" y="83"/>
                    <a:pt x="259" y="83"/>
                    <a:pt x="259" y="84"/>
                  </a:cubicBezTo>
                  <a:cubicBezTo>
                    <a:pt x="258" y="84"/>
                    <a:pt x="258" y="85"/>
                    <a:pt x="257" y="86"/>
                  </a:cubicBezTo>
                  <a:cubicBezTo>
                    <a:pt x="256" y="88"/>
                    <a:pt x="255" y="91"/>
                    <a:pt x="253" y="93"/>
                  </a:cubicBezTo>
                  <a:cubicBezTo>
                    <a:pt x="252" y="93"/>
                    <a:pt x="252" y="93"/>
                    <a:pt x="252" y="93"/>
                  </a:cubicBezTo>
                  <a:cubicBezTo>
                    <a:pt x="252" y="94"/>
                    <a:pt x="252" y="94"/>
                    <a:pt x="252" y="95"/>
                  </a:cubicBezTo>
                  <a:cubicBezTo>
                    <a:pt x="252" y="95"/>
                    <a:pt x="251" y="95"/>
                    <a:pt x="250" y="95"/>
                  </a:cubicBezTo>
                  <a:cubicBezTo>
                    <a:pt x="250" y="95"/>
                    <a:pt x="250" y="95"/>
                    <a:pt x="250" y="95"/>
                  </a:cubicBezTo>
                  <a:cubicBezTo>
                    <a:pt x="250" y="95"/>
                    <a:pt x="250" y="96"/>
                    <a:pt x="250" y="96"/>
                  </a:cubicBezTo>
                  <a:cubicBezTo>
                    <a:pt x="251" y="96"/>
                    <a:pt x="251" y="96"/>
                    <a:pt x="251" y="96"/>
                  </a:cubicBezTo>
                  <a:cubicBezTo>
                    <a:pt x="250" y="98"/>
                    <a:pt x="248" y="100"/>
                    <a:pt x="246" y="102"/>
                  </a:cubicBezTo>
                  <a:cubicBezTo>
                    <a:pt x="246" y="102"/>
                    <a:pt x="246" y="102"/>
                    <a:pt x="246" y="102"/>
                  </a:cubicBezTo>
                  <a:cubicBezTo>
                    <a:pt x="246" y="101"/>
                    <a:pt x="246" y="101"/>
                    <a:pt x="246" y="100"/>
                  </a:cubicBezTo>
                  <a:cubicBezTo>
                    <a:pt x="246" y="100"/>
                    <a:pt x="246" y="100"/>
                    <a:pt x="246" y="100"/>
                  </a:cubicBezTo>
                  <a:cubicBezTo>
                    <a:pt x="245" y="100"/>
                    <a:pt x="245" y="100"/>
                    <a:pt x="245" y="101"/>
                  </a:cubicBezTo>
                  <a:cubicBezTo>
                    <a:pt x="245" y="101"/>
                    <a:pt x="245" y="101"/>
                    <a:pt x="245" y="101"/>
                  </a:cubicBezTo>
                  <a:cubicBezTo>
                    <a:pt x="245" y="101"/>
                    <a:pt x="245" y="102"/>
                    <a:pt x="245" y="102"/>
                  </a:cubicBezTo>
                  <a:cubicBezTo>
                    <a:pt x="245" y="102"/>
                    <a:pt x="245" y="102"/>
                    <a:pt x="246" y="102"/>
                  </a:cubicBezTo>
                  <a:cubicBezTo>
                    <a:pt x="246" y="102"/>
                    <a:pt x="245" y="102"/>
                    <a:pt x="245" y="102"/>
                  </a:cubicBezTo>
                  <a:cubicBezTo>
                    <a:pt x="245" y="102"/>
                    <a:pt x="245" y="102"/>
                    <a:pt x="245" y="103"/>
                  </a:cubicBezTo>
                  <a:cubicBezTo>
                    <a:pt x="245" y="103"/>
                    <a:pt x="245" y="103"/>
                    <a:pt x="245" y="103"/>
                  </a:cubicBezTo>
                  <a:cubicBezTo>
                    <a:pt x="245" y="104"/>
                    <a:pt x="244" y="105"/>
                    <a:pt x="244" y="106"/>
                  </a:cubicBezTo>
                  <a:cubicBezTo>
                    <a:pt x="244" y="106"/>
                    <a:pt x="244" y="107"/>
                    <a:pt x="244" y="108"/>
                  </a:cubicBezTo>
                  <a:cubicBezTo>
                    <a:pt x="243" y="108"/>
                    <a:pt x="242" y="109"/>
                    <a:pt x="242" y="110"/>
                  </a:cubicBezTo>
                  <a:cubicBezTo>
                    <a:pt x="242" y="110"/>
                    <a:pt x="241" y="110"/>
                    <a:pt x="241" y="110"/>
                  </a:cubicBezTo>
                  <a:cubicBezTo>
                    <a:pt x="241" y="109"/>
                    <a:pt x="241" y="109"/>
                    <a:pt x="240" y="109"/>
                  </a:cubicBezTo>
                  <a:cubicBezTo>
                    <a:pt x="241" y="108"/>
                    <a:pt x="241" y="107"/>
                    <a:pt x="241" y="106"/>
                  </a:cubicBezTo>
                  <a:cubicBezTo>
                    <a:pt x="240" y="105"/>
                    <a:pt x="239" y="102"/>
                    <a:pt x="240" y="100"/>
                  </a:cubicBezTo>
                  <a:cubicBezTo>
                    <a:pt x="240" y="100"/>
                    <a:pt x="240" y="100"/>
                    <a:pt x="241" y="100"/>
                  </a:cubicBezTo>
                  <a:cubicBezTo>
                    <a:pt x="241" y="100"/>
                    <a:pt x="241" y="100"/>
                    <a:pt x="242" y="100"/>
                  </a:cubicBezTo>
                  <a:cubicBezTo>
                    <a:pt x="245" y="99"/>
                    <a:pt x="247" y="96"/>
                    <a:pt x="249" y="93"/>
                  </a:cubicBezTo>
                  <a:cubicBezTo>
                    <a:pt x="249" y="92"/>
                    <a:pt x="248" y="92"/>
                    <a:pt x="249" y="91"/>
                  </a:cubicBezTo>
                  <a:cubicBezTo>
                    <a:pt x="250" y="91"/>
                    <a:pt x="250" y="91"/>
                    <a:pt x="251" y="90"/>
                  </a:cubicBezTo>
                  <a:cubicBezTo>
                    <a:pt x="250" y="88"/>
                    <a:pt x="250" y="89"/>
                    <a:pt x="252" y="88"/>
                  </a:cubicBezTo>
                  <a:cubicBezTo>
                    <a:pt x="252" y="87"/>
                    <a:pt x="252" y="85"/>
                    <a:pt x="252" y="85"/>
                  </a:cubicBezTo>
                  <a:cubicBezTo>
                    <a:pt x="252" y="85"/>
                    <a:pt x="253" y="84"/>
                    <a:pt x="253" y="84"/>
                  </a:cubicBezTo>
                  <a:cubicBezTo>
                    <a:pt x="254" y="83"/>
                    <a:pt x="253" y="82"/>
                    <a:pt x="253" y="81"/>
                  </a:cubicBezTo>
                  <a:cubicBezTo>
                    <a:pt x="254" y="81"/>
                    <a:pt x="254" y="80"/>
                    <a:pt x="255" y="80"/>
                  </a:cubicBezTo>
                  <a:cubicBezTo>
                    <a:pt x="255" y="80"/>
                    <a:pt x="255" y="80"/>
                    <a:pt x="255" y="80"/>
                  </a:cubicBezTo>
                  <a:cubicBezTo>
                    <a:pt x="255" y="79"/>
                    <a:pt x="255" y="79"/>
                    <a:pt x="254" y="78"/>
                  </a:cubicBezTo>
                  <a:cubicBezTo>
                    <a:pt x="255" y="78"/>
                    <a:pt x="255" y="77"/>
                    <a:pt x="256" y="77"/>
                  </a:cubicBezTo>
                  <a:cubicBezTo>
                    <a:pt x="257" y="77"/>
                    <a:pt x="257" y="74"/>
                    <a:pt x="258" y="73"/>
                  </a:cubicBezTo>
                  <a:cubicBezTo>
                    <a:pt x="258" y="73"/>
                    <a:pt x="259" y="73"/>
                    <a:pt x="259" y="73"/>
                  </a:cubicBezTo>
                  <a:cubicBezTo>
                    <a:pt x="259" y="70"/>
                    <a:pt x="261" y="69"/>
                    <a:pt x="262" y="67"/>
                  </a:cubicBezTo>
                  <a:cubicBezTo>
                    <a:pt x="262" y="67"/>
                    <a:pt x="262" y="66"/>
                    <a:pt x="262" y="66"/>
                  </a:cubicBezTo>
                  <a:cubicBezTo>
                    <a:pt x="263" y="65"/>
                    <a:pt x="262" y="65"/>
                    <a:pt x="263" y="64"/>
                  </a:cubicBezTo>
                  <a:cubicBezTo>
                    <a:pt x="263" y="63"/>
                    <a:pt x="264" y="63"/>
                    <a:pt x="265" y="62"/>
                  </a:cubicBezTo>
                  <a:cubicBezTo>
                    <a:pt x="265" y="62"/>
                    <a:pt x="265" y="62"/>
                    <a:pt x="265" y="62"/>
                  </a:cubicBezTo>
                  <a:cubicBezTo>
                    <a:pt x="265" y="61"/>
                    <a:pt x="265" y="61"/>
                    <a:pt x="265" y="60"/>
                  </a:cubicBezTo>
                  <a:cubicBezTo>
                    <a:pt x="266" y="60"/>
                    <a:pt x="267" y="58"/>
                    <a:pt x="267" y="57"/>
                  </a:cubicBezTo>
                  <a:cubicBezTo>
                    <a:pt x="268" y="56"/>
                    <a:pt x="268" y="56"/>
                    <a:pt x="268" y="55"/>
                  </a:cubicBezTo>
                  <a:cubicBezTo>
                    <a:pt x="269" y="54"/>
                    <a:pt x="270" y="53"/>
                    <a:pt x="270" y="52"/>
                  </a:cubicBezTo>
                  <a:cubicBezTo>
                    <a:pt x="270" y="51"/>
                    <a:pt x="270" y="51"/>
                    <a:pt x="270" y="50"/>
                  </a:cubicBezTo>
                  <a:cubicBezTo>
                    <a:pt x="271" y="49"/>
                    <a:pt x="272" y="49"/>
                    <a:pt x="272" y="47"/>
                  </a:cubicBezTo>
                  <a:cubicBezTo>
                    <a:pt x="272" y="47"/>
                    <a:pt x="273" y="47"/>
                    <a:pt x="273" y="47"/>
                  </a:cubicBezTo>
                  <a:cubicBezTo>
                    <a:pt x="273" y="46"/>
                    <a:pt x="273" y="45"/>
                    <a:pt x="273" y="45"/>
                  </a:cubicBezTo>
                  <a:cubicBezTo>
                    <a:pt x="274" y="45"/>
                    <a:pt x="274" y="44"/>
                    <a:pt x="274" y="43"/>
                  </a:cubicBezTo>
                  <a:cubicBezTo>
                    <a:pt x="274" y="43"/>
                    <a:pt x="274" y="43"/>
                    <a:pt x="274" y="42"/>
                  </a:cubicBezTo>
                  <a:cubicBezTo>
                    <a:pt x="274" y="42"/>
                    <a:pt x="274" y="42"/>
                    <a:pt x="274" y="42"/>
                  </a:cubicBezTo>
                  <a:cubicBezTo>
                    <a:pt x="275" y="42"/>
                    <a:pt x="275" y="42"/>
                    <a:pt x="275" y="42"/>
                  </a:cubicBezTo>
                  <a:cubicBezTo>
                    <a:pt x="275" y="40"/>
                    <a:pt x="276" y="40"/>
                    <a:pt x="277" y="38"/>
                  </a:cubicBezTo>
                  <a:cubicBezTo>
                    <a:pt x="277" y="36"/>
                    <a:pt x="278" y="33"/>
                    <a:pt x="278" y="31"/>
                  </a:cubicBezTo>
                  <a:cubicBezTo>
                    <a:pt x="278" y="30"/>
                    <a:pt x="277" y="29"/>
                    <a:pt x="276" y="29"/>
                  </a:cubicBezTo>
                  <a:cubicBezTo>
                    <a:pt x="276" y="28"/>
                    <a:pt x="276" y="27"/>
                    <a:pt x="276" y="26"/>
                  </a:cubicBezTo>
                  <a:cubicBezTo>
                    <a:pt x="277" y="25"/>
                    <a:pt x="278" y="23"/>
                    <a:pt x="279" y="22"/>
                  </a:cubicBezTo>
                  <a:cubicBezTo>
                    <a:pt x="279" y="22"/>
                    <a:pt x="279" y="22"/>
                    <a:pt x="280" y="22"/>
                  </a:cubicBezTo>
                  <a:cubicBezTo>
                    <a:pt x="280" y="21"/>
                    <a:pt x="280" y="20"/>
                    <a:pt x="280" y="19"/>
                  </a:cubicBezTo>
                  <a:cubicBezTo>
                    <a:pt x="281" y="19"/>
                    <a:pt x="282" y="19"/>
                    <a:pt x="283" y="18"/>
                  </a:cubicBezTo>
                  <a:cubicBezTo>
                    <a:pt x="284" y="18"/>
                    <a:pt x="287" y="19"/>
                    <a:pt x="289" y="18"/>
                  </a:cubicBezTo>
                  <a:cubicBezTo>
                    <a:pt x="290" y="18"/>
                    <a:pt x="293" y="17"/>
                    <a:pt x="295" y="16"/>
                  </a:cubicBezTo>
                  <a:cubicBezTo>
                    <a:pt x="295" y="16"/>
                    <a:pt x="298" y="16"/>
                    <a:pt x="298" y="15"/>
                  </a:cubicBezTo>
                  <a:cubicBezTo>
                    <a:pt x="299" y="15"/>
                    <a:pt x="299" y="15"/>
                    <a:pt x="299" y="15"/>
                  </a:cubicBezTo>
                  <a:cubicBezTo>
                    <a:pt x="299" y="15"/>
                    <a:pt x="299" y="15"/>
                    <a:pt x="300" y="15"/>
                  </a:cubicBezTo>
                  <a:cubicBezTo>
                    <a:pt x="300" y="15"/>
                    <a:pt x="300" y="14"/>
                    <a:pt x="301" y="14"/>
                  </a:cubicBezTo>
                  <a:cubicBezTo>
                    <a:pt x="301" y="14"/>
                    <a:pt x="302" y="14"/>
                    <a:pt x="303" y="14"/>
                  </a:cubicBezTo>
                  <a:cubicBezTo>
                    <a:pt x="304" y="14"/>
                    <a:pt x="304" y="13"/>
                    <a:pt x="305" y="12"/>
                  </a:cubicBezTo>
                  <a:cubicBezTo>
                    <a:pt x="305" y="12"/>
                    <a:pt x="305" y="12"/>
                    <a:pt x="305" y="12"/>
                  </a:cubicBezTo>
                  <a:cubicBezTo>
                    <a:pt x="306" y="12"/>
                    <a:pt x="306" y="12"/>
                    <a:pt x="306" y="11"/>
                  </a:cubicBezTo>
                  <a:cubicBezTo>
                    <a:pt x="307" y="11"/>
                    <a:pt x="308" y="11"/>
                    <a:pt x="308" y="11"/>
                  </a:cubicBezTo>
                  <a:cubicBezTo>
                    <a:pt x="309" y="11"/>
                    <a:pt x="309" y="12"/>
                    <a:pt x="309" y="12"/>
                  </a:cubicBezTo>
                  <a:cubicBezTo>
                    <a:pt x="310" y="12"/>
                    <a:pt x="312" y="12"/>
                    <a:pt x="313" y="12"/>
                  </a:cubicBezTo>
                  <a:cubicBezTo>
                    <a:pt x="313" y="12"/>
                    <a:pt x="313" y="13"/>
                    <a:pt x="313" y="13"/>
                  </a:cubicBezTo>
                  <a:cubicBezTo>
                    <a:pt x="313" y="13"/>
                    <a:pt x="314" y="13"/>
                    <a:pt x="314" y="13"/>
                  </a:cubicBezTo>
                  <a:cubicBezTo>
                    <a:pt x="314" y="14"/>
                    <a:pt x="314" y="15"/>
                    <a:pt x="315" y="15"/>
                  </a:cubicBezTo>
                  <a:cubicBezTo>
                    <a:pt x="315" y="15"/>
                    <a:pt x="315" y="15"/>
                    <a:pt x="316" y="15"/>
                  </a:cubicBezTo>
                  <a:cubicBezTo>
                    <a:pt x="316" y="16"/>
                    <a:pt x="318" y="18"/>
                    <a:pt x="318" y="19"/>
                  </a:cubicBezTo>
                  <a:cubicBezTo>
                    <a:pt x="318" y="19"/>
                    <a:pt x="318" y="20"/>
                    <a:pt x="318" y="20"/>
                  </a:cubicBezTo>
                  <a:cubicBezTo>
                    <a:pt x="318" y="20"/>
                    <a:pt x="317" y="21"/>
                    <a:pt x="316" y="21"/>
                  </a:cubicBezTo>
                  <a:cubicBezTo>
                    <a:pt x="316" y="22"/>
                    <a:pt x="316" y="23"/>
                    <a:pt x="316" y="23"/>
                  </a:cubicBezTo>
                  <a:cubicBezTo>
                    <a:pt x="315" y="23"/>
                    <a:pt x="315" y="24"/>
                    <a:pt x="314" y="24"/>
                  </a:cubicBezTo>
                  <a:cubicBezTo>
                    <a:pt x="314" y="25"/>
                    <a:pt x="313" y="25"/>
                    <a:pt x="313" y="25"/>
                  </a:cubicBezTo>
                  <a:cubicBezTo>
                    <a:pt x="313" y="25"/>
                    <a:pt x="313" y="25"/>
                    <a:pt x="313" y="26"/>
                  </a:cubicBezTo>
                  <a:close/>
                  <a:moveTo>
                    <a:pt x="403" y="54"/>
                  </a:moveTo>
                  <a:cubicBezTo>
                    <a:pt x="403" y="55"/>
                    <a:pt x="401" y="56"/>
                    <a:pt x="401" y="57"/>
                  </a:cubicBezTo>
                  <a:cubicBezTo>
                    <a:pt x="400" y="58"/>
                    <a:pt x="400" y="58"/>
                    <a:pt x="400" y="59"/>
                  </a:cubicBezTo>
                  <a:cubicBezTo>
                    <a:pt x="399" y="60"/>
                    <a:pt x="398" y="61"/>
                    <a:pt x="397" y="62"/>
                  </a:cubicBezTo>
                  <a:cubicBezTo>
                    <a:pt x="397" y="63"/>
                    <a:pt x="397" y="63"/>
                    <a:pt x="397" y="64"/>
                  </a:cubicBezTo>
                  <a:cubicBezTo>
                    <a:pt x="396" y="64"/>
                    <a:pt x="396" y="64"/>
                    <a:pt x="396" y="65"/>
                  </a:cubicBezTo>
                  <a:cubicBezTo>
                    <a:pt x="396" y="65"/>
                    <a:pt x="396" y="65"/>
                    <a:pt x="396" y="66"/>
                  </a:cubicBezTo>
                  <a:cubicBezTo>
                    <a:pt x="395" y="67"/>
                    <a:pt x="394" y="68"/>
                    <a:pt x="393" y="69"/>
                  </a:cubicBezTo>
                  <a:cubicBezTo>
                    <a:pt x="393" y="70"/>
                    <a:pt x="393" y="71"/>
                    <a:pt x="392" y="71"/>
                  </a:cubicBezTo>
                  <a:cubicBezTo>
                    <a:pt x="392" y="72"/>
                    <a:pt x="391" y="72"/>
                    <a:pt x="391" y="72"/>
                  </a:cubicBezTo>
                  <a:cubicBezTo>
                    <a:pt x="391" y="73"/>
                    <a:pt x="391" y="73"/>
                    <a:pt x="390" y="74"/>
                  </a:cubicBezTo>
                  <a:cubicBezTo>
                    <a:pt x="388" y="78"/>
                    <a:pt x="385" y="82"/>
                    <a:pt x="383" y="86"/>
                  </a:cubicBezTo>
                  <a:cubicBezTo>
                    <a:pt x="382" y="87"/>
                    <a:pt x="383" y="89"/>
                    <a:pt x="383" y="91"/>
                  </a:cubicBezTo>
                  <a:cubicBezTo>
                    <a:pt x="383" y="93"/>
                    <a:pt x="383" y="96"/>
                    <a:pt x="383" y="99"/>
                  </a:cubicBezTo>
                  <a:cubicBezTo>
                    <a:pt x="382" y="99"/>
                    <a:pt x="381" y="101"/>
                    <a:pt x="381" y="101"/>
                  </a:cubicBezTo>
                  <a:cubicBezTo>
                    <a:pt x="381" y="101"/>
                    <a:pt x="381" y="102"/>
                    <a:pt x="381" y="102"/>
                  </a:cubicBezTo>
                  <a:cubicBezTo>
                    <a:pt x="381" y="102"/>
                    <a:pt x="380" y="102"/>
                    <a:pt x="380" y="102"/>
                  </a:cubicBezTo>
                  <a:cubicBezTo>
                    <a:pt x="380" y="103"/>
                    <a:pt x="379" y="103"/>
                    <a:pt x="379" y="104"/>
                  </a:cubicBezTo>
                  <a:cubicBezTo>
                    <a:pt x="378" y="104"/>
                    <a:pt x="377" y="104"/>
                    <a:pt x="376" y="104"/>
                  </a:cubicBezTo>
                  <a:cubicBezTo>
                    <a:pt x="376" y="104"/>
                    <a:pt x="376" y="104"/>
                    <a:pt x="375" y="104"/>
                  </a:cubicBezTo>
                  <a:cubicBezTo>
                    <a:pt x="373" y="104"/>
                    <a:pt x="370" y="103"/>
                    <a:pt x="370" y="100"/>
                  </a:cubicBezTo>
                  <a:cubicBezTo>
                    <a:pt x="370" y="100"/>
                    <a:pt x="370" y="99"/>
                    <a:pt x="370" y="98"/>
                  </a:cubicBezTo>
                  <a:cubicBezTo>
                    <a:pt x="369" y="98"/>
                    <a:pt x="369" y="98"/>
                    <a:pt x="369" y="97"/>
                  </a:cubicBezTo>
                  <a:cubicBezTo>
                    <a:pt x="368" y="95"/>
                    <a:pt x="370" y="90"/>
                    <a:pt x="370" y="88"/>
                  </a:cubicBezTo>
                  <a:cubicBezTo>
                    <a:pt x="370" y="88"/>
                    <a:pt x="370" y="87"/>
                    <a:pt x="370" y="86"/>
                  </a:cubicBezTo>
                  <a:cubicBezTo>
                    <a:pt x="370" y="86"/>
                    <a:pt x="371" y="86"/>
                    <a:pt x="371" y="86"/>
                  </a:cubicBezTo>
                  <a:cubicBezTo>
                    <a:pt x="372" y="84"/>
                    <a:pt x="370" y="82"/>
                    <a:pt x="371" y="81"/>
                  </a:cubicBezTo>
                  <a:cubicBezTo>
                    <a:pt x="371" y="81"/>
                    <a:pt x="371" y="81"/>
                    <a:pt x="371" y="81"/>
                  </a:cubicBezTo>
                  <a:cubicBezTo>
                    <a:pt x="372" y="81"/>
                    <a:pt x="373" y="81"/>
                    <a:pt x="374" y="82"/>
                  </a:cubicBezTo>
                  <a:cubicBezTo>
                    <a:pt x="376" y="81"/>
                    <a:pt x="380" y="77"/>
                    <a:pt x="381" y="75"/>
                  </a:cubicBezTo>
                  <a:cubicBezTo>
                    <a:pt x="387" y="69"/>
                    <a:pt x="393" y="64"/>
                    <a:pt x="398" y="58"/>
                  </a:cubicBezTo>
                  <a:cubicBezTo>
                    <a:pt x="400" y="57"/>
                    <a:pt x="401" y="56"/>
                    <a:pt x="403" y="54"/>
                  </a:cubicBezTo>
                  <a:close/>
                  <a:moveTo>
                    <a:pt x="405" y="52"/>
                  </a:moveTo>
                  <a:cubicBezTo>
                    <a:pt x="405" y="53"/>
                    <a:pt x="405" y="53"/>
                    <a:pt x="404" y="53"/>
                  </a:cubicBezTo>
                  <a:cubicBezTo>
                    <a:pt x="404" y="54"/>
                    <a:pt x="404" y="54"/>
                    <a:pt x="403" y="54"/>
                  </a:cubicBezTo>
                  <a:cubicBezTo>
                    <a:pt x="404" y="54"/>
                    <a:pt x="404" y="53"/>
                    <a:pt x="404" y="53"/>
                  </a:cubicBezTo>
                  <a:cubicBezTo>
                    <a:pt x="404" y="53"/>
                    <a:pt x="404" y="53"/>
                    <a:pt x="405" y="52"/>
                  </a:cubicBezTo>
                  <a:close/>
                  <a:moveTo>
                    <a:pt x="426" y="45"/>
                  </a:moveTo>
                  <a:cubicBezTo>
                    <a:pt x="426" y="46"/>
                    <a:pt x="425" y="47"/>
                    <a:pt x="426" y="48"/>
                  </a:cubicBezTo>
                  <a:cubicBezTo>
                    <a:pt x="426" y="49"/>
                    <a:pt x="427" y="49"/>
                    <a:pt x="428" y="49"/>
                  </a:cubicBezTo>
                  <a:cubicBezTo>
                    <a:pt x="428" y="47"/>
                    <a:pt x="429" y="46"/>
                    <a:pt x="428" y="45"/>
                  </a:cubicBezTo>
                  <a:cubicBezTo>
                    <a:pt x="427" y="45"/>
                    <a:pt x="427" y="45"/>
                    <a:pt x="426" y="45"/>
                  </a:cubicBezTo>
                  <a:close/>
                  <a:moveTo>
                    <a:pt x="377" y="46"/>
                  </a:moveTo>
                  <a:cubicBezTo>
                    <a:pt x="378" y="46"/>
                    <a:pt x="378" y="45"/>
                    <a:pt x="379" y="44"/>
                  </a:cubicBezTo>
                  <a:cubicBezTo>
                    <a:pt x="381" y="43"/>
                    <a:pt x="383" y="44"/>
                    <a:pt x="385" y="43"/>
                  </a:cubicBezTo>
                  <a:cubicBezTo>
                    <a:pt x="386" y="44"/>
                    <a:pt x="387" y="45"/>
                    <a:pt x="388" y="45"/>
                  </a:cubicBezTo>
                  <a:cubicBezTo>
                    <a:pt x="388" y="47"/>
                    <a:pt x="390" y="47"/>
                    <a:pt x="391" y="49"/>
                  </a:cubicBezTo>
                  <a:cubicBezTo>
                    <a:pt x="391" y="49"/>
                    <a:pt x="391" y="50"/>
                    <a:pt x="391" y="51"/>
                  </a:cubicBezTo>
                  <a:cubicBezTo>
                    <a:pt x="392" y="51"/>
                    <a:pt x="392" y="51"/>
                    <a:pt x="392" y="51"/>
                  </a:cubicBezTo>
                  <a:cubicBezTo>
                    <a:pt x="393" y="53"/>
                    <a:pt x="392" y="55"/>
                    <a:pt x="391" y="56"/>
                  </a:cubicBezTo>
                  <a:cubicBezTo>
                    <a:pt x="391" y="56"/>
                    <a:pt x="391" y="57"/>
                    <a:pt x="391" y="58"/>
                  </a:cubicBezTo>
                  <a:cubicBezTo>
                    <a:pt x="391" y="58"/>
                    <a:pt x="390" y="58"/>
                    <a:pt x="390" y="58"/>
                  </a:cubicBezTo>
                  <a:cubicBezTo>
                    <a:pt x="390" y="59"/>
                    <a:pt x="390" y="59"/>
                    <a:pt x="390" y="60"/>
                  </a:cubicBezTo>
                  <a:cubicBezTo>
                    <a:pt x="390" y="60"/>
                    <a:pt x="389" y="60"/>
                    <a:pt x="389" y="60"/>
                  </a:cubicBezTo>
                  <a:cubicBezTo>
                    <a:pt x="389" y="60"/>
                    <a:pt x="388" y="61"/>
                    <a:pt x="387" y="61"/>
                  </a:cubicBezTo>
                  <a:cubicBezTo>
                    <a:pt x="385" y="62"/>
                    <a:pt x="379" y="58"/>
                    <a:pt x="379" y="56"/>
                  </a:cubicBezTo>
                  <a:cubicBezTo>
                    <a:pt x="378" y="56"/>
                    <a:pt x="378" y="56"/>
                    <a:pt x="377" y="55"/>
                  </a:cubicBezTo>
                  <a:cubicBezTo>
                    <a:pt x="377" y="55"/>
                    <a:pt x="378" y="55"/>
                    <a:pt x="378" y="55"/>
                  </a:cubicBezTo>
                  <a:cubicBezTo>
                    <a:pt x="377" y="54"/>
                    <a:pt x="377" y="53"/>
                    <a:pt x="376" y="53"/>
                  </a:cubicBezTo>
                  <a:cubicBezTo>
                    <a:pt x="376" y="52"/>
                    <a:pt x="376" y="50"/>
                    <a:pt x="376" y="49"/>
                  </a:cubicBezTo>
                  <a:cubicBezTo>
                    <a:pt x="377" y="49"/>
                    <a:pt x="377" y="47"/>
                    <a:pt x="377" y="46"/>
                  </a:cubicBezTo>
                  <a:close/>
                  <a:moveTo>
                    <a:pt x="439" y="42"/>
                  </a:moveTo>
                  <a:cubicBezTo>
                    <a:pt x="438" y="42"/>
                    <a:pt x="438" y="42"/>
                    <a:pt x="437" y="42"/>
                  </a:cubicBezTo>
                  <a:cubicBezTo>
                    <a:pt x="437" y="43"/>
                    <a:pt x="436" y="43"/>
                    <a:pt x="435" y="44"/>
                  </a:cubicBezTo>
                  <a:cubicBezTo>
                    <a:pt x="435" y="47"/>
                    <a:pt x="433" y="53"/>
                    <a:pt x="435" y="55"/>
                  </a:cubicBezTo>
                  <a:cubicBezTo>
                    <a:pt x="437" y="55"/>
                    <a:pt x="439" y="56"/>
                    <a:pt x="440" y="56"/>
                  </a:cubicBezTo>
                  <a:cubicBezTo>
                    <a:pt x="440" y="57"/>
                    <a:pt x="440" y="58"/>
                    <a:pt x="441" y="58"/>
                  </a:cubicBezTo>
                  <a:cubicBezTo>
                    <a:pt x="441" y="59"/>
                    <a:pt x="441" y="60"/>
                    <a:pt x="441" y="60"/>
                  </a:cubicBezTo>
                  <a:cubicBezTo>
                    <a:pt x="441" y="60"/>
                    <a:pt x="440" y="63"/>
                    <a:pt x="440" y="63"/>
                  </a:cubicBezTo>
                  <a:cubicBezTo>
                    <a:pt x="440" y="63"/>
                    <a:pt x="439" y="63"/>
                    <a:pt x="439" y="63"/>
                  </a:cubicBezTo>
                  <a:cubicBezTo>
                    <a:pt x="439" y="63"/>
                    <a:pt x="439" y="64"/>
                    <a:pt x="439" y="64"/>
                  </a:cubicBezTo>
                  <a:cubicBezTo>
                    <a:pt x="438" y="64"/>
                    <a:pt x="438" y="64"/>
                    <a:pt x="437" y="65"/>
                  </a:cubicBezTo>
                  <a:cubicBezTo>
                    <a:pt x="437" y="65"/>
                    <a:pt x="437" y="66"/>
                    <a:pt x="437" y="67"/>
                  </a:cubicBezTo>
                  <a:cubicBezTo>
                    <a:pt x="437" y="67"/>
                    <a:pt x="437" y="67"/>
                    <a:pt x="436" y="67"/>
                  </a:cubicBezTo>
                  <a:cubicBezTo>
                    <a:pt x="436" y="68"/>
                    <a:pt x="438" y="71"/>
                    <a:pt x="438" y="71"/>
                  </a:cubicBezTo>
                  <a:cubicBezTo>
                    <a:pt x="439" y="71"/>
                    <a:pt x="440" y="70"/>
                    <a:pt x="440" y="69"/>
                  </a:cubicBezTo>
                  <a:cubicBezTo>
                    <a:pt x="441" y="69"/>
                    <a:pt x="440" y="68"/>
                    <a:pt x="441" y="68"/>
                  </a:cubicBezTo>
                  <a:cubicBezTo>
                    <a:pt x="441" y="68"/>
                    <a:pt x="443" y="67"/>
                    <a:pt x="444" y="66"/>
                  </a:cubicBezTo>
                  <a:cubicBezTo>
                    <a:pt x="446" y="61"/>
                    <a:pt x="452" y="48"/>
                    <a:pt x="447" y="42"/>
                  </a:cubicBezTo>
                  <a:cubicBezTo>
                    <a:pt x="444" y="42"/>
                    <a:pt x="442" y="42"/>
                    <a:pt x="439" y="42"/>
                  </a:cubicBezTo>
                  <a:close/>
                  <a:moveTo>
                    <a:pt x="388" y="12"/>
                  </a:moveTo>
                  <a:cubicBezTo>
                    <a:pt x="390" y="12"/>
                    <a:pt x="390" y="13"/>
                    <a:pt x="391" y="14"/>
                  </a:cubicBezTo>
                  <a:cubicBezTo>
                    <a:pt x="392" y="14"/>
                    <a:pt x="393" y="14"/>
                    <a:pt x="393" y="14"/>
                  </a:cubicBezTo>
                  <a:cubicBezTo>
                    <a:pt x="395" y="15"/>
                    <a:pt x="395" y="17"/>
                    <a:pt x="396" y="19"/>
                  </a:cubicBezTo>
                  <a:cubicBezTo>
                    <a:pt x="398" y="22"/>
                    <a:pt x="399" y="26"/>
                    <a:pt x="400" y="29"/>
                  </a:cubicBezTo>
                  <a:cubicBezTo>
                    <a:pt x="401" y="30"/>
                    <a:pt x="400" y="31"/>
                    <a:pt x="400" y="31"/>
                  </a:cubicBezTo>
                  <a:cubicBezTo>
                    <a:pt x="400" y="32"/>
                    <a:pt x="399" y="33"/>
                    <a:pt x="399" y="33"/>
                  </a:cubicBezTo>
                  <a:cubicBezTo>
                    <a:pt x="399" y="34"/>
                    <a:pt x="399" y="34"/>
                    <a:pt x="399" y="35"/>
                  </a:cubicBezTo>
                  <a:cubicBezTo>
                    <a:pt x="399" y="35"/>
                    <a:pt x="397" y="38"/>
                    <a:pt x="396" y="38"/>
                  </a:cubicBezTo>
                  <a:cubicBezTo>
                    <a:pt x="396" y="38"/>
                    <a:pt x="395" y="38"/>
                    <a:pt x="395" y="38"/>
                  </a:cubicBezTo>
                  <a:cubicBezTo>
                    <a:pt x="391" y="38"/>
                    <a:pt x="392" y="34"/>
                    <a:pt x="391" y="32"/>
                  </a:cubicBezTo>
                  <a:cubicBezTo>
                    <a:pt x="390" y="30"/>
                    <a:pt x="388" y="29"/>
                    <a:pt x="386" y="27"/>
                  </a:cubicBezTo>
                  <a:cubicBezTo>
                    <a:pt x="386" y="27"/>
                    <a:pt x="386" y="26"/>
                    <a:pt x="386" y="26"/>
                  </a:cubicBezTo>
                  <a:cubicBezTo>
                    <a:pt x="385" y="26"/>
                    <a:pt x="385" y="25"/>
                    <a:pt x="385" y="25"/>
                  </a:cubicBezTo>
                  <a:cubicBezTo>
                    <a:pt x="384" y="24"/>
                    <a:pt x="383" y="20"/>
                    <a:pt x="383" y="18"/>
                  </a:cubicBezTo>
                  <a:cubicBezTo>
                    <a:pt x="383" y="18"/>
                    <a:pt x="384" y="17"/>
                    <a:pt x="384" y="16"/>
                  </a:cubicBezTo>
                  <a:cubicBezTo>
                    <a:pt x="384" y="16"/>
                    <a:pt x="385" y="15"/>
                    <a:pt x="385" y="14"/>
                  </a:cubicBezTo>
                  <a:cubicBezTo>
                    <a:pt x="386" y="14"/>
                    <a:pt x="387" y="13"/>
                    <a:pt x="388" y="12"/>
                  </a:cubicBezTo>
                  <a:close/>
                  <a:moveTo>
                    <a:pt x="413" y="61"/>
                  </a:moveTo>
                  <a:cubicBezTo>
                    <a:pt x="413" y="62"/>
                    <a:pt x="413" y="62"/>
                    <a:pt x="414" y="62"/>
                  </a:cubicBezTo>
                  <a:cubicBezTo>
                    <a:pt x="415" y="62"/>
                    <a:pt x="416" y="65"/>
                    <a:pt x="417" y="66"/>
                  </a:cubicBezTo>
                  <a:cubicBezTo>
                    <a:pt x="417" y="67"/>
                    <a:pt x="416" y="68"/>
                    <a:pt x="416" y="69"/>
                  </a:cubicBezTo>
                  <a:cubicBezTo>
                    <a:pt x="416" y="69"/>
                    <a:pt x="417" y="70"/>
                    <a:pt x="417" y="71"/>
                  </a:cubicBezTo>
                  <a:cubicBezTo>
                    <a:pt x="416" y="73"/>
                    <a:pt x="415" y="75"/>
                    <a:pt x="416" y="76"/>
                  </a:cubicBezTo>
                  <a:cubicBezTo>
                    <a:pt x="416" y="76"/>
                    <a:pt x="416" y="76"/>
                    <a:pt x="416" y="76"/>
                  </a:cubicBezTo>
                  <a:cubicBezTo>
                    <a:pt x="418" y="76"/>
                    <a:pt x="420" y="74"/>
                    <a:pt x="421" y="72"/>
                  </a:cubicBezTo>
                  <a:cubicBezTo>
                    <a:pt x="421" y="71"/>
                    <a:pt x="421" y="70"/>
                    <a:pt x="422" y="70"/>
                  </a:cubicBezTo>
                  <a:cubicBezTo>
                    <a:pt x="422" y="69"/>
                    <a:pt x="423" y="69"/>
                    <a:pt x="423" y="68"/>
                  </a:cubicBezTo>
                  <a:cubicBezTo>
                    <a:pt x="423" y="67"/>
                    <a:pt x="421" y="67"/>
                    <a:pt x="420" y="67"/>
                  </a:cubicBezTo>
                  <a:cubicBezTo>
                    <a:pt x="419" y="66"/>
                    <a:pt x="418" y="65"/>
                    <a:pt x="417" y="64"/>
                  </a:cubicBezTo>
                  <a:cubicBezTo>
                    <a:pt x="417" y="64"/>
                    <a:pt x="417" y="64"/>
                    <a:pt x="417" y="64"/>
                  </a:cubicBezTo>
                  <a:cubicBezTo>
                    <a:pt x="417" y="63"/>
                    <a:pt x="415" y="60"/>
                    <a:pt x="416" y="60"/>
                  </a:cubicBezTo>
                  <a:cubicBezTo>
                    <a:pt x="416" y="59"/>
                    <a:pt x="416" y="58"/>
                    <a:pt x="417" y="58"/>
                  </a:cubicBezTo>
                  <a:cubicBezTo>
                    <a:pt x="417" y="58"/>
                    <a:pt x="418" y="58"/>
                    <a:pt x="418" y="58"/>
                  </a:cubicBezTo>
                  <a:cubicBezTo>
                    <a:pt x="419" y="60"/>
                    <a:pt x="427" y="58"/>
                    <a:pt x="428" y="56"/>
                  </a:cubicBezTo>
                  <a:cubicBezTo>
                    <a:pt x="428" y="55"/>
                    <a:pt x="428" y="52"/>
                    <a:pt x="428" y="51"/>
                  </a:cubicBezTo>
                  <a:cubicBezTo>
                    <a:pt x="427" y="50"/>
                    <a:pt x="426" y="50"/>
                    <a:pt x="426" y="51"/>
                  </a:cubicBezTo>
                  <a:cubicBezTo>
                    <a:pt x="425" y="53"/>
                    <a:pt x="424" y="54"/>
                    <a:pt x="422" y="55"/>
                  </a:cubicBezTo>
                  <a:cubicBezTo>
                    <a:pt x="421" y="55"/>
                    <a:pt x="418" y="57"/>
                    <a:pt x="417" y="56"/>
                  </a:cubicBezTo>
                  <a:cubicBezTo>
                    <a:pt x="415" y="55"/>
                    <a:pt x="412" y="55"/>
                    <a:pt x="412" y="53"/>
                  </a:cubicBezTo>
                  <a:cubicBezTo>
                    <a:pt x="411" y="50"/>
                    <a:pt x="413" y="46"/>
                    <a:pt x="411" y="45"/>
                  </a:cubicBezTo>
                  <a:cubicBezTo>
                    <a:pt x="412" y="43"/>
                    <a:pt x="411" y="42"/>
                    <a:pt x="411" y="41"/>
                  </a:cubicBezTo>
                  <a:cubicBezTo>
                    <a:pt x="411" y="40"/>
                    <a:pt x="411" y="40"/>
                    <a:pt x="412" y="39"/>
                  </a:cubicBezTo>
                  <a:cubicBezTo>
                    <a:pt x="413" y="38"/>
                    <a:pt x="420" y="40"/>
                    <a:pt x="421" y="41"/>
                  </a:cubicBezTo>
                  <a:cubicBezTo>
                    <a:pt x="423" y="42"/>
                    <a:pt x="427" y="40"/>
                    <a:pt x="428" y="39"/>
                  </a:cubicBezTo>
                  <a:cubicBezTo>
                    <a:pt x="428" y="38"/>
                    <a:pt x="428" y="37"/>
                    <a:pt x="429" y="36"/>
                  </a:cubicBezTo>
                  <a:cubicBezTo>
                    <a:pt x="429" y="35"/>
                    <a:pt x="428" y="35"/>
                    <a:pt x="428" y="35"/>
                  </a:cubicBezTo>
                  <a:cubicBezTo>
                    <a:pt x="429" y="33"/>
                    <a:pt x="429" y="31"/>
                    <a:pt x="429" y="29"/>
                  </a:cubicBezTo>
                  <a:cubicBezTo>
                    <a:pt x="429" y="29"/>
                    <a:pt x="429" y="28"/>
                    <a:pt x="429" y="28"/>
                  </a:cubicBezTo>
                  <a:cubicBezTo>
                    <a:pt x="429" y="27"/>
                    <a:pt x="430" y="20"/>
                    <a:pt x="430" y="19"/>
                  </a:cubicBezTo>
                  <a:cubicBezTo>
                    <a:pt x="429" y="18"/>
                    <a:pt x="428" y="18"/>
                    <a:pt x="427" y="16"/>
                  </a:cubicBezTo>
                  <a:cubicBezTo>
                    <a:pt x="426" y="15"/>
                    <a:pt x="426" y="13"/>
                    <a:pt x="425" y="11"/>
                  </a:cubicBezTo>
                  <a:cubicBezTo>
                    <a:pt x="425" y="10"/>
                    <a:pt x="426" y="10"/>
                    <a:pt x="426" y="9"/>
                  </a:cubicBezTo>
                  <a:cubicBezTo>
                    <a:pt x="426" y="9"/>
                    <a:pt x="426" y="9"/>
                    <a:pt x="426" y="9"/>
                  </a:cubicBezTo>
                  <a:cubicBezTo>
                    <a:pt x="427" y="9"/>
                    <a:pt x="428" y="8"/>
                    <a:pt x="429" y="8"/>
                  </a:cubicBezTo>
                  <a:cubicBezTo>
                    <a:pt x="431" y="7"/>
                    <a:pt x="438" y="10"/>
                    <a:pt x="440" y="10"/>
                  </a:cubicBezTo>
                  <a:cubicBezTo>
                    <a:pt x="440" y="10"/>
                    <a:pt x="441" y="12"/>
                    <a:pt x="441" y="13"/>
                  </a:cubicBezTo>
                  <a:cubicBezTo>
                    <a:pt x="441" y="14"/>
                    <a:pt x="441" y="14"/>
                    <a:pt x="441" y="15"/>
                  </a:cubicBezTo>
                  <a:cubicBezTo>
                    <a:pt x="441" y="16"/>
                    <a:pt x="441" y="17"/>
                    <a:pt x="441" y="17"/>
                  </a:cubicBezTo>
                  <a:cubicBezTo>
                    <a:pt x="440" y="19"/>
                    <a:pt x="440" y="21"/>
                    <a:pt x="440" y="23"/>
                  </a:cubicBezTo>
                  <a:cubicBezTo>
                    <a:pt x="440" y="24"/>
                    <a:pt x="441" y="29"/>
                    <a:pt x="441" y="30"/>
                  </a:cubicBezTo>
                  <a:cubicBezTo>
                    <a:pt x="441" y="32"/>
                    <a:pt x="436" y="35"/>
                    <a:pt x="439" y="36"/>
                  </a:cubicBezTo>
                  <a:cubicBezTo>
                    <a:pt x="440" y="36"/>
                    <a:pt x="446" y="34"/>
                    <a:pt x="446" y="33"/>
                  </a:cubicBezTo>
                  <a:cubicBezTo>
                    <a:pt x="446" y="33"/>
                    <a:pt x="446" y="32"/>
                    <a:pt x="446" y="32"/>
                  </a:cubicBezTo>
                  <a:cubicBezTo>
                    <a:pt x="446" y="31"/>
                    <a:pt x="449" y="29"/>
                    <a:pt x="450" y="28"/>
                  </a:cubicBezTo>
                  <a:cubicBezTo>
                    <a:pt x="450" y="28"/>
                    <a:pt x="451" y="28"/>
                    <a:pt x="451" y="28"/>
                  </a:cubicBezTo>
                  <a:cubicBezTo>
                    <a:pt x="451" y="28"/>
                    <a:pt x="452" y="28"/>
                    <a:pt x="452" y="28"/>
                  </a:cubicBezTo>
                  <a:cubicBezTo>
                    <a:pt x="452" y="27"/>
                    <a:pt x="455" y="28"/>
                    <a:pt x="455" y="28"/>
                  </a:cubicBezTo>
                  <a:cubicBezTo>
                    <a:pt x="456" y="29"/>
                    <a:pt x="456" y="29"/>
                    <a:pt x="456" y="30"/>
                  </a:cubicBezTo>
                  <a:cubicBezTo>
                    <a:pt x="457" y="30"/>
                    <a:pt x="458" y="31"/>
                    <a:pt x="458" y="31"/>
                  </a:cubicBezTo>
                  <a:cubicBezTo>
                    <a:pt x="459" y="32"/>
                    <a:pt x="459" y="33"/>
                    <a:pt x="460" y="34"/>
                  </a:cubicBezTo>
                  <a:cubicBezTo>
                    <a:pt x="460" y="34"/>
                    <a:pt x="461" y="34"/>
                    <a:pt x="462" y="35"/>
                  </a:cubicBezTo>
                  <a:cubicBezTo>
                    <a:pt x="462" y="35"/>
                    <a:pt x="464" y="39"/>
                    <a:pt x="464" y="40"/>
                  </a:cubicBezTo>
                  <a:cubicBezTo>
                    <a:pt x="463" y="42"/>
                    <a:pt x="464" y="44"/>
                    <a:pt x="463" y="45"/>
                  </a:cubicBezTo>
                  <a:cubicBezTo>
                    <a:pt x="463" y="46"/>
                    <a:pt x="462" y="46"/>
                    <a:pt x="462" y="46"/>
                  </a:cubicBezTo>
                  <a:cubicBezTo>
                    <a:pt x="462" y="47"/>
                    <a:pt x="462" y="48"/>
                    <a:pt x="462" y="49"/>
                  </a:cubicBezTo>
                  <a:cubicBezTo>
                    <a:pt x="461" y="51"/>
                    <a:pt x="460" y="53"/>
                    <a:pt x="459" y="55"/>
                  </a:cubicBezTo>
                  <a:cubicBezTo>
                    <a:pt x="458" y="55"/>
                    <a:pt x="458" y="55"/>
                    <a:pt x="458" y="55"/>
                  </a:cubicBezTo>
                  <a:cubicBezTo>
                    <a:pt x="458" y="55"/>
                    <a:pt x="458" y="55"/>
                    <a:pt x="458" y="55"/>
                  </a:cubicBezTo>
                  <a:cubicBezTo>
                    <a:pt x="458" y="56"/>
                    <a:pt x="458" y="56"/>
                    <a:pt x="458" y="57"/>
                  </a:cubicBezTo>
                  <a:cubicBezTo>
                    <a:pt x="458" y="58"/>
                    <a:pt x="458" y="60"/>
                    <a:pt x="457" y="61"/>
                  </a:cubicBezTo>
                  <a:cubicBezTo>
                    <a:pt x="457" y="64"/>
                    <a:pt x="456" y="67"/>
                    <a:pt x="454" y="70"/>
                  </a:cubicBezTo>
                  <a:cubicBezTo>
                    <a:pt x="453" y="72"/>
                    <a:pt x="453" y="72"/>
                    <a:pt x="453" y="72"/>
                  </a:cubicBezTo>
                  <a:cubicBezTo>
                    <a:pt x="452" y="73"/>
                    <a:pt x="451" y="73"/>
                    <a:pt x="450" y="74"/>
                  </a:cubicBezTo>
                  <a:cubicBezTo>
                    <a:pt x="450" y="74"/>
                    <a:pt x="450" y="75"/>
                    <a:pt x="449" y="76"/>
                  </a:cubicBezTo>
                  <a:cubicBezTo>
                    <a:pt x="449" y="76"/>
                    <a:pt x="444" y="79"/>
                    <a:pt x="443" y="80"/>
                  </a:cubicBezTo>
                  <a:cubicBezTo>
                    <a:pt x="443" y="81"/>
                    <a:pt x="443" y="82"/>
                    <a:pt x="442" y="82"/>
                  </a:cubicBezTo>
                  <a:cubicBezTo>
                    <a:pt x="442" y="83"/>
                    <a:pt x="441" y="83"/>
                    <a:pt x="441" y="83"/>
                  </a:cubicBezTo>
                  <a:cubicBezTo>
                    <a:pt x="441" y="83"/>
                    <a:pt x="441" y="83"/>
                    <a:pt x="441" y="83"/>
                  </a:cubicBezTo>
                  <a:cubicBezTo>
                    <a:pt x="440" y="83"/>
                    <a:pt x="440" y="83"/>
                    <a:pt x="440" y="83"/>
                  </a:cubicBezTo>
                  <a:cubicBezTo>
                    <a:pt x="439" y="84"/>
                    <a:pt x="437" y="85"/>
                    <a:pt x="436" y="84"/>
                  </a:cubicBezTo>
                  <a:cubicBezTo>
                    <a:pt x="435" y="84"/>
                    <a:pt x="434" y="82"/>
                    <a:pt x="434" y="81"/>
                  </a:cubicBezTo>
                  <a:cubicBezTo>
                    <a:pt x="433" y="81"/>
                    <a:pt x="431" y="82"/>
                    <a:pt x="431" y="83"/>
                  </a:cubicBezTo>
                  <a:cubicBezTo>
                    <a:pt x="428" y="83"/>
                    <a:pt x="427" y="85"/>
                    <a:pt x="424" y="84"/>
                  </a:cubicBezTo>
                  <a:cubicBezTo>
                    <a:pt x="423" y="84"/>
                    <a:pt x="421" y="84"/>
                    <a:pt x="420" y="83"/>
                  </a:cubicBezTo>
                  <a:cubicBezTo>
                    <a:pt x="420" y="83"/>
                    <a:pt x="420" y="82"/>
                    <a:pt x="420" y="82"/>
                  </a:cubicBezTo>
                  <a:cubicBezTo>
                    <a:pt x="419" y="81"/>
                    <a:pt x="417" y="82"/>
                    <a:pt x="417" y="82"/>
                  </a:cubicBezTo>
                  <a:cubicBezTo>
                    <a:pt x="417" y="85"/>
                    <a:pt x="416" y="89"/>
                    <a:pt x="415" y="90"/>
                  </a:cubicBezTo>
                  <a:cubicBezTo>
                    <a:pt x="414" y="90"/>
                    <a:pt x="412" y="90"/>
                    <a:pt x="411" y="90"/>
                  </a:cubicBezTo>
                  <a:cubicBezTo>
                    <a:pt x="408" y="88"/>
                    <a:pt x="408" y="85"/>
                    <a:pt x="407" y="82"/>
                  </a:cubicBezTo>
                  <a:cubicBezTo>
                    <a:pt x="406" y="81"/>
                    <a:pt x="407" y="80"/>
                    <a:pt x="407" y="79"/>
                  </a:cubicBezTo>
                  <a:cubicBezTo>
                    <a:pt x="406" y="76"/>
                    <a:pt x="405" y="74"/>
                    <a:pt x="404" y="71"/>
                  </a:cubicBezTo>
                  <a:cubicBezTo>
                    <a:pt x="405" y="71"/>
                    <a:pt x="405" y="71"/>
                    <a:pt x="405" y="70"/>
                  </a:cubicBezTo>
                  <a:cubicBezTo>
                    <a:pt x="405" y="70"/>
                    <a:pt x="404" y="69"/>
                    <a:pt x="404" y="69"/>
                  </a:cubicBezTo>
                  <a:cubicBezTo>
                    <a:pt x="404" y="68"/>
                    <a:pt x="404" y="68"/>
                    <a:pt x="404" y="68"/>
                  </a:cubicBezTo>
                  <a:cubicBezTo>
                    <a:pt x="404" y="65"/>
                    <a:pt x="405" y="65"/>
                    <a:pt x="405" y="63"/>
                  </a:cubicBezTo>
                  <a:cubicBezTo>
                    <a:pt x="406" y="62"/>
                    <a:pt x="406" y="60"/>
                    <a:pt x="408" y="60"/>
                  </a:cubicBezTo>
                  <a:cubicBezTo>
                    <a:pt x="409" y="59"/>
                    <a:pt x="409" y="60"/>
                    <a:pt x="409" y="60"/>
                  </a:cubicBezTo>
                  <a:cubicBezTo>
                    <a:pt x="410" y="61"/>
                    <a:pt x="411" y="60"/>
                    <a:pt x="412" y="60"/>
                  </a:cubicBezTo>
                  <a:cubicBezTo>
                    <a:pt x="412" y="61"/>
                    <a:pt x="412" y="61"/>
                    <a:pt x="413" y="61"/>
                  </a:cubicBezTo>
                  <a:close/>
                  <a:moveTo>
                    <a:pt x="546" y="63"/>
                  </a:moveTo>
                  <a:cubicBezTo>
                    <a:pt x="550" y="63"/>
                    <a:pt x="551" y="63"/>
                    <a:pt x="554" y="64"/>
                  </a:cubicBezTo>
                  <a:cubicBezTo>
                    <a:pt x="555" y="64"/>
                    <a:pt x="555" y="65"/>
                    <a:pt x="556" y="65"/>
                  </a:cubicBezTo>
                  <a:cubicBezTo>
                    <a:pt x="556" y="65"/>
                    <a:pt x="556" y="66"/>
                    <a:pt x="557" y="66"/>
                  </a:cubicBezTo>
                  <a:cubicBezTo>
                    <a:pt x="557" y="67"/>
                    <a:pt x="559" y="69"/>
                    <a:pt x="560" y="70"/>
                  </a:cubicBezTo>
                  <a:cubicBezTo>
                    <a:pt x="563" y="72"/>
                    <a:pt x="566" y="73"/>
                    <a:pt x="567" y="75"/>
                  </a:cubicBezTo>
                  <a:cubicBezTo>
                    <a:pt x="568" y="78"/>
                    <a:pt x="568" y="81"/>
                    <a:pt x="568" y="83"/>
                  </a:cubicBezTo>
                  <a:cubicBezTo>
                    <a:pt x="569" y="84"/>
                    <a:pt x="568" y="85"/>
                    <a:pt x="569" y="86"/>
                  </a:cubicBezTo>
                  <a:cubicBezTo>
                    <a:pt x="569" y="86"/>
                    <a:pt x="569" y="87"/>
                    <a:pt x="569" y="88"/>
                  </a:cubicBezTo>
                  <a:cubicBezTo>
                    <a:pt x="568" y="89"/>
                    <a:pt x="567" y="89"/>
                    <a:pt x="567" y="90"/>
                  </a:cubicBezTo>
                  <a:cubicBezTo>
                    <a:pt x="567" y="91"/>
                    <a:pt x="567" y="91"/>
                    <a:pt x="567" y="92"/>
                  </a:cubicBezTo>
                  <a:cubicBezTo>
                    <a:pt x="566" y="93"/>
                    <a:pt x="565" y="94"/>
                    <a:pt x="565" y="95"/>
                  </a:cubicBezTo>
                  <a:cubicBezTo>
                    <a:pt x="561" y="96"/>
                    <a:pt x="559" y="89"/>
                    <a:pt x="558" y="86"/>
                  </a:cubicBezTo>
                  <a:cubicBezTo>
                    <a:pt x="557" y="85"/>
                    <a:pt x="556" y="84"/>
                    <a:pt x="556" y="83"/>
                  </a:cubicBezTo>
                  <a:cubicBezTo>
                    <a:pt x="555" y="82"/>
                    <a:pt x="555" y="82"/>
                    <a:pt x="554" y="81"/>
                  </a:cubicBezTo>
                  <a:cubicBezTo>
                    <a:pt x="553" y="79"/>
                    <a:pt x="551" y="78"/>
                    <a:pt x="550" y="76"/>
                  </a:cubicBezTo>
                  <a:cubicBezTo>
                    <a:pt x="548" y="73"/>
                    <a:pt x="548" y="71"/>
                    <a:pt x="547" y="68"/>
                  </a:cubicBezTo>
                  <a:cubicBezTo>
                    <a:pt x="547" y="66"/>
                    <a:pt x="546" y="65"/>
                    <a:pt x="546" y="63"/>
                  </a:cubicBezTo>
                  <a:close/>
                  <a:moveTo>
                    <a:pt x="557" y="29"/>
                  </a:moveTo>
                  <a:cubicBezTo>
                    <a:pt x="557" y="32"/>
                    <a:pt x="558" y="33"/>
                    <a:pt x="560" y="34"/>
                  </a:cubicBezTo>
                  <a:cubicBezTo>
                    <a:pt x="560" y="34"/>
                    <a:pt x="561" y="35"/>
                    <a:pt x="561" y="35"/>
                  </a:cubicBezTo>
                  <a:cubicBezTo>
                    <a:pt x="562" y="36"/>
                    <a:pt x="562" y="37"/>
                    <a:pt x="562" y="37"/>
                  </a:cubicBezTo>
                  <a:cubicBezTo>
                    <a:pt x="562" y="38"/>
                    <a:pt x="562" y="39"/>
                    <a:pt x="562" y="39"/>
                  </a:cubicBezTo>
                  <a:cubicBezTo>
                    <a:pt x="562" y="40"/>
                    <a:pt x="562" y="40"/>
                    <a:pt x="563" y="40"/>
                  </a:cubicBezTo>
                  <a:cubicBezTo>
                    <a:pt x="563" y="42"/>
                    <a:pt x="562" y="43"/>
                    <a:pt x="562" y="44"/>
                  </a:cubicBezTo>
                  <a:cubicBezTo>
                    <a:pt x="562" y="45"/>
                    <a:pt x="562" y="45"/>
                    <a:pt x="561" y="46"/>
                  </a:cubicBezTo>
                  <a:cubicBezTo>
                    <a:pt x="560" y="46"/>
                    <a:pt x="560" y="45"/>
                    <a:pt x="559" y="45"/>
                  </a:cubicBezTo>
                  <a:cubicBezTo>
                    <a:pt x="557" y="46"/>
                    <a:pt x="556" y="47"/>
                    <a:pt x="554" y="47"/>
                  </a:cubicBezTo>
                  <a:cubicBezTo>
                    <a:pt x="553" y="48"/>
                    <a:pt x="553" y="47"/>
                    <a:pt x="552" y="48"/>
                  </a:cubicBezTo>
                  <a:cubicBezTo>
                    <a:pt x="551" y="48"/>
                    <a:pt x="549" y="49"/>
                    <a:pt x="548" y="49"/>
                  </a:cubicBezTo>
                  <a:cubicBezTo>
                    <a:pt x="546" y="50"/>
                    <a:pt x="544" y="49"/>
                    <a:pt x="542" y="50"/>
                  </a:cubicBezTo>
                  <a:cubicBezTo>
                    <a:pt x="541" y="51"/>
                    <a:pt x="539" y="55"/>
                    <a:pt x="538" y="57"/>
                  </a:cubicBezTo>
                  <a:cubicBezTo>
                    <a:pt x="535" y="61"/>
                    <a:pt x="532" y="67"/>
                    <a:pt x="529" y="71"/>
                  </a:cubicBezTo>
                  <a:cubicBezTo>
                    <a:pt x="527" y="73"/>
                    <a:pt x="525" y="76"/>
                    <a:pt x="523" y="79"/>
                  </a:cubicBezTo>
                  <a:cubicBezTo>
                    <a:pt x="520" y="81"/>
                    <a:pt x="517" y="84"/>
                    <a:pt x="514" y="87"/>
                  </a:cubicBezTo>
                  <a:cubicBezTo>
                    <a:pt x="511" y="91"/>
                    <a:pt x="506" y="94"/>
                    <a:pt x="502" y="97"/>
                  </a:cubicBezTo>
                  <a:cubicBezTo>
                    <a:pt x="501" y="98"/>
                    <a:pt x="500" y="99"/>
                    <a:pt x="499" y="100"/>
                  </a:cubicBezTo>
                  <a:cubicBezTo>
                    <a:pt x="498" y="99"/>
                    <a:pt x="497" y="98"/>
                    <a:pt x="495" y="97"/>
                  </a:cubicBezTo>
                  <a:cubicBezTo>
                    <a:pt x="495" y="95"/>
                    <a:pt x="495" y="94"/>
                    <a:pt x="498" y="93"/>
                  </a:cubicBezTo>
                  <a:cubicBezTo>
                    <a:pt x="498" y="93"/>
                    <a:pt x="498" y="93"/>
                    <a:pt x="498" y="93"/>
                  </a:cubicBezTo>
                  <a:cubicBezTo>
                    <a:pt x="498" y="93"/>
                    <a:pt x="499" y="93"/>
                    <a:pt x="499" y="93"/>
                  </a:cubicBezTo>
                  <a:cubicBezTo>
                    <a:pt x="501" y="93"/>
                    <a:pt x="505" y="87"/>
                    <a:pt x="507" y="86"/>
                  </a:cubicBezTo>
                  <a:cubicBezTo>
                    <a:pt x="509" y="82"/>
                    <a:pt x="513" y="79"/>
                    <a:pt x="515" y="76"/>
                  </a:cubicBezTo>
                  <a:cubicBezTo>
                    <a:pt x="518" y="72"/>
                    <a:pt x="521" y="68"/>
                    <a:pt x="524" y="64"/>
                  </a:cubicBezTo>
                  <a:cubicBezTo>
                    <a:pt x="524" y="63"/>
                    <a:pt x="525" y="62"/>
                    <a:pt x="525" y="62"/>
                  </a:cubicBezTo>
                  <a:cubicBezTo>
                    <a:pt x="525" y="61"/>
                    <a:pt x="525" y="60"/>
                    <a:pt x="525" y="60"/>
                  </a:cubicBezTo>
                  <a:cubicBezTo>
                    <a:pt x="526" y="58"/>
                    <a:pt x="527" y="57"/>
                    <a:pt x="528" y="55"/>
                  </a:cubicBezTo>
                  <a:cubicBezTo>
                    <a:pt x="528" y="54"/>
                    <a:pt x="529" y="53"/>
                    <a:pt x="528" y="53"/>
                  </a:cubicBezTo>
                  <a:cubicBezTo>
                    <a:pt x="528" y="53"/>
                    <a:pt x="528" y="53"/>
                    <a:pt x="528" y="53"/>
                  </a:cubicBezTo>
                  <a:cubicBezTo>
                    <a:pt x="525" y="54"/>
                    <a:pt x="522" y="55"/>
                    <a:pt x="521" y="58"/>
                  </a:cubicBezTo>
                  <a:cubicBezTo>
                    <a:pt x="520" y="58"/>
                    <a:pt x="520" y="58"/>
                    <a:pt x="519" y="58"/>
                  </a:cubicBezTo>
                  <a:cubicBezTo>
                    <a:pt x="519" y="58"/>
                    <a:pt x="519" y="58"/>
                    <a:pt x="519" y="58"/>
                  </a:cubicBezTo>
                  <a:cubicBezTo>
                    <a:pt x="519" y="59"/>
                    <a:pt x="519" y="59"/>
                    <a:pt x="519" y="59"/>
                  </a:cubicBezTo>
                  <a:cubicBezTo>
                    <a:pt x="518" y="59"/>
                    <a:pt x="514" y="59"/>
                    <a:pt x="514" y="58"/>
                  </a:cubicBezTo>
                  <a:cubicBezTo>
                    <a:pt x="513" y="58"/>
                    <a:pt x="514" y="57"/>
                    <a:pt x="513" y="57"/>
                  </a:cubicBezTo>
                  <a:cubicBezTo>
                    <a:pt x="513" y="56"/>
                    <a:pt x="512" y="57"/>
                    <a:pt x="512" y="56"/>
                  </a:cubicBezTo>
                  <a:cubicBezTo>
                    <a:pt x="511" y="56"/>
                    <a:pt x="510" y="53"/>
                    <a:pt x="509" y="52"/>
                  </a:cubicBezTo>
                  <a:cubicBezTo>
                    <a:pt x="509" y="51"/>
                    <a:pt x="509" y="50"/>
                    <a:pt x="509" y="49"/>
                  </a:cubicBezTo>
                  <a:cubicBezTo>
                    <a:pt x="509" y="47"/>
                    <a:pt x="509" y="45"/>
                    <a:pt x="511" y="44"/>
                  </a:cubicBezTo>
                  <a:cubicBezTo>
                    <a:pt x="513" y="42"/>
                    <a:pt x="516" y="41"/>
                    <a:pt x="519" y="41"/>
                  </a:cubicBezTo>
                  <a:cubicBezTo>
                    <a:pt x="522" y="40"/>
                    <a:pt x="524" y="42"/>
                    <a:pt x="527" y="42"/>
                  </a:cubicBezTo>
                  <a:cubicBezTo>
                    <a:pt x="529" y="41"/>
                    <a:pt x="530" y="40"/>
                    <a:pt x="532" y="39"/>
                  </a:cubicBezTo>
                  <a:cubicBezTo>
                    <a:pt x="534" y="40"/>
                    <a:pt x="533" y="39"/>
                    <a:pt x="534" y="39"/>
                  </a:cubicBezTo>
                  <a:cubicBezTo>
                    <a:pt x="534" y="38"/>
                    <a:pt x="535" y="38"/>
                    <a:pt x="535" y="38"/>
                  </a:cubicBezTo>
                  <a:cubicBezTo>
                    <a:pt x="535" y="35"/>
                    <a:pt x="536" y="35"/>
                    <a:pt x="537" y="33"/>
                  </a:cubicBezTo>
                  <a:cubicBezTo>
                    <a:pt x="538" y="32"/>
                    <a:pt x="537" y="30"/>
                    <a:pt x="538" y="29"/>
                  </a:cubicBezTo>
                  <a:cubicBezTo>
                    <a:pt x="538" y="27"/>
                    <a:pt x="539" y="24"/>
                    <a:pt x="540" y="22"/>
                  </a:cubicBezTo>
                  <a:cubicBezTo>
                    <a:pt x="540" y="22"/>
                    <a:pt x="540" y="21"/>
                    <a:pt x="540" y="20"/>
                  </a:cubicBezTo>
                  <a:cubicBezTo>
                    <a:pt x="541" y="16"/>
                    <a:pt x="539" y="14"/>
                    <a:pt x="539" y="10"/>
                  </a:cubicBezTo>
                  <a:cubicBezTo>
                    <a:pt x="540" y="10"/>
                    <a:pt x="540" y="8"/>
                    <a:pt x="541" y="7"/>
                  </a:cubicBezTo>
                  <a:cubicBezTo>
                    <a:pt x="542" y="6"/>
                    <a:pt x="544" y="7"/>
                    <a:pt x="546" y="7"/>
                  </a:cubicBezTo>
                  <a:cubicBezTo>
                    <a:pt x="549" y="6"/>
                    <a:pt x="550" y="8"/>
                    <a:pt x="551" y="9"/>
                  </a:cubicBezTo>
                  <a:cubicBezTo>
                    <a:pt x="552" y="9"/>
                    <a:pt x="552" y="9"/>
                    <a:pt x="552" y="9"/>
                  </a:cubicBezTo>
                  <a:cubicBezTo>
                    <a:pt x="554" y="9"/>
                    <a:pt x="556" y="12"/>
                    <a:pt x="555" y="15"/>
                  </a:cubicBezTo>
                  <a:cubicBezTo>
                    <a:pt x="554" y="15"/>
                    <a:pt x="554" y="15"/>
                    <a:pt x="553" y="15"/>
                  </a:cubicBezTo>
                  <a:cubicBezTo>
                    <a:pt x="553" y="15"/>
                    <a:pt x="553" y="16"/>
                    <a:pt x="553" y="16"/>
                  </a:cubicBezTo>
                  <a:cubicBezTo>
                    <a:pt x="550" y="16"/>
                    <a:pt x="550" y="21"/>
                    <a:pt x="549" y="23"/>
                  </a:cubicBezTo>
                  <a:cubicBezTo>
                    <a:pt x="549" y="23"/>
                    <a:pt x="549" y="23"/>
                    <a:pt x="549" y="23"/>
                  </a:cubicBezTo>
                  <a:cubicBezTo>
                    <a:pt x="549" y="24"/>
                    <a:pt x="549" y="24"/>
                    <a:pt x="550" y="24"/>
                  </a:cubicBezTo>
                  <a:cubicBezTo>
                    <a:pt x="550" y="26"/>
                    <a:pt x="549" y="29"/>
                    <a:pt x="549" y="31"/>
                  </a:cubicBezTo>
                  <a:cubicBezTo>
                    <a:pt x="548" y="32"/>
                    <a:pt x="549" y="33"/>
                    <a:pt x="548" y="34"/>
                  </a:cubicBezTo>
                  <a:cubicBezTo>
                    <a:pt x="548" y="35"/>
                    <a:pt x="547" y="35"/>
                    <a:pt x="547" y="37"/>
                  </a:cubicBezTo>
                  <a:cubicBezTo>
                    <a:pt x="547" y="37"/>
                    <a:pt x="547" y="37"/>
                    <a:pt x="548" y="37"/>
                  </a:cubicBezTo>
                  <a:cubicBezTo>
                    <a:pt x="549" y="37"/>
                    <a:pt x="556" y="33"/>
                    <a:pt x="556" y="33"/>
                  </a:cubicBezTo>
                  <a:cubicBezTo>
                    <a:pt x="557" y="31"/>
                    <a:pt x="555" y="30"/>
                    <a:pt x="557" y="29"/>
                  </a:cubicBezTo>
                  <a:cubicBezTo>
                    <a:pt x="557" y="29"/>
                    <a:pt x="557" y="29"/>
                    <a:pt x="557" y="29"/>
                  </a:cubicBezTo>
                  <a:close/>
                  <a:moveTo>
                    <a:pt x="660" y="77"/>
                  </a:moveTo>
                  <a:cubicBezTo>
                    <a:pt x="660" y="77"/>
                    <a:pt x="658" y="77"/>
                    <a:pt x="657" y="78"/>
                  </a:cubicBezTo>
                  <a:cubicBezTo>
                    <a:pt x="655" y="79"/>
                    <a:pt x="654" y="81"/>
                    <a:pt x="652" y="83"/>
                  </a:cubicBezTo>
                  <a:cubicBezTo>
                    <a:pt x="649" y="84"/>
                    <a:pt x="646" y="87"/>
                    <a:pt x="644" y="89"/>
                  </a:cubicBezTo>
                  <a:cubicBezTo>
                    <a:pt x="644" y="93"/>
                    <a:pt x="652" y="97"/>
                    <a:pt x="657" y="95"/>
                  </a:cubicBezTo>
                  <a:cubicBezTo>
                    <a:pt x="660" y="94"/>
                    <a:pt x="662" y="91"/>
                    <a:pt x="663" y="88"/>
                  </a:cubicBezTo>
                  <a:cubicBezTo>
                    <a:pt x="663" y="87"/>
                    <a:pt x="664" y="84"/>
                    <a:pt x="663" y="82"/>
                  </a:cubicBezTo>
                  <a:cubicBezTo>
                    <a:pt x="663" y="82"/>
                    <a:pt x="662" y="82"/>
                    <a:pt x="662" y="81"/>
                  </a:cubicBezTo>
                  <a:cubicBezTo>
                    <a:pt x="662" y="81"/>
                    <a:pt x="662" y="81"/>
                    <a:pt x="662" y="81"/>
                  </a:cubicBezTo>
                  <a:cubicBezTo>
                    <a:pt x="662" y="80"/>
                    <a:pt x="663" y="80"/>
                    <a:pt x="663" y="80"/>
                  </a:cubicBezTo>
                  <a:cubicBezTo>
                    <a:pt x="663" y="79"/>
                    <a:pt x="663" y="77"/>
                    <a:pt x="662" y="77"/>
                  </a:cubicBezTo>
                  <a:cubicBezTo>
                    <a:pt x="662" y="77"/>
                    <a:pt x="661" y="77"/>
                    <a:pt x="660" y="77"/>
                  </a:cubicBezTo>
                  <a:close/>
                  <a:moveTo>
                    <a:pt x="669" y="45"/>
                  </a:moveTo>
                  <a:cubicBezTo>
                    <a:pt x="667" y="46"/>
                    <a:pt x="665" y="46"/>
                    <a:pt x="664" y="47"/>
                  </a:cubicBezTo>
                  <a:cubicBezTo>
                    <a:pt x="664" y="47"/>
                    <a:pt x="664" y="48"/>
                    <a:pt x="664" y="48"/>
                  </a:cubicBezTo>
                  <a:cubicBezTo>
                    <a:pt x="664" y="48"/>
                    <a:pt x="664" y="49"/>
                    <a:pt x="665" y="49"/>
                  </a:cubicBezTo>
                  <a:cubicBezTo>
                    <a:pt x="665" y="49"/>
                    <a:pt x="665" y="49"/>
                    <a:pt x="665" y="49"/>
                  </a:cubicBezTo>
                  <a:cubicBezTo>
                    <a:pt x="666" y="48"/>
                    <a:pt x="666" y="48"/>
                    <a:pt x="666" y="47"/>
                  </a:cubicBezTo>
                  <a:cubicBezTo>
                    <a:pt x="666" y="47"/>
                    <a:pt x="667" y="47"/>
                    <a:pt x="667" y="47"/>
                  </a:cubicBezTo>
                  <a:cubicBezTo>
                    <a:pt x="667" y="48"/>
                    <a:pt x="667" y="48"/>
                    <a:pt x="668" y="49"/>
                  </a:cubicBezTo>
                  <a:cubicBezTo>
                    <a:pt x="668" y="49"/>
                    <a:pt x="668" y="48"/>
                    <a:pt x="668" y="48"/>
                  </a:cubicBezTo>
                  <a:cubicBezTo>
                    <a:pt x="669" y="47"/>
                    <a:pt x="670" y="46"/>
                    <a:pt x="669" y="45"/>
                  </a:cubicBezTo>
                  <a:cubicBezTo>
                    <a:pt x="669" y="45"/>
                    <a:pt x="669" y="45"/>
                    <a:pt x="669" y="45"/>
                  </a:cubicBezTo>
                  <a:close/>
                  <a:moveTo>
                    <a:pt x="680" y="42"/>
                  </a:moveTo>
                  <a:cubicBezTo>
                    <a:pt x="679" y="43"/>
                    <a:pt x="676" y="43"/>
                    <a:pt x="676" y="45"/>
                  </a:cubicBezTo>
                  <a:cubicBezTo>
                    <a:pt x="675" y="46"/>
                    <a:pt x="675" y="47"/>
                    <a:pt x="675" y="48"/>
                  </a:cubicBezTo>
                  <a:cubicBezTo>
                    <a:pt x="674" y="49"/>
                    <a:pt x="673" y="50"/>
                    <a:pt x="674" y="51"/>
                  </a:cubicBezTo>
                  <a:cubicBezTo>
                    <a:pt x="674" y="51"/>
                    <a:pt x="674" y="51"/>
                    <a:pt x="674" y="51"/>
                  </a:cubicBezTo>
                  <a:cubicBezTo>
                    <a:pt x="676" y="51"/>
                    <a:pt x="684" y="46"/>
                    <a:pt x="685" y="45"/>
                  </a:cubicBezTo>
                  <a:cubicBezTo>
                    <a:pt x="685" y="44"/>
                    <a:pt x="685" y="44"/>
                    <a:pt x="685" y="44"/>
                  </a:cubicBezTo>
                  <a:cubicBezTo>
                    <a:pt x="683" y="43"/>
                    <a:pt x="683" y="42"/>
                    <a:pt x="680" y="42"/>
                  </a:cubicBezTo>
                  <a:close/>
                  <a:moveTo>
                    <a:pt x="655" y="42"/>
                  </a:moveTo>
                  <a:cubicBezTo>
                    <a:pt x="654" y="43"/>
                    <a:pt x="652" y="46"/>
                    <a:pt x="653" y="47"/>
                  </a:cubicBezTo>
                  <a:cubicBezTo>
                    <a:pt x="653" y="47"/>
                    <a:pt x="653" y="47"/>
                    <a:pt x="653" y="47"/>
                  </a:cubicBezTo>
                  <a:cubicBezTo>
                    <a:pt x="655" y="47"/>
                    <a:pt x="657" y="46"/>
                    <a:pt x="658" y="45"/>
                  </a:cubicBezTo>
                  <a:cubicBezTo>
                    <a:pt x="658" y="45"/>
                    <a:pt x="658" y="45"/>
                    <a:pt x="658" y="45"/>
                  </a:cubicBezTo>
                  <a:cubicBezTo>
                    <a:pt x="657" y="44"/>
                    <a:pt x="656" y="43"/>
                    <a:pt x="655" y="42"/>
                  </a:cubicBezTo>
                  <a:cubicBezTo>
                    <a:pt x="655" y="42"/>
                    <a:pt x="655" y="42"/>
                    <a:pt x="655" y="42"/>
                  </a:cubicBezTo>
                  <a:close/>
                  <a:moveTo>
                    <a:pt x="649" y="37"/>
                  </a:moveTo>
                  <a:cubicBezTo>
                    <a:pt x="649" y="37"/>
                    <a:pt x="649" y="39"/>
                    <a:pt x="648" y="40"/>
                  </a:cubicBezTo>
                  <a:cubicBezTo>
                    <a:pt x="649" y="40"/>
                    <a:pt x="649" y="41"/>
                    <a:pt x="650" y="41"/>
                  </a:cubicBezTo>
                  <a:cubicBezTo>
                    <a:pt x="650" y="41"/>
                    <a:pt x="650" y="41"/>
                    <a:pt x="650" y="41"/>
                  </a:cubicBezTo>
                  <a:cubicBezTo>
                    <a:pt x="651" y="40"/>
                    <a:pt x="651" y="38"/>
                    <a:pt x="650" y="37"/>
                  </a:cubicBezTo>
                  <a:cubicBezTo>
                    <a:pt x="650" y="37"/>
                    <a:pt x="650" y="37"/>
                    <a:pt x="649" y="37"/>
                  </a:cubicBezTo>
                  <a:close/>
                  <a:moveTo>
                    <a:pt x="665" y="36"/>
                  </a:moveTo>
                  <a:cubicBezTo>
                    <a:pt x="665" y="36"/>
                    <a:pt x="665" y="37"/>
                    <a:pt x="664" y="37"/>
                  </a:cubicBezTo>
                  <a:cubicBezTo>
                    <a:pt x="664" y="40"/>
                    <a:pt x="665" y="40"/>
                    <a:pt x="663" y="43"/>
                  </a:cubicBezTo>
                  <a:cubicBezTo>
                    <a:pt x="663" y="43"/>
                    <a:pt x="663" y="43"/>
                    <a:pt x="663" y="43"/>
                  </a:cubicBezTo>
                  <a:cubicBezTo>
                    <a:pt x="664" y="43"/>
                    <a:pt x="664" y="43"/>
                    <a:pt x="664" y="43"/>
                  </a:cubicBezTo>
                  <a:cubicBezTo>
                    <a:pt x="665" y="43"/>
                    <a:pt x="665" y="43"/>
                    <a:pt x="666" y="42"/>
                  </a:cubicBezTo>
                  <a:cubicBezTo>
                    <a:pt x="668" y="42"/>
                    <a:pt x="673" y="41"/>
                    <a:pt x="671" y="37"/>
                  </a:cubicBezTo>
                  <a:cubicBezTo>
                    <a:pt x="671" y="37"/>
                    <a:pt x="671" y="37"/>
                    <a:pt x="671" y="37"/>
                  </a:cubicBezTo>
                  <a:cubicBezTo>
                    <a:pt x="670" y="37"/>
                    <a:pt x="668" y="38"/>
                    <a:pt x="667" y="37"/>
                  </a:cubicBezTo>
                  <a:cubicBezTo>
                    <a:pt x="666" y="37"/>
                    <a:pt x="666" y="36"/>
                    <a:pt x="665" y="36"/>
                  </a:cubicBezTo>
                  <a:close/>
                  <a:moveTo>
                    <a:pt x="668" y="24"/>
                  </a:moveTo>
                  <a:cubicBezTo>
                    <a:pt x="667" y="25"/>
                    <a:pt x="664" y="26"/>
                    <a:pt x="666" y="29"/>
                  </a:cubicBezTo>
                  <a:cubicBezTo>
                    <a:pt x="667" y="29"/>
                    <a:pt x="669" y="29"/>
                    <a:pt x="670" y="28"/>
                  </a:cubicBezTo>
                  <a:cubicBezTo>
                    <a:pt x="670" y="27"/>
                    <a:pt x="670" y="25"/>
                    <a:pt x="669" y="24"/>
                  </a:cubicBezTo>
                  <a:cubicBezTo>
                    <a:pt x="669" y="24"/>
                    <a:pt x="669" y="24"/>
                    <a:pt x="668" y="24"/>
                  </a:cubicBezTo>
                  <a:close/>
                  <a:moveTo>
                    <a:pt x="663" y="14"/>
                  </a:moveTo>
                  <a:cubicBezTo>
                    <a:pt x="662" y="16"/>
                    <a:pt x="659" y="16"/>
                    <a:pt x="658" y="18"/>
                  </a:cubicBezTo>
                  <a:cubicBezTo>
                    <a:pt x="657" y="19"/>
                    <a:pt x="658" y="19"/>
                    <a:pt x="658" y="19"/>
                  </a:cubicBezTo>
                  <a:cubicBezTo>
                    <a:pt x="660" y="19"/>
                    <a:pt x="661" y="20"/>
                    <a:pt x="662" y="21"/>
                  </a:cubicBezTo>
                  <a:cubicBezTo>
                    <a:pt x="662" y="21"/>
                    <a:pt x="662" y="21"/>
                    <a:pt x="663" y="21"/>
                  </a:cubicBezTo>
                  <a:cubicBezTo>
                    <a:pt x="662" y="18"/>
                    <a:pt x="662" y="16"/>
                    <a:pt x="664" y="15"/>
                  </a:cubicBezTo>
                  <a:cubicBezTo>
                    <a:pt x="664" y="14"/>
                    <a:pt x="664" y="14"/>
                    <a:pt x="664" y="14"/>
                  </a:cubicBezTo>
                  <a:cubicBezTo>
                    <a:pt x="663" y="14"/>
                    <a:pt x="663" y="14"/>
                    <a:pt x="663" y="14"/>
                  </a:cubicBezTo>
                  <a:close/>
                  <a:moveTo>
                    <a:pt x="649" y="61"/>
                  </a:moveTo>
                  <a:cubicBezTo>
                    <a:pt x="649" y="61"/>
                    <a:pt x="649" y="61"/>
                    <a:pt x="649" y="61"/>
                  </a:cubicBezTo>
                  <a:cubicBezTo>
                    <a:pt x="651" y="59"/>
                    <a:pt x="652" y="57"/>
                    <a:pt x="653" y="55"/>
                  </a:cubicBezTo>
                  <a:cubicBezTo>
                    <a:pt x="653" y="55"/>
                    <a:pt x="653" y="54"/>
                    <a:pt x="654" y="54"/>
                  </a:cubicBezTo>
                  <a:cubicBezTo>
                    <a:pt x="654" y="54"/>
                    <a:pt x="655" y="52"/>
                    <a:pt x="655" y="51"/>
                  </a:cubicBezTo>
                  <a:cubicBezTo>
                    <a:pt x="655" y="51"/>
                    <a:pt x="655" y="51"/>
                    <a:pt x="655" y="51"/>
                  </a:cubicBezTo>
                  <a:cubicBezTo>
                    <a:pt x="654" y="51"/>
                    <a:pt x="654" y="51"/>
                    <a:pt x="654" y="51"/>
                  </a:cubicBezTo>
                  <a:cubicBezTo>
                    <a:pt x="654" y="51"/>
                    <a:pt x="653" y="51"/>
                    <a:pt x="653" y="52"/>
                  </a:cubicBezTo>
                  <a:cubicBezTo>
                    <a:pt x="652" y="53"/>
                    <a:pt x="652" y="53"/>
                    <a:pt x="652" y="54"/>
                  </a:cubicBezTo>
                  <a:cubicBezTo>
                    <a:pt x="651" y="54"/>
                    <a:pt x="650" y="56"/>
                    <a:pt x="650" y="57"/>
                  </a:cubicBezTo>
                  <a:cubicBezTo>
                    <a:pt x="648" y="57"/>
                    <a:pt x="647" y="56"/>
                    <a:pt x="646" y="56"/>
                  </a:cubicBezTo>
                  <a:cubicBezTo>
                    <a:pt x="646" y="57"/>
                    <a:pt x="645" y="57"/>
                    <a:pt x="645" y="57"/>
                  </a:cubicBezTo>
                  <a:cubicBezTo>
                    <a:pt x="644" y="58"/>
                    <a:pt x="644" y="59"/>
                    <a:pt x="644" y="60"/>
                  </a:cubicBezTo>
                  <a:cubicBezTo>
                    <a:pt x="644" y="60"/>
                    <a:pt x="644" y="61"/>
                    <a:pt x="644" y="61"/>
                  </a:cubicBezTo>
                  <a:cubicBezTo>
                    <a:pt x="643" y="62"/>
                    <a:pt x="642" y="62"/>
                    <a:pt x="642" y="63"/>
                  </a:cubicBezTo>
                  <a:cubicBezTo>
                    <a:pt x="642" y="63"/>
                    <a:pt x="642" y="63"/>
                    <a:pt x="642" y="63"/>
                  </a:cubicBezTo>
                  <a:cubicBezTo>
                    <a:pt x="640" y="63"/>
                    <a:pt x="640" y="64"/>
                    <a:pt x="639" y="65"/>
                  </a:cubicBezTo>
                  <a:cubicBezTo>
                    <a:pt x="637" y="65"/>
                    <a:pt x="635" y="63"/>
                    <a:pt x="634" y="62"/>
                  </a:cubicBezTo>
                  <a:cubicBezTo>
                    <a:pt x="634" y="62"/>
                    <a:pt x="634" y="62"/>
                    <a:pt x="633" y="62"/>
                  </a:cubicBezTo>
                  <a:cubicBezTo>
                    <a:pt x="633" y="63"/>
                    <a:pt x="631" y="63"/>
                    <a:pt x="631" y="64"/>
                  </a:cubicBezTo>
                  <a:cubicBezTo>
                    <a:pt x="630" y="66"/>
                    <a:pt x="629" y="67"/>
                    <a:pt x="628" y="68"/>
                  </a:cubicBezTo>
                  <a:cubicBezTo>
                    <a:pt x="626" y="69"/>
                    <a:pt x="623" y="70"/>
                    <a:pt x="623" y="72"/>
                  </a:cubicBezTo>
                  <a:cubicBezTo>
                    <a:pt x="621" y="77"/>
                    <a:pt x="624" y="90"/>
                    <a:pt x="619" y="91"/>
                  </a:cubicBezTo>
                  <a:cubicBezTo>
                    <a:pt x="618" y="89"/>
                    <a:pt x="615" y="87"/>
                    <a:pt x="614" y="85"/>
                  </a:cubicBezTo>
                  <a:cubicBezTo>
                    <a:pt x="613" y="84"/>
                    <a:pt x="613" y="84"/>
                    <a:pt x="613" y="83"/>
                  </a:cubicBezTo>
                  <a:cubicBezTo>
                    <a:pt x="612" y="82"/>
                    <a:pt x="612" y="81"/>
                    <a:pt x="611" y="80"/>
                  </a:cubicBezTo>
                  <a:cubicBezTo>
                    <a:pt x="611" y="79"/>
                    <a:pt x="611" y="77"/>
                    <a:pt x="611" y="75"/>
                  </a:cubicBezTo>
                  <a:cubicBezTo>
                    <a:pt x="612" y="73"/>
                    <a:pt x="613" y="72"/>
                    <a:pt x="614" y="70"/>
                  </a:cubicBezTo>
                  <a:cubicBezTo>
                    <a:pt x="614" y="69"/>
                    <a:pt x="614" y="69"/>
                    <a:pt x="614" y="69"/>
                  </a:cubicBezTo>
                  <a:cubicBezTo>
                    <a:pt x="614" y="68"/>
                    <a:pt x="615" y="68"/>
                    <a:pt x="615" y="68"/>
                  </a:cubicBezTo>
                  <a:cubicBezTo>
                    <a:pt x="615" y="67"/>
                    <a:pt x="615" y="67"/>
                    <a:pt x="615" y="66"/>
                  </a:cubicBezTo>
                  <a:cubicBezTo>
                    <a:pt x="615" y="65"/>
                    <a:pt x="616" y="65"/>
                    <a:pt x="616" y="64"/>
                  </a:cubicBezTo>
                  <a:cubicBezTo>
                    <a:pt x="617" y="63"/>
                    <a:pt x="617" y="63"/>
                    <a:pt x="617" y="62"/>
                  </a:cubicBezTo>
                  <a:cubicBezTo>
                    <a:pt x="617" y="61"/>
                    <a:pt x="618" y="61"/>
                    <a:pt x="619" y="60"/>
                  </a:cubicBezTo>
                  <a:cubicBezTo>
                    <a:pt x="620" y="60"/>
                    <a:pt x="620" y="61"/>
                    <a:pt x="621" y="61"/>
                  </a:cubicBezTo>
                  <a:cubicBezTo>
                    <a:pt x="621" y="62"/>
                    <a:pt x="621" y="67"/>
                    <a:pt x="622" y="67"/>
                  </a:cubicBezTo>
                  <a:cubicBezTo>
                    <a:pt x="622" y="67"/>
                    <a:pt x="622" y="67"/>
                    <a:pt x="622" y="67"/>
                  </a:cubicBezTo>
                  <a:cubicBezTo>
                    <a:pt x="622" y="67"/>
                    <a:pt x="622" y="67"/>
                    <a:pt x="622" y="67"/>
                  </a:cubicBezTo>
                  <a:cubicBezTo>
                    <a:pt x="623" y="66"/>
                    <a:pt x="625" y="65"/>
                    <a:pt x="626" y="65"/>
                  </a:cubicBezTo>
                  <a:cubicBezTo>
                    <a:pt x="628" y="62"/>
                    <a:pt x="630" y="59"/>
                    <a:pt x="633" y="58"/>
                  </a:cubicBezTo>
                  <a:cubicBezTo>
                    <a:pt x="633" y="55"/>
                    <a:pt x="632" y="49"/>
                    <a:pt x="630" y="48"/>
                  </a:cubicBezTo>
                  <a:cubicBezTo>
                    <a:pt x="630" y="46"/>
                    <a:pt x="630" y="45"/>
                    <a:pt x="631" y="44"/>
                  </a:cubicBezTo>
                  <a:cubicBezTo>
                    <a:pt x="631" y="43"/>
                    <a:pt x="632" y="43"/>
                    <a:pt x="632" y="42"/>
                  </a:cubicBezTo>
                  <a:cubicBezTo>
                    <a:pt x="633" y="41"/>
                    <a:pt x="633" y="40"/>
                    <a:pt x="633" y="39"/>
                  </a:cubicBezTo>
                  <a:cubicBezTo>
                    <a:pt x="634" y="39"/>
                    <a:pt x="634" y="38"/>
                    <a:pt x="635" y="38"/>
                  </a:cubicBezTo>
                  <a:cubicBezTo>
                    <a:pt x="636" y="37"/>
                    <a:pt x="638" y="37"/>
                    <a:pt x="639" y="38"/>
                  </a:cubicBezTo>
                  <a:cubicBezTo>
                    <a:pt x="639" y="38"/>
                    <a:pt x="639" y="38"/>
                    <a:pt x="639" y="39"/>
                  </a:cubicBezTo>
                  <a:cubicBezTo>
                    <a:pt x="639" y="39"/>
                    <a:pt x="640" y="39"/>
                    <a:pt x="640" y="39"/>
                  </a:cubicBezTo>
                  <a:cubicBezTo>
                    <a:pt x="641" y="37"/>
                    <a:pt x="640" y="34"/>
                    <a:pt x="640" y="32"/>
                  </a:cubicBezTo>
                  <a:cubicBezTo>
                    <a:pt x="640" y="31"/>
                    <a:pt x="640" y="26"/>
                    <a:pt x="640" y="26"/>
                  </a:cubicBezTo>
                  <a:cubicBezTo>
                    <a:pt x="640" y="25"/>
                    <a:pt x="641" y="24"/>
                    <a:pt x="640" y="23"/>
                  </a:cubicBezTo>
                  <a:cubicBezTo>
                    <a:pt x="640" y="23"/>
                    <a:pt x="639" y="22"/>
                    <a:pt x="639" y="21"/>
                  </a:cubicBezTo>
                  <a:cubicBezTo>
                    <a:pt x="638" y="20"/>
                    <a:pt x="639" y="20"/>
                    <a:pt x="638" y="19"/>
                  </a:cubicBezTo>
                  <a:cubicBezTo>
                    <a:pt x="638" y="17"/>
                    <a:pt x="635" y="15"/>
                    <a:pt x="636" y="12"/>
                  </a:cubicBezTo>
                  <a:cubicBezTo>
                    <a:pt x="637" y="11"/>
                    <a:pt x="638" y="11"/>
                    <a:pt x="639" y="10"/>
                  </a:cubicBezTo>
                  <a:cubicBezTo>
                    <a:pt x="640" y="10"/>
                    <a:pt x="640" y="10"/>
                    <a:pt x="641" y="10"/>
                  </a:cubicBezTo>
                  <a:cubicBezTo>
                    <a:pt x="643" y="9"/>
                    <a:pt x="646" y="13"/>
                    <a:pt x="646" y="14"/>
                  </a:cubicBezTo>
                  <a:cubicBezTo>
                    <a:pt x="646" y="14"/>
                    <a:pt x="646" y="14"/>
                    <a:pt x="646" y="15"/>
                  </a:cubicBezTo>
                  <a:cubicBezTo>
                    <a:pt x="647" y="15"/>
                    <a:pt x="647" y="15"/>
                    <a:pt x="647" y="15"/>
                  </a:cubicBezTo>
                  <a:cubicBezTo>
                    <a:pt x="648" y="16"/>
                    <a:pt x="647" y="18"/>
                    <a:pt x="648" y="19"/>
                  </a:cubicBezTo>
                  <a:cubicBezTo>
                    <a:pt x="648" y="19"/>
                    <a:pt x="648" y="19"/>
                    <a:pt x="648" y="19"/>
                  </a:cubicBezTo>
                  <a:cubicBezTo>
                    <a:pt x="648" y="19"/>
                    <a:pt x="648" y="19"/>
                    <a:pt x="648" y="19"/>
                  </a:cubicBezTo>
                  <a:cubicBezTo>
                    <a:pt x="650" y="18"/>
                    <a:pt x="652" y="15"/>
                    <a:pt x="653" y="13"/>
                  </a:cubicBezTo>
                  <a:cubicBezTo>
                    <a:pt x="653" y="12"/>
                    <a:pt x="653" y="12"/>
                    <a:pt x="653" y="11"/>
                  </a:cubicBezTo>
                  <a:cubicBezTo>
                    <a:pt x="653" y="11"/>
                    <a:pt x="655" y="7"/>
                    <a:pt x="656" y="7"/>
                  </a:cubicBezTo>
                  <a:cubicBezTo>
                    <a:pt x="660" y="7"/>
                    <a:pt x="664" y="6"/>
                    <a:pt x="665" y="9"/>
                  </a:cubicBezTo>
                  <a:cubicBezTo>
                    <a:pt x="665" y="11"/>
                    <a:pt x="664" y="12"/>
                    <a:pt x="664" y="14"/>
                  </a:cubicBezTo>
                  <a:cubicBezTo>
                    <a:pt x="665" y="14"/>
                    <a:pt x="666" y="13"/>
                    <a:pt x="667" y="14"/>
                  </a:cubicBezTo>
                  <a:cubicBezTo>
                    <a:pt x="668" y="14"/>
                    <a:pt x="669" y="15"/>
                    <a:pt x="670" y="14"/>
                  </a:cubicBezTo>
                  <a:cubicBezTo>
                    <a:pt x="670" y="9"/>
                    <a:pt x="669" y="10"/>
                    <a:pt x="667" y="7"/>
                  </a:cubicBezTo>
                  <a:cubicBezTo>
                    <a:pt x="665" y="2"/>
                    <a:pt x="670" y="2"/>
                    <a:pt x="674" y="1"/>
                  </a:cubicBezTo>
                  <a:cubicBezTo>
                    <a:pt x="674" y="0"/>
                    <a:pt x="676" y="0"/>
                    <a:pt x="677" y="0"/>
                  </a:cubicBezTo>
                  <a:cubicBezTo>
                    <a:pt x="680" y="1"/>
                    <a:pt x="680" y="4"/>
                    <a:pt x="682" y="5"/>
                  </a:cubicBezTo>
                  <a:cubicBezTo>
                    <a:pt x="683" y="6"/>
                    <a:pt x="683" y="6"/>
                    <a:pt x="683" y="7"/>
                  </a:cubicBezTo>
                  <a:cubicBezTo>
                    <a:pt x="684" y="10"/>
                    <a:pt x="681" y="13"/>
                    <a:pt x="680" y="13"/>
                  </a:cubicBezTo>
                  <a:cubicBezTo>
                    <a:pt x="679" y="14"/>
                    <a:pt x="679" y="13"/>
                    <a:pt x="679" y="14"/>
                  </a:cubicBezTo>
                  <a:cubicBezTo>
                    <a:pt x="678" y="15"/>
                    <a:pt x="678" y="16"/>
                    <a:pt x="677" y="17"/>
                  </a:cubicBezTo>
                  <a:cubicBezTo>
                    <a:pt x="677" y="18"/>
                    <a:pt x="677" y="19"/>
                    <a:pt x="677" y="20"/>
                  </a:cubicBezTo>
                  <a:cubicBezTo>
                    <a:pt x="676" y="23"/>
                    <a:pt x="676" y="29"/>
                    <a:pt x="677" y="32"/>
                  </a:cubicBezTo>
                  <a:cubicBezTo>
                    <a:pt x="677" y="34"/>
                    <a:pt x="676" y="37"/>
                    <a:pt x="677" y="39"/>
                  </a:cubicBezTo>
                  <a:cubicBezTo>
                    <a:pt x="677" y="39"/>
                    <a:pt x="677" y="39"/>
                    <a:pt x="677" y="39"/>
                  </a:cubicBezTo>
                  <a:cubicBezTo>
                    <a:pt x="678" y="39"/>
                    <a:pt x="679" y="39"/>
                    <a:pt x="680" y="39"/>
                  </a:cubicBezTo>
                  <a:cubicBezTo>
                    <a:pt x="682" y="39"/>
                    <a:pt x="684" y="39"/>
                    <a:pt x="686" y="39"/>
                  </a:cubicBezTo>
                  <a:cubicBezTo>
                    <a:pt x="687" y="38"/>
                    <a:pt x="689" y="38"/>
                    <a:pt x="690" y="39"/>
                  </a:cubicBezTo>
                  <a:cubicBezTo>
                    <a:pt x="690" y="40"/>
                    <a:pt x="691" y="41"/>
                    <a:pt x="691" y="41"/>
                  </a:cubicBezTo>
                  <a:cubicBezTo>
                    <a:pt x="691" y="42"/>
                    <a:pt x="692" y="42"/>
                    <a:pt x="692" y="43"/>
                  </a:cubicBezTo>
                  <a:cubicBezTo>
                    <a:pt x="694" y="46"/>
                    <a:pt x="695" y="47"/>
                    <a:pt x="693" y="52"/>
                  </a:cubicBezTo>
                  <a:cubicBezTo>
                    <a:pt x="693" y="52"/>
                    <a:pt x="692" y="52"/>
                    <a:pt x="692" y="52"/>
                  </a:cubicBezTo>
                  <a:cubicBezTo>
                    <a:pt x="691" y="53"/>
                    <a:pt x="690" y="53"/>
                    <a:pt x="689" y="53"/>
                  </a:cubicBezTo>
                  <a:cubicBezTo>
                    <a:pt x="689" y="53"/>
                    <a:pt x="689" y="53"/>
                    <a:pt x="688" y="53"/>
                  </a:cubicBezTo>
                  <a:cubicBezTo>
                    <a:pt x="688" y="53"/>
                    <a:pt x="684" y="53"/>
                    <a:pt x="684" y="53"/>
                  </a:cubicBezTo>
                  <a:cubicBezTo>
                    <a:pt x="683" y="53"/>
                    <a:pt x="683" y="54"/>
                    <a:pt x="682" y="54"/>
                  </a:cubicBezTo>
                  <a:cubicBezTo>
                    <a:pt x="681" y="54"/>
                    <a:pt x="679" y="55"/>
                    <a:pt x="678" y="55"/>
                  </a:cubicBezTo>
                  <a:cubicBezTo>
                    <a:pt x="678" y="55"/>
                    <a:pt x="677" y="55"/>
                    <a:pt x="676" y="55"/>
                  </a:cubicBezTo>
                  <a:cubicBezTo>
                    <a:pt x="675" y="55"/>
                    <a:pt x="673" y="56"/>
                    <a:pt x="672" y="56"/>
                  </a:cubicBezTo>
                  <a:cubicBezTo>
                    <a:pt x="672" y="57"/>
                    <a:pt x="671" y="59"/>
                    <a:pt x="671" y="60"/>
                  </a:cubicBezTo>
                  <a:cubicBezTo>
                    <a:pt x="670" y="60"/>
                    <a:pt x="670" y="60"/>
                    <a:pt x="670" y="60"/>
                  </a:cubicBezTo>
                  <a:cubicBezTo>
                    <a:pt x="669" y="62"/>
                    <a:pt x="669" y="64"/>
                    <a:pt x="668" y="66"/>
                  </a:cubicBezTo>
                  <a:cubicBezTo>
                    <a:pt x="667" y="66"/>
                    <a:pt x="667" y="66"/>
                    <a:pt x="667" y="67"/>
                  </a:cubicBezTo>
                  <a:cubicBezTo>
                    <a:pt x="666" y="68"/>
                    <a:pt x="665" y="67"/>
                    <a:pt x="665" y="69"/>
                  </a:cubicBezTo>
                  <a:cubicBezTo>
                    <a:pt x="665" y="69"/>
                    <a:pt x="665" y="70"/>
                    <a:pt x="666" y="70"/>
                  </a:cubicBezTo>
                  <a:cubicBezTo>
                    <a:pt x="667" y="70"/>
                    <a:pt x="668" y="70"/>
                    <a:pt x="670" y="70"/>
                  </a:cubicBezTo>
                  <a:cubicBezTo>
                    <a:pt x="671" y="70"/>
                    <a:pt x="671" y="69"/>
                    <a:pt x="672" y="69"/>
                  </a:cubicBezTo>
                  <a:cubicBezTo>
                    <a:pt x="675" y="70"/>
                    <a:pt x="679" y="72"/>
                    <a:pt x="680" y="74"/>
                  </a:cubicBezTo>
                  <a:cubicBezTo>
                    <a:pt x="681" y="74"/>
                    <a:pt x="682" y="75"/>
                    <a:pt x="681" y="76"/>
                  </a:cubicBezTo>
                  <a:cubicBezTo>
                    <a:pt x="681" y="76"/>
                    <a:pt x="680" y="77"/>
                    <a:pt x="680" y="78"/>
                  </a:cubicBezTo>
                  <a:cubicBezTo>
                    <a:pt x="679" y="77"/>
                    <a:pt x="679" y="78"/>
                    <a:pt x="679" y="78"/>
                  </a:cubicBezTo>
                  <a:cubicBezTo>
                    <a:pt x="679" y="78"/>
                    <a:pt x="679" y="78"/>
                    <a:pt x="679" y="79"/>
                  </a:cubicBezTo>
                  <a:cubicBezTo>
                    <a:pt x="678" y="79"/>
                    <a:pt x="677" y="79"/>
                    <a:pt x="676" y="79"/>
                  </a:cubicBezTo>
                  <a:cubicBezTo>
                    <a:pt x="676" y="79"/>
                    <a:pt x="676" y="80"/>
                    <a:pt x="675" y="80"/>
                  </a:cubicBezTo>
                  <a:cubicBezTo>
                    <a:pt x="674" y="81"/>
                    <a:pt x="673" y="80"/>
                    <a:pt x="672" y="80"/>
                  </a:cubicBezTo>
                  <a:cubicBezTo>
                    <a:pt x="671" y="80"/>
                    <a:pt x="671" y="81"/>
                    <a:pt x="671" y="81"/>
                  </a:cubicBezTo>
                  <a:cubicBezTo>
                    <a:pt x="670" y="81"/>
                    <a:pt x="670" y="81"/>
                    <a:pt x="669" y="81"/>
                  </a:cubicBezTo>
                  <a:cubicBezTo>
                    <a:pt x="669" y="82"/>
                    <a:pt x="669" y="83"/>
                    <a:pt x="669" y="84"/>
                  </a:cubicBezTo>
                  <a:cubicBezTo>
                    <a:pt x="669" y="86"/>
                    <a:pt x="667" y="89"/>
                    <a:pt x="666" y="91"/>
                  </a:cubicBezTo>
                  <a:cubicBezTo>
                    <a:pt x="666" y="92"/>
                    <a:pt x="666" y="92"/>
                    <a:pt x="666" y="93"/>
                  </a:cubicBezTo>
                  <a:cubicBezTo>
                    <a:pt x="665" y="95"/>
                    <a:pt x="664" y="97"/>
                    <a:pt x="663" y="98"/>
                  </a:cubicBezTo>
                  <a:cubicBezTo>
                    <a:pt x="662" y="99"/>
                    <a:pt x="661" y="99"/>
                    <a:pt x="659" y="100"/>
                  </a:cubicBezTo>
                  <a:cubicBezTo>
                    <a:pt x="658" y="100"/>
                    <a:pt x="656" y="101"/>
                    <a:pt x="655" y="102"/>
                  </a:cubicBezTo>
                  <a:cubicBezTo>
                    <a:pt x="653" y="102"/>
                    <a:pt x="650" y="103"/>
                    <a:pt x="648" y="102"/>
                  </a:cubicBezTo>
                  <a:cubicBezTo>
                    <a:pt x="646" y="101"/>
                    <a:pt x="646" y="99"/>
                    <a:pt x="645" y="98"/>
                  </a:cubicBezTo>
                  <a:cubicBezTo>
                    <a:pt x="643" y="97"/>
                    <a:pt x="641" y="96"/>
                    <a:pt x="640" y="94"/>
                  </a:cubicBezTo>
                  <a:cubicBezTo>
                    <a:pt x="640" y="93"/>
                    <a:pt x="640" y="92"/>
                    <a:pt x="640" y="91"/>
                  </a:cubicBezTo>
                  <a:cubicBezTo>
                    <a:pt x="639" y="87"/>
                    <a:pt x="637" y="84"/>
                    <a:pt x="639" y="81"/>
                  </a:cubicBezTo>
                  <a:cubicBezTo>
                    <a:pt x="641" y="81"/>
                    <a:pt x="646" y="77"/>
                    <a:pt x="648" y="76"/>
                  </a:cubicBezTo>
                  <a:cubicBezTo>
                    <a:pt x="648" y="76"/>
                    <a:pt x="649" y="75"/>
                    <a:pt x="649" y="75"/>
                  </a:cubicBezTo>
                  <a:cubicBezTo>
                    <a:pt x="650" y="74"/>
                    <a:pt x="651" y="74"/>
                    <a:pt x="652" y="74"/>
                  </a:cubicBezTo>
                  <a:cubicBezTo>
                    <a:pt x="653" y="74"/>
                    <a:pt x="653" y="73"/>
                    <a:pt x="653" y="73"/>
                  </a:cubicBezTo>
                  <a:cubicBezTo>
                    <a:pt x="654" y="73"/>
                    <a:pt x="654" y="73"/>
                    <a:pt x="655" y="73"/>
                  </a:cubicBezTo>
                  <a:cubicBezTo>
                    <a:pt x="655" y="73"/>
                    <a:pt x="656" y="72"/>
                    <a:pt x="656" y="72"/>
                  </a:cubicBezTo>
                  <a:cubicBezTo>
                    <a:pt x="657" y="72"/>
                    <a:pt x="657" y="72"/>
                    <a:pt x="658" y="72"/>
                  </a:cubicBezTo>
                  <a:cubicBezTo>
                    <a:pt x="658" y="72"/>
                    <a:pt x="658" y="72"/>
                    <a:pt x="658" y="72"/>
                  </a:cubicBezTo>
                  <a:cubicBezTo>
                    <a:pt x="658" y="71"/>
                    <a:pt x="657" y="71"/>
                    <a:pt x="656" y="70"/>
                  </a:cubicBezTo>
                  <a:cubicBezTo>
                    <a:pt x="656" y="69"/>
                    <a:pt x="656" y="69"/>
                    <a:pt x="656" y="68"/>
                  </a:cubicBezTo>
                  <a:cubicBezTo>
                    <a:pt x="656" y="68"/>
                    <a:pt x="656" y="68"/>
                    <a:pt x="656" y="68"/>
                  </a:cubicBezTo>
                  <a:cubicBezTo>
                    <a:pt x="654" y="68"/>
                    <a:pt x="651" y="68"/>
                    <a:pt x="649" y="67"/>
                  </a:cubicBezTo>
                  <a:cubicBezTo>
                    <a:pt x="649" y="66"/>
                    <a:pt x="647" y="65"/>
                    <a:pt x="648" y="64"/>
                  </a:cubicBezTo>
                  <a:cubicBezTo>
                    <a:pt x="648" y="63"/>
                    <a:pt x="649" y="63"/>
                    <a:pt x="649" y="61"/>
                  </a:cubicBezTo>
                  <a:close/>
                </a:path>
              </a:pathLst>
            </a:custGeom>
            <a:grpFill/>
            <a:ln>
              <a:noFill/>
            </a:ln>
          </p:spPr>
          <p:txBody>
            <a:bodyPr vert="horz" wrap="square" lIns="91440" tIns="45720" rIns="91440" bIns="45720" numCol="1" anchor="t" anchorCtr="0" compatLnSpc="1"/>
            <a:lstStyle/>
            <a:p>
              <a:endParaRPr lang="zh-CN" altLang="en-US" dirty="0">
                <a:cs typeface="+mn-ea"/>
                <a:sym typeface="+mn-lt"/>
              </a:endParaRPr>
            </a:p>
          </p:txBody>
        </p:sp>
        <p:grpSp>
          <p:nvGrpSpPr>
            <p:cNvPr id="33" name="组合 32"/>
            <p:cNvGrpSpPr/>
            <p:nvPr/>
          </p:nvGrpSpPr>
          <p:grpSpPr>
            <a:xfrm>
              <a:off x="6388738" y="5748098"/>
              <a:ext cx="252000" cy="252000"/>
              <a:chOff x="4568970" y="892144"/>
              <a:chExt cx="837417" cy="840124"/>
            </a:xfrm>
            <a:grpFill/>
          </p:grpSpPr>
          <p:grpSp>
            <p:nvGrpSpPr>
              <p:cNvPr id="34" name="组合 33"/>
              <p:cNvGrpSpPr/>
              <p:nvPr/>
            </p:nvGrpSpPr>
            <p:grpSpPr>
              <a:xfrm>
                <a:off x="4568970" y="892144"/>
                <a:ext cx="837417" cy="840124"/>
                <a:chOff x="3001963" y="1951037"/>
                <a:chExt cx="2946400" cy="2955925"/>
              </a:xfrm>
              <a:grpFill/>
            </p:grpSpPr>
            <p:sp>
              <p:nvSpPr>
                <p:cNvPr id="37" name="Freeform 6"/>
                <p:cNvSpPr>
                  <a:spLocks noEditPoints="1"/>
                </p:cNvSpPr>
                <p:nvPr/>
              </p:nvSpPr>
              <p:spPr bwMode="auto">
                <a:xfrm>
                  <a:off x="3001963" y="1951037"/>
                  <a:ext cx="2946400" cy="2955925"/>
                </a:xfrm>
                <a:custGeom>
                  <a:avLst/>
                  <a:gdLst>
                    <a:gd name="T0" fmla="*/ 684 w 1368"/>
                    <a:gd name="T1" fmla="*/ 10 h 1368"/>
                    <a:gd name="T2" fmla="*/ 1358 w 1368"/>
                    <a:gd name="T3" fmla="*/ 684 h 1368"/>
                    <a:gd name="T4" fmla="*/ 684 w 1368"/>
                    <a:gd name="T5" fmla="*/ 1358 h 1368"/>
                    <a:gd name="T6" fmla="*/ 9 w 1368"/>
                    <a:gd name="T7" fmla="*/ 684 h 1368"/>
                    <a:gd name="T8" fmla="*/ 684 w 1368"/>
                    <a:gd name="T9" fmla="*/ 10 h 1368"/>
                    <a:gd name="T10" fmla="*/ 684 w 1368"/>
                    <a:gd name="T11" fmla="*/ 0 h 1368"/>
                    <a:gd name="T12" fmla="*/ 1368 w 1368"/>
                    <a:gd name="T13" fmla="*/ 684 h 1368"/>
                    <a:gd name="T14" fmla="*/ 684 w 1368"/>
                    <a:gd name="T15" fmla="*/ 1368 h 1368"/>
                    <a:gd name="T16" fmla="*/ 0 w 1368"/>
                    <a:gd name="T17" fmla="*/ 684 h 1368"/>
                    <a:gd name="T18" fmla="*/ 684 w 1368"/>
                    <a:gd name="T19" fmla="*/ 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8" h="1368">
                      <a:moveTo>
                        <a:pt x="684" y="10"/>
                      </a:moveTo>
                      <a:cubicBezTo>
                        <a:pt x="1055" y="10"/>
                        <a:pt x="1358" y="312"/>
                        <a:pt x="1358" y="684"/>
                      </a:cubicBezTo>
                      <a:cubicBezTo>
                        <a:pt x="1358" y="1055"/>
                        <a:pt x="1055" y="1358"/>
                        <a:pt x="684" y="1358"/>
                      </a:cubicBezTo>
                      <a:cubicBezTo>
                        <a:pt x="312" y="1358"/>
                        <a:pt x="9" y="1055"/>
                        <a:pt x="9" y="684"/>
                      </a:cubicBezTo>
                      <a:cubicBezTo>
                        <a:pt x="9" y="312"/>
                        <a:pt x="312" y="10"/>
                        <a:pt x="684" y="10"/>
                      </a:cubicBezTo>
                      <a:close/>
                      <a:moveTo>
                        <a:pt x="684" y="0"/>
                      </a:moveTo>
                      <a:cubicBezTo>
                        <a:pt x="1061" y="0"/>
                        <a:pt x="1368" y="307"/>
                        <a:pt x="1368" y="684"/>
                      </a:cubicBezTo>
                      <a:cubicBezTo>
                        <a:pt x="1368" y="1061"/>
                        <a:pt x="1061" y="1368"/>
                        <a:pt x="684" y="1368"/>
                      </a:cubicBezTo>
                      <a:cubicBezTo>
                        <a:pt x="307" y="1368"/>
                        <a:pt x="0" y="1061"/>
                        <a:pt x="0" y="684"/>
                      </a:cubicBezTo>
                      <a:cubicBezTo>
                        <a:pt x="0" y="307"/>
                        <a:pt x="307" y="0"/>
                        <a:pt x="684" y="0"/>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38" name="Freeform 7"/>
                <p:cNvSpPr>
                  <a:spLocks noEditPoints="1"/>
                </p:cNvSpPr>
                <p:nvPr/>
              </p:nvSpPr>
              <p:spPr bwMode="auto">
                <a:xfrm>
                  <a:off x="3214688" y="2101849"/>
                  <a:ext cx="2579688" cy="1066800"/>
                </a:xfrm>
                <a:custGeom>
                  <a:avLst/>
                  <a:gdLst>
                    <a:gd name="T0" fmla="*/ 1086 w 1198"/>
                    <a:gd name="T1" fmla="*/ 389 h 494"/>
                    <a:gd name="T2" fmla="*/ 1073 w 1198"/>
                    <a:gd name="T3" fmla="*/ 377 h 494"/>
                    <a:gd name="T4" fmla="*/ 1162 w 1198"/>
                    <a:gd name="T5" fmla="*/ 382 h 494"/>
                    <a:gd name="T6" fmla="*/ 1179 w 1198"/>
                    <a:gd name="T7" fmla="*/ 428 h 494"/>
                    <a:gd name="T8" fmla="*/ 1115 w 1198"/>
                    <a:gd name="T9" fmla="*/ 441 h 494"/>
                    <a:gd name="T10" fmla="*/ 1074 w 1198"/>
                    <a:gd name="T11" fmla="*/ 453 h 494"/>
                    <a:gd name="T12" fmla="*/ 1087 w 1198"/>
                    <a:gd name="T13" fmla="*/ 427 h 494"/>
                    <a:gd name="T14" fmla="*/ 1140 w 1198"/>
                    <a:gd name="T15" fmla="*/ 420 h 494"/>
                    <a:gd name="T16" fmla="*/ 1123 w 1198"/>
                    <a:gd name="T17" fmla="*/ 415 h 494"/>
                    <a:gd name="T18" fmla="*/ 1124 w 1198"/>
                    <a:gd name="T19" fmla="*/ 431 h 494"/>
                    <a:gd name="T20" fmla="*/ 172 w 1198"/>
                    <a:gd name="T21" fmla="*/ 219 h 494"/>
                    <a:gd name="T22" fmla="*/ 165 w 1198"/>
                    <a:gd name="T23" fmla="*/ 173 h 494"/>
                    <a:gd name="T24" fmla="*/ 190 w 1198"/>
                    <a:gd name="T25" fmla="*/ 183 h 494"/>
                    <a:gd name="T26" fmla="*/ 275 w 1198"/>
                    <a:gd name="T27" fmla="*/ 176 h 494"/>
                    <a:gd name="T28" fmla="*/ 242 w 1198"/>
                    <a:gd name="T29" fmla="*/ 220 h 494"/>
                    <a:gd name="T30" fmla="*/ 262 w 1198"/>
                    <a:gd name="T31" fmla="*/ 265 h 494"/>
                    <a:gd name="T32" fmla="*/ 207 w 1198"/>
                    <a:gd name="T33" fmla="*/ 224 h 494"/>
                    <a:gd name="T34" fmla="*/ 209 w 1198"/>
                    <a:gd name="T35" fmla="*/ 198 h 494"/>
                    <a:gd name="T36" fmla="*/ 265 w 1198"/>
                    <a:gd name="T37" fmla="*/ 180 h 494"/>
                    <a:gd name="T38" fmla="*/ 190 w 1198"/>
                    <a:gd name="T39" fmla="*/ 189 h 494"/>
                    <a:gd name="T40" fmla="*/ 198 w 1198"/>
                    <a:gd name="T41" fmla="*/ 189 h 494"/>
                    <a:gd name="T42" fmla="*/ 204 w 1198"/>
                    <a:gd name="T43" fmla="*/ 276 h 494"/>
                    <a:gd name="T44" fmla="*/ 215 w 1198"/>
                    <a:gd name="T45" fmla="*/ 226 h 494"/>
                    <a:gd name="T46" fmla="*/ 1017 w 1198"/>
                    <a:gd name="T47" fmla="*/ 207 h 494"/>
                    <a:gd name="T48" fmla="*/ 892 w 1198"/>
                    <a:gd name="T49" fmla="*/ 213 h 494"/>
                    <a:gd name="T50" fmla="*/ 950 w 1198"/>
                    <a:gd name="T51" fmla="*/ 175 h 494"/>
                    <a:gd name="T52" fmla="*/ 1018 w 1198"/>
                    <a:gd name="T53" fmla="*/ 184 h 494"/>
                    <a:gd name="T54" fmla="*/ 966 w 1198"/>
                    <a:gd name="T55" fmla="*/ 277 h 494"/>
                    <a:gd name="T56" fmla="*/ 746 w 1198"/>
                    <a:gd name="T57" fmla="*/ 97 h 494"/>
                    <a:gd name="T58" fmla="*/ 777 w 1198"/>
                    <a:gd name="T59" fmla="*/ 46 h 494"/>
                    <a:gd name="T60" fmla="*/ 811 w 1198"/>
                    <a:gd name="T61" fmla="*/ 54 h 494"/>
                    <a:gd name="T62" fmla="*/ 775 w 1198"/>
                    <a:gd name="T63" fmla="*/ 126 h 494"/>
                    <a:gd name="T64" fmla="*/ 723 w 1198"/>
                    <a:gd name="T65" fmla="*/ 91 h 494"/>
                    <a:gd name="T66" fmla="*/ 714 w 1198"/>
                    <a:gd name="T67" fmla="*/ 21 h 494"/>
                    <a:gd name="T68" fmla="*/ 775 w 1198"/>
                    <a:gd name="T69" fmla="*/ 109 h 494"/>
                    <a:gd name="T70" fmla="*/ 689 w 1198"/>
                    <a:gd name="T71" fmla="*/ 62 h 494"/>
                    <a:gd name="T72" fmla="*/ 714 w 1198"/>
                    <a:gd name="T73" fmla="*/ 83 h 494"/>
                    <a:gd name="T74" fmla="*/ 664 w 1198"/>
                    <a:gd name="T75" fmla="*/ 106 h 494"/>
                    <a:gd name="T76" fmla="*/ 428 w 1198"/>
                    <a:gd name="T77" fmla="*/ 63 h 494"/>
                    <a:gd name="T78" fmla="*/ 411 w 1198"/>
                    <a:gd name="T79" fmla="*/ 130 h 494"/>
                    <a:gd name="T80" fmla="*/ 400 w 1198"/>
                    <a:gd name="T81" fmla="*/ 166 h 494"/>
                    <a:gd name="T82" fmla="*/ 405 w 1198"/>
                    <a:gd name="T83" fmla="*/ 118 h 494"/>
                    <a:gd name="T84" fmla="*/ 418 w 1198"/>
                    <a:gd name="T85" fmla="*/ 59 h 494"/>
                    <a:gd name="T86" fmla="*/ 454 w 1198"/>
                    <a:gd name="T87" fmla="*/ 0 h 494"/>
                    <a:gd name="T88" fmla="*/ 488 w 1198"/>
                    <a:gd name="T89" fmla="*/ 82 h 494"/>
                    <a:gd name="T90" fmla="*/ 459 w 1198"/>
                    <a:gd name="T91" fmla="*/ 132 h 494"/>
                    <a:gd name="T92" fmla="*/ 438 w 1198"/>
                    <a:gd name="T93" fmla="*/ 81 h 494"/>
                    <a:gd name="T94" fmla="*/ 490 w 1198"/>
                    <a:gd name="T95" fmla="*/ 62 h 494"/>
                    <a:gd name="T96" fmla="*/ 439 w 1198"/>
                    <a:gd name="T97" fmla="*/ 82 h 494"/>
                    <a:gd name="T98" fmla="*/ 407 w 1198"/>
                    <a:gd name="T99" fmla="*/ 120 h 494"/>
                    <a:gd name="T100" fmla="*/ 129 w 1198"/>
                    <a:gd name="T101" fmla="*/ 406 h 494"/>
                    <a:gd name="T102" fmla="*/ 105 w 1198"/>
                    <a:gd name="T103" fmla="*/ 452 h 494"/>
                    <a:gd name="T104" fmla="*/ 99 w 1198"/>
                    <a:gd name="T105" fmla="*/ 456 h 494"/>
                    <a:gd name="T106" fmla="*/ 58 w 1198"/>
                    <a:gd name="T107" fmla="*/ 468 h 494"/>
                    <a:gd name="T108" fmla="*/ 32 w 1198"/>
                    <a:gd name="T109" fmla="*/ 401 h 494"/>
                    <a:gd name="T110" fmla="*/ 13 w 1198"/>
                    <a:gd name="T111" fmla="*/ 387 h 494"/>
                    <a:gd name="T112" fmla="*/ 39 w 1198"/>
                    <a:gd name="T113" fmla="*/ 386 h 494"/>
                    <a:gd name="T114" fmla="*/ 65 w 1198"/>
                    <a:gd name="T115" fmla="*/ 410 h 494"/>
                    <a:gd name="T116" fmla="*/ 76 w 1198"/>
                    <a:gd name="T117" fmla="*/ 344 h 494"/>
                    <a:gd name="T118" fmla="*/ 76 w 1198"/>
                    <a:gd name="T119" fmla="*/ 384 h 494"/>
                    <a:gd name="T120" fmla="*/ 100 w 1198"/>
                    <a:gd name="T121" fmla="*/ 42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98" h="494">
                      <a:moveTo>
                        <a:pt x="1096" y="411"/>
                      </a:moveTo>
                      <a:cubicBezTo>
                        <a:pt x="1096" y="411"/>
                        <a:pt x="1096" y="412"/>
                        <a:pt x="1096" y="412"/>
                      </a:cubicBezTo>
                      <a:cubicBezTo>
                        <a:pt x="1099" y="413"/>
                        <a:pt x="1103" y="413"/>
                        <a:pt x="1106" y="413"/>
                      </a:cubicBezTo>
                      <a:cubicBezTo>
                        <a:pt x="1107" y="413"/>
                        <a:pt x="1108" y="414"/>
                        <a:pt x="1108" y="414"/>
                      </a:cubicBezTo>
                      <a:cubicBezTo>
                        <a:pt x="1109" y="414"/>
                        <a:pt x="1112" y="414"/>
                        <a:pt x="1113" y="414"/>
                      </a:cubicBezTo>
                      <a:cubicBezTo>
                        <a:pt x="1113" y="414"/>
                        <a:pt x="1113" y="414"/>
                        <a:pt x="1113" y="413"/>
                      </a:cubicBezTo>
                      <a:cubicBezTo>
                        <a:pt x="1113" y="413"/>
                        <a:pt x="1113" y="413"/>
                        <a:pt x="1113" y="413"/>
                      </a:cubicBezTo>
                      <a:cubicBezTo>
                        <a:pt x="1113" y="412"/>
                        <a:pt x="1112" y="411"/>
                        <a:pt x="1111" y="411"/>
                      </a:cubicBezTo>
                      <a:cubicBezTo>
                        <a:pt x="1110" y="411"/>
                        <a:pt x="1109" y="412"/>
                        <a:pt x="1108" y="412"/>
                      </a:cubicBezTo>
                      <a:cubicBezTo>
                        <a:pt x="1107" y="410"/>
                        <a:pt x="1104" y="410"/>
                        <a:pt x="1103" y="410"/>
                      </a:cubicBezTo>
                      <a:cubicBezTo>
                        <a:pt x="1102" y="407"/>
                        <a:pt x="1102" y="406"/>
                        <a:pt x="1102" y="405"/>
                      </a:cubicBezTo>
                      <a:cubicBezTo>
                        <a:pt x="1101" y="404"/>
                        <a:pt x="1100" y="403"/>
                        <a:pt x="1099" y="403"/>
                      </a:cubicBezTo>
                      <a:cubicBezTo>
                        <a:pt x="1098" y="403"/>
                        <a:pt x="1097" y="403"/>
                        <a:pt x="1095" y="403"/>
                      </a:cubicBezTo>
                      <a:cubicBezTo>
                        <a:pt x="1095" y="403"/>
                        <a:pt x="1094" y="403"/>
                        <a:pt x="1093" y="403"/>
                      </a:cubicBezTo>
                      <a:cubicBezTo>
                        <a:pt x="1092" y="403"/>
                        <a:pt x="1091" y="402"/>
                        <a:pt x="1090" y="402"/>
                      </a:cubicBezTo>
                      <a:cubicBezTo>
                        <a:pt x="1090" y="402"/>
                        <a:pt x="1089" y="402"/>
                        <a:pt x="1089" y="402"/>
                      </a:cubicBezTo>
                      <a:cubicBezTo>
                        <a:pt x="1088" y="400"/>
                        <a:pt x="1087" y="401"/>
                        <a:pt x="1085" y="399"/>
                      </a:cubicBezTo>
                      <a:cubicBezTo>
                        <a:pt x="1083" y="397"/>
                        <a:pt x="1086" y="392"/>
                        <a:pt x="1087" y="390"/>
                      </a:cubicBezTo>
                      <a:cubicBezTo>
                        <a:pt x="1087" y="390"/>
                        <a:pt x="1086" y="390"/>
                        <a:pt x="1086" y="389"/>
                      </a:cubicBezTo>
                      <a:cubicBezTo>
                        <a:pt x="1085" y="389"/>
                        <a:pt x="1083" y="387"/>
                        <a:pt x="1081" y="387"/>
                      </a:cubicBezTo>
                      <a:cubicBezTo>
                        <a:pt x="1079" y="386"/>
                        <a:pt x="1076" y="386"/>
                        <a:pt x="1074" y="384"/>
                      </a:cubicBezTo>
                      <a:cubicBezTo>
                        <a:pt x="1072" y="383"/>
                        <a:pt x="1069" y="380"/>
                        <a:pt x="1066" y="380"/>
                      </a:cubicBezTo>
                      <a:cubicBezTo>
                        <a:pt x="1058" y="380"/>
                        <a:pt x="1042" y="392"/>
                        <a:pt x="1037" y="385"/>
                      </a:cubicBezTo>
                      <a:cubicBezTo>
                        <a:pt x="1039" y="382"/>
                        <a:pt x="1041" y="377"/>
                        <a:pt x="1043" y="374"/>
                      </a:cubicBezTo>
                      <a:cubicBezTo>
                        <a:pt x="1044" y="373"/>
                        <a:pt x="1045" y="372"/>
                        <a:pt x="1046" y="371"/>
                      </a:cubicBezTo>
                      <a:cubicBezTo>
                        <a:pt x="1047" y="370"/>
                        <a:pt x="1047" y="369"/>
                        <a:pt x="1048" y="368"/>
                      </a:cubicBezTo>
                      <a:cubicBezTo>
                        <a:pt x="1050" y="366"/>
                        <a:pt x="1054" y="365"/>
                        <a:pt x="1056" y="365"/>
                      </a:cubicBezTo>
                      <a:cubicBezTo>
                        <a:pt x="1059" y="366"/>
                        <a:pt x="1062" y="366"/>
                        <a:pt x="1065" y="366"/>
                      </a:cubicBezTo>
                      <a:cubicBezTo>
                        <a:pt x="1065" y="366"/>
                        <a:pt x="1066" y="366"/>
                        <a:pt x="1067" y="366"/>
                      </a:cubicBezTo>
                      <a:cubicBezTo>
                        <a:pt x="1067" y="366"/>
                        <a:pt x="1067" y="366"/>
                        <a:pt x="1068" y="366"/>
                      </a:cubicBezTo>
                      <a:cubicBezTo>
                        <a:pt x="1069" y="366"/>
                        <a:pt x="1069" y="365"/>
                        <a:pt x="1070" y="365"/>
                      </a:cubicBezTo>
                      <a:cubicBezTo>
                        <a:pt x="1072" y="365"/>
                        <a:pt x="1073" y="366"/>
                        <a:pt x="1075" y="366"/>
                      </a:cubicBezTo>
                      <a:cubicBezTo>
                        <a:pt x="1076" y="366"/>
                        <a:pt x="1076" y="366"/>
                        <a:pt x="1077" y="366"/>
                      </a:cubicBezTo>
                      <a:cubicBezTo>
                        <a:pt x="1079" y="366"/>
                        <a:pt x="1080" y="367"/>
                        <a:pt x="1081" y="368"/>
                      </a:cubicBezTo>
                      <a:cubicBezTo>
                        <a:pt x="1082" y="370"/>
                        <a:pt x="1081" y="370"/>
                        <a:pt x="1081" y="372"/>
                      </a:cubicBezTo>
                      <a:cubicBezTo>
                        <a:pt x="1080" y="372"/>
                        <a:pt x="1073" y="375"/>
                        <a:pt x="1072" y="376"/>
                      </a:cubicBezTo>
                      <a:cubicBezTo>
                        <a:pt x="1072" y="376"/>
                        <a:pt x="1072" y="376"/>
                        <a:pt x="1072" y="376"/>
                      </a:cubicBezTo>
                      <a:cubicBezTo>
                        <a:pt x="1073" y="376"/>
                        <a:pt x="1073" y="376"/>
                        <a:pt x="1073" y="377"/>
                      </a:cubicBezTo>
                      <a:cubicBezTo>
                        <a:pt x="1075" y="377"/>
                        <a:pt x="1077" y="379"/>
                        <a:pt x="1079" y="380"/>
                      </a:cubicBezTo>
                      <a:cubicBezTo>
                        <a:pt x="1083" y="382"/>
                        <a:pt x="1088" y="383"/>
                        <a:pt x="1092" y="386"/>
                      </a:cubicBezTo>
                      <a:cubicBezTo>
                        <a:pt x="1096" y="385"/>
                        <a:pt x="1104" y="381"/>
                        <a:pt x="1105" y="377"/>
                      </a:cubicBezTo>
                      <a:cubicBezTo>
                        <a:pt x="1107" y="377"/>
                        <a:pt x="1109" y="375"/>
                        <a:pt x="1111" y="376"/>
                      </a:cubicBezTo>
                      <a:cubicBezTo>
                        <a:pt x="1112" y="376"/>
                        <a:pt x="1112" y="377"/>
                        <a:pt x="1114" y="377"/>
                      </a:cubicBezTo>
                      <a:cubicBezTo>
                        <a:pt x="1116" y="377"/>
                        <a:pt x="1117" y="376"/>
                        <a:pt x="1119" y="377"/>
                      </a:cubicBezTo>
                      <a:cubicBezTo>
                        <a:pt x="1120" y="378"/>
                        <a:pt x="1121" y="377"/>
                        <a:pt x="1121" y="378"/>
                      </a:cubicBezTo>
                      <a:cubicBezTo>
                        <a:pt x="1123" y="380"/>
                        <a:pt x="1124" y="382"/>
                        <a:pt x="1124" y="384"/>
                      </a:cubicBezTo>
                      <a:cubicBezTo>
                        <a:pt x="1123" y="384"/>
                        <a:pt x="1123" y="385"/>
                        <a:pt x="1123" y="385"/>
                      </a:cubicBezTo>
                      <a:cubicBezTo>
                        <a:pt x="1123" y="385"/>
                        <a:pt x="1123" y="386"/>
                        <a:pt x="1123" y="386"/>
                      </a:cubicBezTo>
                      <a:cubicBezTo>
                        <a:pt x="1127" y="387"/>
                        <a:pt x="1130" y="384"/>
                        <a:pt x="1133" y="382"/>
                      </a:cubicBezTo>
                      <a:cubicBezTo>
                        <a:pt x="1133" y="382"/>
                        <a:pt x="1141" y="379"/>
                        <a:pt x="1142" y="379"/>
                      </a:cubicBezTo>
                      <a:cubicBezTo>
                        <a:pt x="1142" y="379"/>
                        <a:pt x="1144" y="380"/>
                        <a:pt x="1145" y="378"/>
                      </a:cubicBezTo>
                      <a:cubicBezTo>
                        <a:pt x="1146" y="378"/>
                        <a:pt x="1147" y="376"/>
                        <a:pt x="1147" y="375"/>
                      </a:cubicBezTo>
                      <a:cubicBezTo>
                        <a:pt x="1148" y="374"/>
                        <a:pt x="1149" y="374"/>
                        <a:pt x="1151" y="373"/>
                      </a:cubicBezTo>
                      <a:cubicBezTo>
                        <a:pt x="1153" y="371"/>
                        <a:pt x="1154" y="367"/>
                        <a:pt x="1159" y="367"/>
                      </a:cubicBezTo>
                      <a:cubicBezTo>
                        <a:pt x="1161" y="367"/>
                        <a:pt x="1162" y="368"/>
                        <a:pt x="1163" y="370"/>
                      </a:cubicBezTo>
                      <a:cubicBezTo>
                        <a:pt x="1164" y="371"/>
                        <a:pt x="1164" y="371"/>
                        <a:pt x="1165" y="371"/>
                      </a:cubicBezTo>
                      <a:cubicBezTo>
                        <a:pt x="1167" y="374"/>
                        <a:pt x="1163" y="380"/>
                        <a:pt x="1162" y="382"/>
                      </a:cubicBezTo>
                      <a:cubicBezTo>
                        <a:pt x="1161" y="382"/>
                        <a:pt x="1161" y="382"/>
                        <a:pt x="1161" y="382"/>
                      </a:cubicBezTo>
                      <a:cubicBezTo>
                        <a:pt x="1160" y="383"/>
                        <a:pt x="1160" y="383"/>
                        <a:pt x="1160" y="384"/>
                      </a:cubicBezTo>
                      <a:cubicBezTo>
                        <a:pt x="1159" y="385"/>
                        <a:pt x="1156" y="385"/>
                        <a:pt x="1155" y="387"/>
                      </a:cubicBezTo>
                      <a:cubicBezTo>
                        <a:pt x="1155" y="387"/>
                        <a:pt x="1155" y="387"/>
                        <a:pt x="1155" y="387"/>
                      </a:cubicBezTo>
                      <a:cubicBezTo>
                        <a:pt x="1155" y="387"/>
                        <a:pt x="1155" y="387"/>
                        <a:pt x="1155" y="388"/>
                      </a:cubicBezTo>
                      <a:cubicBezTo>
                        <a:pt x="1158" y="389"/>
                        <a:pt x="1164" y="391"/>
                        <a:pt x="1167" y="391"/>
                      </a:cubicBezTo>
                      <a:cubicBezTo>
                        <a:pt x="1168" y="390"/>
                        <a:pt x="1168" y="390"/>
                        <a:pt x="1169" y="390"/>
                      </a:cubicBezTo>
                      <a:cubicBezTo>
                        <a:pt x="1170" y="390"/>
                        <a:pt x="1176" y="391"/>
                        <a:pt x="1177" y="392"/>
                      </a:cubicBezTo>
                      <a:cubicBezTo>
                        <a:pt x="1179" y="398"/>
                        <a:pt x="1183" y="403"/>
                        <a:pt x="1178" y="406"/>
                      </a:cubicBezTo>
                      <a:cubicBezTo>
                        <a:pt x="1176" y="408"/>
                        <a:pt x="1173" y="406"/>
                        <a:pt x="1171" y="408"/>
                      </a:cubicBezTo>
                      <a:cubicBezTo>
                        <a:pt x="1172" y="409"/>
                        <a:pt x="1173" y="410"/>
                        <a:pt x="1173" y="412"/>
                      </a:cubicBezTo>
                      <a:cubicBezTo>
                        <a:pt x="1173" y="413"/>
                        <a:pt x="1172" y="415"/>
                        <a:pt x="1174" y="416"/>
                      </a:cubicBezTo>
                      <a:cubicBezTo>
                        <a:pt x="1182" y="413"/>
                        <a:pt x="1180" y="413"/>
                        <a:pt x="1182" y="408"/>
                      </a:cubicBezTo>
                      <a:cubicBezTo>
                        <a:pt x="1188" y="402"/>
                        <a:pt x="1192" y="410"/>
                        <a:pt x="1195" y="414"/>
                      </a:cubicBezTo>
                      <a:cubicBezTo>
                        <a:pt x="1196" y="415"/>
                        <a:pt x="1198" y="417"/>
                        <a:pt x="1198" y="418"/>
                      </a:cubicBezTo>
                      <a:cubicBezTo>
                        <a:pt x="1198" y="422"/>
                        <a:pt x="1194" y="425"/>
                        <a:pt x="1194" y="428"/>
                      </a:cubicBezTo>
                      <a:cubicBezTo>
                        <a:pt x="1193" y="429"/>
                        <a:pt x="1192" y="430"/>
                        <a:pt x="1191" y="431"/>
                      </a:cubicBezTo>
                      <a:cubicBezTo>
                        <a:pt x="1188" y="433"/>
                        <a:pt x="1182" y="431"/>
                        <a:pt x="1181" y="429"/>
                      </a:cubicBezTo>
                      <a:cubicBezTo>
                        <a:pt x="1180" y="429"/>
                        <a:pt x="1180" y="428"/>
                        <a:pt x="1179" y="428"/>
                      </a:cubicBezTo>
                      <a:cubicBezTo>
                        <a:pt x="1178" y="428"/>
                        <a:pt x="1176" y="428"/>
                        <a:pt x="1175" y="428"/>
                      </a:cubicBezTo>
                      <a:cubicBezTo>
                        <a:pt x="1173" y="428"/>
                        <a:pt x="1171" y="429"/>
                        <a:pt x="1169" y="429"/>
                      </a:cubicBezTo>
                      <a:cubicBezTo>
                        <a:pt x="1164" y="429"/>
                        <a:pt x="1157" y="432"/>
                        <a:pt x="1152" y="435"/>
                      </a:cubicBezTo>
                      <a:cubicBezTo>
                        <a:pt x="1150" y="437"/>
                        <a:pt x="1144" y="436"/>
                        <a:pt x="1142" y="439"/>
                      </a:cubicBezTo>
                      <a:cubicBezTo>
                        <a:pt x="1142" y="439"/>
                        <a:pt x="1142" y="439"/>
                        <a:pt x="1142" y="439"/>
                      </a:cubicBezTo>
                      <a:cubicBezTo>
                        <a:pt x="1143" y="441"/>
                        <a:pt x="1144" y="442"/>
                        <a:pt x="1145" y="443"/>
                      </a:cubicBezTo>
                      <a:cubicBezTo>
                        <a:pt x="1146" y="446"/>
                        <a:pt x="1147" y="449"/>
                        <a:pt x="1147" y="451"/>
                      </a:cubicBezTo>
                      <a:cubicBezTo>
                        <a:pt x="1149" y="453"/>
                        <a:pt x="1150" y="456"/>
                        <a:pt x="1149" y="458"/>
                      </a:cubicBezTo>
                      <a:cubicBezTo>
                        <a:pt x="1148" y="459"/>
                        <a:pt x="1147" y="459"/>
                        <a:pt x="1147" y="460"/>
                      </a:cubicBezTo>
                      <a:cubicBezTo>
                        <a:pt x="1146" y="461"/>
                        <a:pt x="1146" y="462"/>
                        <a:pt x="1145" y="463"/>
                      </a:cubicBezTo>
                      <a:cubicBezTo>
                        <a:pt x="1142" y="467"/>
                        <a:pt x="1140" y="469"/>
                        <a:pt x="1133" y="469"/>
                      </a:cubicBezTo>
                      <a:cubicBezTo>
                        <a:pt x="1133" y="468"/>
                        <a:pt x="1132" y="468"/>
                        <a:pt x="1131" y="468"/>
                      </a:cubicBezTo>
                      <a:cubicBezTo>
                        <a:pt x="1130" y="467"/>
                        <a:pt x="1130" y="465"/>
                        <a:pt x="1129" y="464"/>
                      </a:cubicBezTo>
                      <a:cubicBezTo>
                        <a:pt x="1128" y="464"/>
                        <a:pt x="1129" y="463"/>
                        <a:pt x="1129" y="463"/>
                      </a:cubicBezTo>
                      <a:cubicBezTo>
                        <a:pt x="1129" y="463"/>
                        <a:pt x="1126" y="457"/>
                        <a:pt x="1126" y="457"/>
                      </a:cubicBezTo>
                      <a:cubicBezTo>
                        <a:pt x="1125" y="456"/>
                        <a:pt x="1124" y="455"/>
                        <a:pt x="1123" y="454"/>
                      </a:cubicBezTo>
                      <a:cubicBezTo>
                        <a:pt x="1123" y="453"/>
                        <a:pt x="1121" y="451"/>
                        <a:pt x="1120" y="450"/>
                      </a:cubicBezTo>
                      <a:cubicBezTo>
                        <a:pt x="1120" y="449"/>
                        <a:pt x="1120" y="448"/>
                        <a:pt x="1120" y="446"/>
                      </a:cubicBezTo>
                      <a:cubicBezTo>
                        <a:pt x="1119" y="445"/>
                        <a:pt x="1116" y="442"/>
                        <a:pt x="1115" y="441"/>
                      </a:cubicBezTo>
                      <a:cubicBezTo>
                        <a:pt x="1113" y="442"/>
                        <a:pt x="1110" y="442"/>
                        <a:pt x="1110" y="441"/>
                      </a:cubicBezTo>
                      <a:cubicBezTo>
                        <a:pt x="1109" y="441"/>
                        <a:pt x="1109" y="440"/>
                        <a:pt x="1108" y="440"/>
                      </a:cubicBezTo>
                      <a:cubicBezTo>
                        <a:pt x="1105" y="440"/>
                        <a:pt x="1103" y="440"/>
                        <a:pt x="1100" y="441"/>
                      </a:cubicBezTo>
                      <a:cubicBezTo>
                        <a:pt x="1099" y="440"/>
                        <a:pt x="1098" y="440"/>
                        <a:pt x="1098" y="440"/>
                      </a:cubicBezTo>
                      <a:cubicBezTo>
                        <a:pt x="1096" y="439"/>
                        <a:pt x="1096" y="436"/>
                        <a:pt x="1093" y="437"/>
                      </a:cubicBezTo>
                      <a:cubicBezTo>
                        <a:pt x="1093" y="438"/>
                        <a:pt x="1093" y="439"/>
                        <a:pt x="1092" y="440"/>
                      </a:cubicBezTo>
                      <a:cubicBezTo>
                        <a:pt x="1093" y="442"/>
                        <a:pt x="1094" y="444"/>
                        <a:pt x="1095" y="445"/>
                      </a:cubicBezTo>
                      <a:cubicBezTo>
                        <a:pt x="1095" y="446"/>
                        <a:pt x="1097" y="447"/>
                        <a:pt x="1097" y="449"/>
                      </a:cubicBezTo>
                      <a:cubicBezTo>
                        <a:pt x="1098" y="453"/>
                        <a:pt x="1097" y="459"/>
                        <a:pt x="1095" y="463"/>
                      </a:cubicBezTo>
                      <a:cubicBezTo>
                        <a:pt x="1094" y="463"/>
                        <a:pt x="1093" y="465"/>
                        <a:pt x="1092" y="465"/>
                      </a:cubicBezTo>
                      <a:cubicBezTo>
                        <a:pt x="1092" y="465"/>
                        <a:pt x="1090" y="464"/>
                        <a:pt x="1089" y="464"/>
                      </a:cubicBezTo>
                      <a:cubicBezTo>
                        <a:pt x="1089" y="463"/>
                        <a:pt x="1089" y="463"/>
                        <a:pt x="1088" y="462"/>
                      </a:cubicBezTo>
                      <a:cubicBezTo>
                        <a:pt x="1088" y="463"/>
                        <a:pt x="1087" y="463"/>
                        <a:pt x="1087" y="463"/>
                      </a:cubicBezTo>
                      <a:cubicBezTo>
                        <a:pt x="1086" y="462"/>
                        <a:pt x="1086" y="460"/>
                        <a:pt x="1085" y="459"/>
                      </a:cubicBezTo>
                      <a:cubicBezTo>
                        <a:pt x="1085" y="459"/>
                        <a:pt x="1083" y="459"/>
                        <a:pt x="1083" y="458"/>
                      </a:cubicBezTo>
                      <a:cubicBezTo>
                        <a:pt x="1082" y="457"/>
                        <a:pt x="1082" y="456"/>
                        <a:pt x="1081" y="454"/>
                      </a:cubicBezTo>
                      <a:cubicBezTo>
                        <a:pt x="1081" y="453"/>
                        <a:pt x="1080" y="453"/>
                        <a:pt x="1079" y="453"/>
                      </a:cubicBezTo>
                      <a:cubicBezTo>
                        <a:pt x="1079" y="452"/>
                        <a:pt x="1079" y="451"/>
                        <a:pt x="1078" y="451"/>
                      </a:cubicBezTo>
                      <a:cubicBezTo>
                        <a:pt x="1077" y="452"/>
                        <a:pt x="1076" y="452"/>
                        <a:pt x="1074" y="453"/>
                      </a:cubicBezTo>
                      <a:cubicBezTo>
                        <a:pt x="1071" y="453"/>
                        <a:pt x="1067" y="452"/>
                        <a:pt x="1063" y="452"/>
                      </a:cubicBezTo>
                      <a:cubicBezTo>
                        <a:pt x="1062" y="452"/>
                        <a:pt x="1061" y="452"/>
                        <a:pt x="1059" y="452"/>
                      </a:cubicBezTo>
                      <a:cubicBezTo>
                        <a:pt x="1057" y="452"/>
                        <a:pt x="1053" y="452"/>
                        <a:pt x="1051" y="451"/>
                      </a:cubicBezTo>
                      <a:cubicBezTo>
                        <a:pt x="1049" y="450"/>
                        <a:pt x="1048" y="448"/>
                        <a:pt x="1046" y="446"/>
                      </a:cubicBezTo>
                      <a:cubicBezTo>
                        <a:pt x="1045" y="444"/>
                        <a:pt x="1042" y="442"/>
                        <a:pt x="1041" y="441"/>
                      </a:cubicBezTo>
                      <a:cubicBezTo>
                        <a:pt x="1039" y="439"/>
                        <a:pt x="1037" y="434"/>
                        <a:pt x="1037" y="432"/>
                      </a:cubicBezTo>
                      <a:cubicBezTo>
                        <a:pt x="1037" y="429"/>
                        <a:pt x="1040" y="428"/>
                        <a:pt x="1041" y="426"/>
                      </a:cubicBezTo>
                      <a:cubicBezTo>
                        <a:pt x="1041" y="422"/>
                        <a:pt x="1042" y="418"/>
                        <a:pt x="1044" y="416"/>
                      </a:cubicBezTo>
                      <a:cubicBezTo>
                        <a:pt x="1046" y="415"/>
                        <a:pt x="1047" y="414"/>
                        <a:pt x="1049" y="414"/>
                      </a:cubicBezTo>
                      <a:cubicBezTo>
                        <a:pt x="1053" y="411"/>
                        <a:pt x="1057" y="407"/>
                        <a:pt x="1063" y="408"/>
                      </a:cubicBezTo>
                      <a:cubicBezTo>
                        <a:pt x="1064" y="410"/>
                        <a:pt x="1071" y="416"/>
                        <a:pt x="1073" y="417"/>
                      </a:cubicBezTo>
                      <a:cubicBezTo>
                        <a:pt x="1074" y="418"/>
                        <a:pt x="1076" y="418"/>
                        <a:pt x="1076" y="419"/>
                      </a:cubicBezTo>
                      <a:cubicBezTo>
                        <a:pt x="1078" y="420"/>
                        <a:pt x="1078" y="422"/>
                        <a:pt x="1080" y="423"/>
                      </a:cubicBezTo>
                      <a:cubicBezTo>
                        <a:pt x="1080" y="423"/>
                        <a:pt x="1081" y="423"/>
                        <a:pt x="1081" y="423"/>
                      </a:cubicBezTo>
                      <a:cubicBezTo>
                        <a:pt x="1082" y="424"/>
                        <a:pt x="1082" y="425"/>
                        <a:pt x="1083" y="426"/>
                      </a:cubicBezTo>
                      <a:cubicBezTo>
                        <a:pt x="1083" y="426"/>
                        <a:pt x="1083" y="427"/>
                        <a:pt x="1084" y="427"/>
                      </a:cubicBezTo>
                      <a:cubicBezTo>
                        <a:pt x="1085" y="428"/>
                        <a:pt x="1085" y="429"/>
                        <a:pt x="1085" y="429"/>
                      </a:cubicBezTo>
                      <a:cubicBezTo>
                        <a:pt x="1085" y="429"/>
                        <a:pt x="1085" y="429"/>
                        <a:pt x="1085" y="429"/>
                      </a:cubicBezTo>
                      <a:cubicBezTo>
                        <a:pt x="1087" y="428"/>
                        <a:pt x="1087" y="427"/>
                        <a:pt x="1087" y="427"/>
                      </a:cubicBezTo>
                      <a:cubicBezTo>
                        <a:pt x="1088" y="426"/>
                        <a:pt x="1089" y="426"/>
                        <a:pt x="1090" y="425"/>
                      </a:cubicBezTo>
                      <a:cubicBezTo>
                        <a:pt x="1090" y="425"/>
                        <a:pt x="1090" y="425"/>
                        <a:pt x="1090" y="425"/>
                      </a:cubicBezTo>
                      <a:cubicBezTo>
                        <a:pt x="1088" y="421"/>
                        <a:pt x="1087" y="418"/>
                        <a:pt x="1087" y="414"/>
                      </a:cubicBezTo>
                      <a:cubicBezTo>
                        <a:pt x="1089" y="413"/>
                        <a:pt x="1090" y="411"/>
                        <a:pt x="1092" y="411"/>
                      </a:cubicBezTo>
                      <a:cubicBezTo>
                        <a:pt x="1093" y="411"/>
                        <a:pt x="1094" y="412"/>
                        <a:pt x="1096" y="411"/>
                      </a:cubicBezTo>
                      <a:close/>
                      <a:moveTo>
                        <a:pt x="1171" y="406"/>
                      </a:moveTo>
                      <a:cubicBezTo>
                        <a:pt x="1168" y="405"/>
                        <a:pt x="1166" y="400"/>
                        <a:pt x="1162" y="400"/>
                      </a:cubicBezTo>
                      <a:cubicBezTo>
                        <a:pt x="1161" y="400"/>
                        <a:pt x="1161" y="401"/>
                        <a:pt x="1161" y="401"/>
                      </a:cubicBezTo>
                      <a:cubicBezTo>
                        <a:pt x="1161" y="404"/>
                        <a:pt x="1160" y="406"/>
                        <a:pt x="1160" y="408"/>
                      </a:cubicBezTo>
                      <a:cubicBezTo>
                        <a:pt x="1160" y="408"/>
                        <a:pt x="1160" y="409"/>
                        <a:pt x="1160" y="409"/>
                      </a:cubicBezTo>
                      <a:cubicBezTo>
                        <a:pt x="1165" y="407"/>
                        <a:pt x="1167" y="406"/>
                        <a:pt x="1170" y="407"/>
                      </a:cubicBezTo>
                      <a:cubicBezTo>
                        <a:pt x="1170" y="407"/>
                        <a:pt x="1171" y="407"/>
                        <a:pt x="1171" y="406"/>
                      </a:cubicBezTo>
                      <a:cubicBezTo>
                        <a:pt x="1171" y="406"/>
                        <a:pt x="1171" y="406"/>
                        <a:pt x="1171" y="406"/>
                      </a:cubicBezTo>
                      <a:close/>
                      <a:moveTo>
                        <a:pt x="1159" y="419"/>
                      </a:moveTo>
                      <a:cubicBezTo>
                        <a:pt x="1158" y="418"/>
                        <a:pt x="1154" y="414"/>
                        <a:pt x="1151" y="418"/>
                      </a:cubicBezTo>
                      <a:cubicBezTo>
                        <a:pt x="1152" y="419"/>
                        <a:pt x="1153" y="422"/>
                        <a:pt x="1154" y="423"/>
                      </a:cubicBezTo>
                      <a:cubicBezTo>
                        <a:pt x="1156" y="423"/>
                        <a:pt x="1159" y="422"/>
                        <a:pt x="1160" y="420"/>
                      </a:cubicBezTo>
                      <a:cubicBezTo>
                        <a:pt x="1160" y="420"/>
                        <a:pt x="1160" y="419"/>
                        <a:pt x="1159" y="419"/>
                      </a:cubicBezTo>
                      <a:close/>
                      <a:moveTo>
                        <a:pt x="1140" y="420"/>
                      </a:moveTo>
                      <a:cubicBezTo>
                        <a:pt x="1139" y="420"/>
                        <a:pt x="1139" y="420"/>
                        <a:pt x="1139" y="420"/>
                      </a:cubicBezTo>
                      <a:cubicBezTo>
                        <a:pt x="1135" y="422"/>
                        <a:pt x="1134" y="423"/>
                        <a:pt x="1130" y="422"/>
                      </a:cubicBezTo>
                      <a:cubicBezTo>
                        <a:pt x="1130" y="422"/>
                        <a:pt x="1130" y="422"/>
                        <a:pt x="1129" y="422"/>
                      </a:cubicBezTo>
                      <a:cubicBezTo>
                        <a:pt x="1129" y="422"/>
                        <a:pt x="1129" y="422"/>
                        <a:pt x="1129" y="423"/>
                      </a:cubicBezTo>
                      <a:cubicBezTo>
                        <a:pt x="1130" y="424"/>
                        <a:pt x="1131" y="424"/>
                        <a:pt x="1132" y="425"/>
                      </a:cubicBezTo>
                      <a:cubicBezTo>
                        <a:pt x="1134" y="427"/>
                        <a:pt x="1138" y="434"/>
                        <a:pt x="1142" y="429"/>
                      </a:cubicBezTo>
                      <a:cubicBezTo>
                        <a:pt x="1142" y="429"/>
                        <a:pt x="1142" y="429"/>
                        <a:pt x="1142" y="429"/>
                      </a:cubicBezTo>
                      <a:cubicBezTo>
                        <a:pt x="1141" y="427"/>
                        <a:pt x="1139" y="426"/>
                        <a:pt x="1139" y="424"/>
                      </a:cubicBezTo>
                      <a:cubicBezTo>
                        <a:pt x="1139" y="423"/>
                        <a:pt x="1140" y="421"/>
                        <a:pt x="1140" y="420"/>
                      </a:cubicBezTo>
                      <a:close/>
                      <a:moveTo>
                        <a:pt x="1131" y="398"/>
                      </a:moveTo>
                      <a:cubicBezTo>
                        <a:pt x="1130" y="398"/>
                        <a:pt x="1127" y="398"/>
                        <a:pt x="1126" y="399"/>
                      </a:cubicBezTo>
                      <a:cubicBezTo>
                        <a:pt x="1126" y="400"/>
                        <a:pt x="1125" y="400"/>
                        <a:pt x="1125" y="401"/>
                      </a:cubicBezTo>
                      <a:cubicBezTo>
                        <a:pt x="1125" y="401"/>
                        <a:pt x="1125" y="401"/>
                        <a:pt x="1125" y="402"/>
                      </a:cubicBezTo>
                      <a:cubicBezTo>
                        <a:pt x="1127" y="402"/>
                        <a:pt x="1130" y="402"/>
                        <a:pt x="1131" y="400"/>
                      </a:cubicBezTo>
                      <a:cubicBezTo>
                        <a:pt x="1131" y="399"/>
                        <a:pt x="1131" y="399"/>
                        <a:pt x="1131" y="398"/>
                      </a:cubicBezTo>
                      <a:close/>
                      <a:moveTo>
                        <a:pt x="1126" y="410"/>
                      </a:moveTo>
                      <a:cubicBezTo>
                        <a:pt x="1124" y="409"/>
                        <a:pt x="1120" y="407"/>
                        <a:pt x="1119" y="409"/>
                      </a:cubicBezTo>
                      <a:cubicBezTo>
                        <a:pt x="1119" y="409"/>
                        <a:pt x="1119" y="409"/>
                        <a:pt x="1119" y="409"/>
                      </a:cubicBezTo>
                      <a:cubicBezTo>
                        <a:pt x="1120" y="412"/>
                        <a:pt x="1121" y="414"/>
                        <a:pt x="1123" y="415"/>
                      </a:cubicBezTo>
                      <a:cubicBezTo>
                        <a:pt x="1123" y="415"/>
                        <a:pt x="1123" y="415"/>
                        <a:pt x="1124" y="415"/>
                      </a:cubicBezTo>
                      <a:cubicBezTo>
                        <a:pt x="1124" y="413"/>
                        <a:pt x="1125" y="412"/>
                        <a:pt x="1126" y="410"/>
                      </a:cubicBezTo>
                      <a:cubicBezTo>
                        <a:pt x="1126" y="410"/>
                        <a:pt x="1126" y="410"/>
                        <a:pt x="1126" y="410"/>
                      </a:cubicBezTo>
                      <a:close/>
                      <a:moveTo>
                        <a:pt x="1139" y="446"/>
                      </a:moveTo>
                      <a:cubicBezTo>
                        <a:pt x="1137" y="444"/>
                        <a:pt x="1136" y="441"/>
                        <a:pt x="1134" y="440"/>
                      </a:cubicBezTo>
                      <a:cubicBezTo>
                        <a:pt x="1132" y="440"/>
                        <a:pt x="1130" y="441"/>
                        <a:pt x="1128" y="441"/>
                      </a:cubicBezTo>
                      <a:cubicBezTo>
                        <a:pt x="1127" y="441"/>
                        <a:pt x="1125" y="439"/>
                        <a:pt x="1124" y="441"/>
                      </a:cubicBezTo>
                      <a:cubicBezTo>
                        <a:pt x="1124" y="441"/>
                        <a:pt x="1124" y="441"/>
                        <a:pt x="1124" y="441"/>
                      </a:cubicBezTo>
                      <a:cubicBezTo>
                        <a:pt x="1125" y="444"/>
                        <a:pt x="1137" y="453"/>
                        <a:pt x="1139" y="454"/>
                      </a:cubicBezTo>
                      <a:cubicBezTo>
                        <a:pt x="1140" y="453"/>
                        <a:pt x="1139" y="453"/>
                        <a:pt x="1140" y="453"/>
                      </a:cubicBezTo>
                      <a:cubicBezTo>
                        <a:pt x="1140" y="450"/>
                        <a:pt x="1141" y="449"/>
                        <a:pt x="1139" y="446"/>
                      </a:cubicBezTo>
                      <a:close/>
                      <a:moveTo>
                        <a:pt x="1130" y="430"/>
                      </a:moveTo>
                      <a:cubicBezTo>
                        <a:pt x="1127" y="429"/>
                        <a:pt x="1126" y="426"/>
                        <a:pt x="1124" y="425"/>
                      </a:cubicBezTo>
                      <a:cubicBezTo>
                        <a:pt x="1123" y="425"/>
                        <a:pt x="1123" y="425"/>
                        <a:pt x="1123" y="425"/>
                      </a:cubicBezTo>
                      <a:cubicBezTo>
                        <a:pt x="1122" y="426"/>
                        <a:pt x="1122" y="426"/>
                        <a:pt x="1122" y="427"/>
                      </a:cubicBezTo>
                      <a:cubicBezTo>
                        <a:pt x="1122" y="427"/>
                        <a:pt x="1122" y="428"/>
                        <a:pt x="1122" y="428"/>
                      </a:cubicBezTo>
                      <a:cubicBezTo>
                        <a:pt x="1123" y="429"/>
                        <a:pt x="1124" y="428"/>
                        <a:pt x="1125" y="428"/>
                      </a:cubicBezTo>
                      <a:cubicBezTo>
                        <a:pt x="1125" y="429"/>
                        <a:pt x="1125" y="429"/>
                        <a:pt x="1125" y="429"/>
                      </a:cubicBezTo>
                      <a:cubicBezTo>
                        <a:pt x="1124" y="430"/>
                        <a:pt x="1124" y="430"/>
                        <a:pt x="1124" y="431"/>
                      </a:cubicBezTo>
                      <a:cubicBezTo>
                        <a:pt x="1124" y="432"/>
                        <a:pt x="1124" y="432"/>
                        <a:pt x="1125" y="432"/>
                      </a:cubicBezTo>
                      <a:cubicBezTo>
                        <a:pt x="1127" y="431"/>
                        <a:pt x="1129" y="433"/>
                        <a:pt x="1130" y="431"/>
                      </a:cubicBezTo>
                      <a:cubicBezTo>
                        <a:pt x="1130" y="431"/>
                        <a:pt x="1130" y="431"/>
                        <a:pt x="1130" y="430"/>
                      </a:cubicBezTo>
                      <a:close/>
                      <a:moveTo>
                        <a:pt x="1080" y="436"/>
                      </a:moveTo>
                      <a:cubicBezTo>
                        <a:pt x="1078" y="435"/>
                        <a:pt x="1078" y="433"/>
                        <a:pt x="1077" y="432"/>
                      </a:cubicBezTo>
                      <a:cubicBezTo>
                        <a:pt x="1074" y="429"/>
                        <a:pt x="1070" y="429"/>
                        <a:pt x="1067" y="426"/>
                      </a:cubicBezTo>
                      <a:cubicBezTo>
                        <a:pt x="1063" y="423"/>
                        <a:pt x="1058" y="421"/>
                        <a:pt x="1053" y="419"/>
                      </a:cubicBezTo>
                      <a:cubicBezTo>
                        <a:pt x="1047" y="421"/>
                        <a:pt x="1047" y="435"/>
                        <a:pt x="1052" y="441"/>
                      </a:cubicBezTo>
                      <a:cubicBezTo>
                        <a:pt x="1056" y="444"/>
                        <a:pt x="1060" y="445"/>
                        <a:pt x="1065" y="445"/>
                      </a:cubicBezTo>
                      <a:cubicBezTo>
                        <a:pt x="1066" y="445"/>
                        <a:pt x="1072" y="445"/>
                        <a:pt x="1073" y="443"/>
                      </a:cubicBezTo>
                      <a:cubicBezTo>
                        <a:pt x="1074" y="442"/>
                        <a:pt x="1074" y="441"/>
                        <a:pt x="1074" y="440"/>
                      </a:cubicBezTo>
                      <a:cubicBezTo>
                        <a:pt x="1074" y="440"/>
                        <a:pt x="1075" y="440"/>
                        <a:pt x="1075" y="440"/>
                      </a:cubicBezTo>
                      <a:cubicBezTo>
                        <a:pt x="1076" y="440"/>
                        <a:pt x="1076" y="441"/>
                        <a:pt x="1077" y="441"/>
                      </a:cubicBezTo>
                      <a:cubicBezTo>
                        <a:pt x="1078" y="440"/>
                        <a:pt x="1080" y="439"/>
                        <a:pt x="1081" y="438"/>
                      </a:cubicBezTo>
                      <a:cubicBezTo>
                        <a:pt x="1080" y="437"/>
                        <a:pt x="1080" y="437"/>
                        <a:pt x="1080" y="436"/>
                      </a:cubicBezTo>
                      <a:close/>
                      <a:moveTo>
                        <a:pt x="180" y="225"/>
                      </a:moveTo>
                      <a:cubicBezTo>
                        <a:pt x="179" y="224"/>
                        <a:pt x="178" y="224"/>
                        <a:pt x="177" y="223"/>
                      </a:cubicBezTo>
                      <a:cubicBezTo>
                        <a:pt x="176" y="222"/>
                        <a:pt x="175" y="221"/>
                        <a:pt x="174" y="220"/>
                      </a:cubicBezTo>
                      <a:cubicBezTo>
                        <a:pt x="173" y="219"/>
                        <a:pt x="173" y="220"/>
                        <a:pt x="172" y="219"/>
                      </a:cubicBezTo>
                      <a:cubicBezTo>
                        <a:pt x="172" y="217"/>
                        <a:pt x="171" y="216"/>
                        <a:pt x="171" y="214"/>
                      </a:cubicBezTo>
                      <a:cubicBezTo>
                        <a:pt x="172" y="212"/>
                        <a:pt x="173" y="209"/>
                        <a:pt x="176" y="208"/>
                      </a:cubicBezTo>
                      <a:cubicBezTo>
                        <a:pt x="179" y="209"/>
                        <a:pt x="181" y="205"/>
                        <a:pt x="181" y="211"/>
                      </a:cubicBezTo>
                      <a:cubicBezTo>
                        <a:pt x="182" y="212"/>
                        <a:pt x="183" y="212"/>
                        <a:pt x="184" y="212"/>
                      </a:cubicBezTo>
                      <a:cubicBezTo>
                        <a:pt x="184" y="212"/>
                        <a:pt x="184" y="212"/>
                        <a:pt x="184" y="211"/>
                      </a:cubicBezTo>
                      <a:cubicBezTo>
                        <a:pt x="182" y="206"/>
                        <a:pt x="184" y="202"/>
                        <a:pt x="183" y="197"/>
                      </a:cubicBezTo>
                      <a:cubicBezTo>
                        <a:pt x="183" y="195"/>
                        <a:pt x="183" y="193"/>
                        <a:pt x="183" y="190"/>
                      </a:cubicBezTo>
                      <a:cubicBezTo>
                        <a:pt x="182" y="188"/>
                        <a:pt x="182" y="183"/>
                        <a:pt x="178" y="182"/>
                      </a:cubicBezTo>
                      <a:cubicBezTo>
                        <a:pt x="176" y="184"/>
                        <a:pt x="175" y="187"/>
                        <a:pt x="174" y="189"/>
                      </a:cubicBezTo>
                      <a:cubicBezTo>
                        <a:pt x="173" y="190"/>
                        <a:pt x="173" y="191"/>
                        <a:pt x="172" y="192"/>
                      </a:cubicBezTo>
                      <a:cubicBezTo>
                        <a:pt x="171" y="194"/>
                        <a:pt x="170" y="197"/>
                        <a:pt x="168" y="200"/>
                      </a:cubicBezTo>
                      <a:cubicBezTo>
                        <a:pt x="167" y="201"/>
                        <a:pt x="166" y="202"/>
                        <a:pt x="165" y="202"/>
                      </a:cubicBezTo>
                      <a:cubicBezTo>
                        <a:pt x="164" y="204"/>
                        <a:pt x="160" y="206"/>
                        <a:pt x="158" y="205"/>
                      </a:cubicBezTo>
                      <a:cubicBezTo>
                        <a:pt x="157" y="204"/>
                        <a:pt x="157" y="202"/>
                        <a:pt x="156" y="201"/>
                      </a:cubicBezTo>
                      <a:cubicBezTo>
                        <a:pt x="158" y="199"/>
                        <a:pt x="156" y="198"/>
                        <a:pt x="157" y="196"/>
                      </a:cubicBezTo>
                      <a:cubicBezTo>
                        <a:pt x="158" y="194"/>
                        <a:pt x="160" y="194"/>
                        <a:pt x="159" y="192"/>
                      </a:cubicBezTo>
                      <a:cubicBezTo>
                        <a:pt x="161" y="190"/>
                        <a:pt x="163" y="191"/>
                        <a:pt x="165" y="190"/>
                      </a:cubicBezTo>
                      <a:cubicBezTo>
                        <a:pt x="168" y="188"/>
                        <a:pt x="172" y="180"/>
                        <a:pt x="172" y="178"/>
                      </a:cubicBezTo>
                      <a:cubicBezTo>
                        <a:pt x="170" y="176"/>
                        <a:pt x="168" y="175"/>
                        <a:pt x="165" y="173"/>
                      </a:cubicBezTo>
                      <a:cubicBezTo>
                        <a:pt x="164" y="172"/>
                        <a:pt x="162" y="170"/>
                        <a:pt x="160" y="168"/>
                      </a:cubicBezTo>
                      <a:cubicBezTo>
                        <a:pt x="159" y="168"/>
                        <a:pt x="157" y="167"/>
                        <a:pt x="155" y="167"/>
                      </a:cubicBezTo>
                      <a:cubicBezTo>
                        <a:pt x="154" y="166"/>
                        <a:pt x="154" y="165"/>
                        <a:pt x="153" y="164"/>
                      </a:cubicBezTo>
                      <a:cubicBezTo>
                        <a:pt x="153" y="163"/>
                        <a:pt x="152" y="162"/>
                        <a:pt x="151" y="161"/>
                      </a:cubicBezTo>
                      <a:cubicBezTo>
                        <a:pt x="149" y="158"/>
                        <a:pt x="149" y="156"/>
                        <a:pt x="148" y="154"/>
                      </a:cubicBezTo>
                      <a:cubicBezTo>
                        <a:pt x="150" y="152"/>
                        <a:pt x="150" y="150"/>
                        <a:pt x="151" y="148"/>
                      </a:cubicBezTo>
                      <a:cubicBezTo>
                        <a:pt x="152" y="147"/>
                        <a:pt x="159" y="144"/>
                        <a:pt x="160" y="144"/>
                      </a:cubicBezTo>
                      <a:cubicBezTo>
                        <a:pt x="164" y="147"/>
                        <a:pt x="163" y="150"/>
                        <a:pt x="165" y="153"/>
                      </a:cubicBezTo>
                      <a:cubicBezTo>
                        <a:pt x="165" y="155"/>
                        <a:pt x="166" y="155"/>
                        <a:pt x="166" y="156"/>
                      </a:cubicBezTo>
                      <a:cubicBezTo>
                        <a:pt x="167" y="158"/>
                        <a:pt x="167" y="161"/>
                        <a:pt x="168" y="163"/>
                      </a:cubicBezTo>
                      <a:cubicBezTo>
                        <a:pt x="169" y="164"/>
                        <a:pt x="170" y="165"/>
                        <a:pt x="172" y="167"/>
                      </a:cubicBezTo>
                      <a:cubicBezTo>
                        <a:pt x="173" y="168"/>
                        <a:pt x="174" y="170"/>
                        <a:pt x="176" y="170"/>
                      </a:cubicBezTo>
                      <a:cubicBezTo>
                        <a:pt x="176" y="170"/>
                        <a:pt x="176" y="170"/>
                        <a:pt x="176" y="170"/>
                      </a:cubicBezTo>
                      <a:cubicBezTo>
                        <a:pt x="179" y="167"/>
                        <a:pt x="177" y="161"/>
                        <a:pt x="177" y="157"/>
                      </a:cubicBezTo>
                      <a:cubicBezTo>
                        <a:pt x="180" y="154"/>
                        <a:pt x="184" y="150"/>
                        <a:pt x="188" y="151"/>
                      </a:cubicBezTo>
                      <a:cubicBezTo>
                        <a:pt x="189" y="152"/>
                        <a:pt x="189" y="155"/>
                        <a:pt x="190" y="156"/>
                      </a:cubicBezTo>
                      <a:cubicBezTo>
                        <a:pt x="190" y="157"/>
                        <a:pt x="191" y="158"/>
                        <a:pt x="192" y="159"/>
                      </a:cubicBezTo>
                      <a:cubicBezTo>
                        <a:pt x="190" y="164"/>
                        <a:pt x="184" y="169"/>
                        <a:pt x="183" y="175"/>
                      </a:cubicBezTo>
                      <a:cubicBezTo>
                        <a:pt x="185" y="177"/>
                        <a:pt x="189" y="179"/>
                        <a:pt x="190" y="183"/>
                      </a:cubicBezTo>
                      <a:cubicBezTo>
                        <a:pt x="191" y="184"/>
                        <a:pt x="190" y="185"/>
                        <a:pt x="190" y="187"/>
                      </a:cubicBezTo>
                      <a:cubicBezTo>
                        <a:pt x="190" y="187"/>
                        <a:pt x="190" y="187"/>
                        <a:pt x="190" y="187"/>
                      </a:cubicBezTo>
                      <a:cubicBezTo>
                        <a:pt x="190" y="187"/>
                        <a:pt x="191" y="187"/>
                        <a:pt x="191" y="187"/>
                      </a:cubicBezTo>
                      <a:cubicBezTo>
                        <a:pt x="195" y="184"/>
                        <a:pt x="196" y="176"/>
                        <a:pt x="197" y="172"/>
                      </a:cubicBezTo>
                      <a:cubicBezTo>
                        <a:pt x="198" y="171"/>
                        <a:pt x="200" y="169"/>
                        <a:pt x="201" y="167"/>
                      </a:cubicBezTo>
                      <a:cubicBezTo>
                        <a:pt x="202" y="165"/>
                        <a:pt x="203" y="162"/>
                        <a:pt x="205" y="160"/>
                      </a:cubicBezTo>
                      <a:cubicBezTo>
                        <a:pt x="208" y="154"/>
                        <a:pt x="216" y="149"/>
                        <a:pt x="218" y="144"/>
                      </a:cubicBezTo>
                      <a:cubicBezTo>
                        <a:pt x="214" y="140"/>
                        <a:pt x="221" y="129"/>
                        <a:pt x="226" y="127"/>
                      </a:cubicBezTo>
                      <a:cubicBezTo>
                        <a:pt x="231" y="130"/>
                        <a:pt x="230" y="132"/>
                        <a:pt x="232" y="135"/>
                      </a:cubicBezTo>
                      <a:cubicBezTo>
                        <a:pt x="240" y="138"/>
                        <a:pt x="243" y="140"/>
                        <a:pt x="249" y="148"/>
                      </a:cubicBezTo>
                      <a:cubicBezTo>
                        <a:pt x="249" y="148"/>
                        <a:pt x="250" y="148"/>
                        <a:pt x="250" y="148"/>
                      </a:cubicBezTo>
                      <a:cubicBezTo>
                        <a:pt x="253" y="149"/>
                        <a:pt x="254" y="151"/>
                        <a:pt x="257" y="152"/>
                      </a:cubicBezTo>
                      <a:cubicBezTo>
                        <a:pt x="258" y="153"/>
                        <a:pt x="258" y="154"/>
                        <a:pt x="259" y="155"/>
                      </a:cubicBezTo>
                      <a:cubicBezTo>
                        <a:pt x="260" y="156"/>
                        <a:pt x="269" y="161"/>
                        <a:pt x="269" y="164"/>
                      </a:cubicBezTo>
                      <a:cubicBezTo>
                        <a:pt x="269" y="164"/>
                        <a:pt x="269" y="165"/>
                        <a:pt x="269" y="165"/>
                      </a:cubicBezTo>
                      <a:cubicBezTo>
                        <a:pt x="270" y="166"/>
                        <a:pt x="271" y="166"/>
                        <a:pt x="271" y="167"/>
                      </a:cubicBezTo>
                      <a:cubicBezTo>
                        <a:pt x="271" y="168"/>
                        <a:pt x="271" y="170"/>
                        <a:pt x="271" y="170"/>
                      </a:cubicBezTo>
                      <a:cubicBezTo>
                        <a:pt x="272" y="171"/>
                        <a:pt x="272" y="171"/>
                        <a:pt x="273" y="171"/>
                      </a:cubicBezTo>
                      <a:cubicBezTo>
                        <a:pt x="273" y="172"/>
                        <a:pt x="274" y="175"/>
                        <a:pt x="275" y="176"/>
                      </a:cubicBezTo>
                      <a:cubicBezTo>
                        <a:pt x="274" y="176"/>
                        <a:pt x="274" y="177"/>
                        <a:pt x="274" y="178"/>
                      </a:cubicBezTo>
                      <a:cubicBezTo>
                        <a:pt x="274" y="178"/>
                        <a:pt x="275" y="178"/>
                        <a:pt x="275" y="179"/>
                      </a:cubicBezTo>
                      <a:cubicBezTo>
                        <a:pt x="274" y="181"/>
                        <a:pt x="275" y="181"/>
                        <a:pt x="275" y="183"/>
                      </a:cubicBezTo>
                      <a:cubicBezTo>
                        <a:pt x="275" y="187"/>
                        <a:pt x="275" y="191"/>
                        <a:pt x="274" y="194"/>
                      </a:cubicBezTo>
                      <a:cubicBezTo>
                        <a:pt x="274" y="198"/>
                        <a:pt x="272" y="203"/>
                        <a:pt x="271" y="207"/>
                      </a:cubicBezTo>
                      <a:cubicBezTo>
                        <a:pt x="271" y="210"/>
                        <a:pt x="272" y="215"/>
                        <a:pt x="270" y="218"/>
                      </a:cubicBezTo>
                      <a:cubicBezTo>
                        <a:pt x="269" y="222"/>
                        <a:pt x="268" y="227"/>
                        <a:pt x="267" y="231"/>
                      </a:cubicBezTo>
                      <a:cubicBezTo>
                        <a:pt x="267" y="232"/>
                        <a:pt x="264" y="234"/>
                        <a:pt x="263" y="234"/>
                      </a:cubicBezTo>
                      <a:cubicBezTo>
                        <a:pt x="262" y="234"/>
                        <a:pt x="262" y="233"/>
                        <a:pt x="261" y="232"/>
                      </a:cubicBezTo>
                      <a:cubicBezTo>
                        <a:pt x="259" y="231"/>
                        <a:pt x="256" y="231"/>
                        <a:pt x="254" y="228"/>
                      </a:cubicBezTo>
                      <a:cubicBezTo>
                        <a:pt x="254" y="228"/>
                        <a:pt x="254" y="228"/>
                        <a:pt x="254" y="228"/>
                      </a:cubicBezTo>
                      <a:cubicBezTo>
                        <a:pt x="254" y="228"/>
                        <a:pt x="254" y="228"/>
                        <a:pt x="254" y="228"/>
                      </a:cubicBezTo>
                      <a:cubicBezTo>
                        <a:pt x="255" y="229"/>
                        <a:pt x="256" y="229"/>
                        <a:pt x="256" y="229"/>
                      </a:cubicBezTo>
                      <a:cubicBezTo>
                        <a:pt x="256" y="229"/>
                        <a:pt x="256" y="229"/>
                        <a:pt x="257" y="229"/>
                      </a:cubicBezTo>
                      <a:cubicBezTo>
                        <a:pt x="257" y="228"/>
                        <a:pt x="257" y="228"/>
                        <a:pt x="257" y="228"/>
                      </a:cubicBezTo>
                      <a:cubicBezTo>
                        <a:pt x="256" y="226"/>
                        <a:pt x="255" y="225"/>
                        <a:pt x="253" y="225"/>
                      </a:cubicBezTo>
                      <a:cubicBezTo>
                        <a:pt x="252" y="225"/>
                        <a:pt x="252" y="225"/>
                        <a:pt x="252" y="226"/>
                      </a:cubicBezTo>
                      <a:cubicBezTo>
                        <a:pt x="250" y="224"/>
                        <a:pt x="248" y="222"/>
                        <a:pt x="246" y="222"/>
                      </a:cubicBezTo>
                      <a:cubicBezTo>
                        <a:pt x="245" y="223"/>
                        <a:pt x="243" y="221"/>
                        <a:pt x="242" y="220"/>
                      </a:cubicBezTo>
                      <a:cubicBezTo>
                        <a:pt x="242" y="220"/>
                        <a:pt x="241" y="221"/>
                        <a:pt x="241" y="221"/>
                      </a:cubicBezTo>
                      <a:cubicBezTo>
                        <a:pt x="240" y="221"/>
                        <a:pt x="238" y="220"/>
                        <a:pt x="237" y="220"/>
                      </a:cubicBezTo>
                      <a:cubicBezTo>
                        <a:pt x="237" y="218"/>
                        <a:pt x="235" y="218"/>
                        <a:pt x="234" y="219"/>
                      </a:cubicBezTo>
                      <a:cubicBezTo>
                        <a:pt x="234" y="219"/>
                        <a:pt x="234" y="219"/>
                        <a:pt x="234" y="219"/>
                      </a:cubicBezTo>
                      <a:cubicBezTo>
                        <a:pt x="234" y="223"/>
                        <a:pt x="234" y="222"/>
                        <a:pt x="237" y="224"/>
                      </a:cubicBezTo>
                      <a:cubicBezTo>
                        <a:pt x="236" y="228"/>
                        <a:pt x="239" y="227"/>
                        <a:pt x="240" y="230"/>
                      </a:cubicBezTo>
                      <a:cubicBezTo>
                        <a:pt x="242" y="232"/>
                        <a:pt x="243" y="235"/>
                        <a:pt x="245" y="237"/>
                      </a:cubicBezTo>
                      <a:cubicBezTo>
                        <a:pt x="245" y="238"/>
                        <a:pt x="246" y="239"/>
                        <a:pt x="247" y="239"/>
                      </a:cubicBezTo>
                      <a:cubicBezTo>
                        <a:pt x="247" y="240"/>
                        <a:pt x="247" y="241"/>
                        <a:pt x="247" y="241"/>
                      </a:cubicBezTo>
                      <a:cubicBezTo>
                        <a:pt x="248" y="241"/>
                        <a:pt x="248" y="242"/>
                        <a:pt x="249" y="242"/>
                      </a:cubicBezTo>
                      <a:cubicBezTo>
                        <a:pt x="249" y="242"/>
                        <a:pt x="251" y="243"/>
                        <a:pt x="250" y="244"/>
                      </a:cubicBezTo>
                      <a:cubicBezTo>
                        <a:pt x="250" y="245"/>
                        <a:pt x="250" y="245"/>
                        <a:pt x="250" y="245"/>
                      </a:cubicBezTo>
                      <a:cubicBezTo>
                        <a:pt x="250" y="246"/>
                        <a:pt x="251" y="246"/>
                        <a:pt x="251" y="246"/>
                      </a:cubicBezTo>
                      <a:cubicBezTo>
                        <a:pt x="251" y="246"/>
                        <a:pt x="251" y="246"/>
                        <a:pt x="252" y="246"/>
                      </a:cubicBezTo>
                      <a:cubicBezTo>
                        <a:pt x="252" y="249"/>
                        <a:pt x="260" y="252"/>
                        <a:pt x="262" y="254"/>
                      </a:cubicBezTo>
                      <a:cubicBezTo>
                        <a:pt x="262" y="255"/>
                        <a:pt x="262" y="255"/>
                        <a:pt x="262" y="255"/>
                      </a:cubicBezTo>
                      <a:cubicBezTo>
                        <a:pt x="261" y="256"/>
                        <a:pt x="260" y="258"/>
                        <a:pt x="260" y="259"/>
                      </a:cubicBezTo>
                      <a:cubicBezTo>
                        <a:pt x="261" y="260"/>
                        <a:pt x="260" y="261"/>
                        <a:pt x="260" y="262"/>
                      </a:cubicBezTo>
                      <a:cubicBezTo>
                        <a:pt x="261" y="263"/>
                        <a:pt x="262" y="264"/>
                        <a:pt x="262" y="265"/>
                      </a:cubicBezTo>
                      <a:cubicBezTo>
                        <a:pt x="262" y="266"/>
                        <a:pt x="262" y="266"/>
                        <a:pt x="261" y="266"/>
                      </a:cubicBezTo>
                      <a:cubicBezTo>
                        <a:pt x="260" y="265"/>
                        <a:pt x="259" y="266"/>
                        <a:pt x="258" y="265"/>
                      </a:cubicBezTo>
                      <a:cubicBezTo>
                        <a:pt x="255" y="264"/>
                        <a:pt x="253" y="262"/>
                        <a:pt x="250" y="258"/>
                      </a:cubicBezTo>
                      <a:cubicBezTo>
                        <a:pt x="249" y="258"/>
                        <a:pt x="248" y="257"/>
                        <a:pt x="247" y="256"/>
                      </a:cubicBezTo>
                      <a:cubicBezTo>
                        <a:pt x="245" y="251"/>
                        <a:pt x="241" y="246"/>
                        <a:pt x="238" y="241"/>
                      </a:cubicBezTo>
                      <a:cubicBezTo>
                        <a:pt x="237" y="239"/>
                        <a:pt x="235" y="236"/>
                        <a:pt x="233" y="236"/>
                      </a:cubicBezTo>
                      <a:cubicBezTo>
                        <a:pt x="233" y="236"/>
                        <a:pt x="233" y="236"/>
                        <a:pt x="233" y="236"/>
                      </a:cubicBezTo>
                      <a:cubicBezTo>
                        <a:pt x="232" y="237"/>
                        <a:pt x="232" y="238"/>
                        <a:pt x="231" y="239"/>
                      </a:cubicBezTo>
                      <a:cubicBezTo>
                        <a:pt x="230" y="240"/>
                        <a:pt x="229" y="241"/>
                        <a:pt x="227" y="243"/>
                      </a:cubicBezTo>
                      <a:cubicBezTo>
                        <a:pt x="226" y="245"/>
                        <a:pt x="224" y="249"/>
                        <a:pt x="221" y="250"/>
                      </a:cubicBezTo>
                      <a:cubicBezTo>
                        <a:pt x="220" y="250"/>
                        <a:pt x="219" y="249"/>
                        <a:pt x="218" y="248"/>
                      </a:cubicBezTo>
                      <a:cubicBezTo>
                        <a:pt x="217" y="246"/>
                        <a:pt x="216" y="245"/>
                        <a:pt x="215" y="243"/>
                      </a:cubicBezTo>
                      <a:cubicBezTo>
                        <a:pt x="214" y="242"/>
                        <a:pt x="213" y="242"/>
                        <a:pt x="212" y="241"/>
                      </a:cubicBezTo>
                      <a:cubicBezTo>
                        <a:pt x="212" y="240"/>
                        <a:pt x="211" y="238"/>
                        <a:pt x="211" y="238"/>
                      </a:cubicBezTo>
                      <a:cubicBezTo>
                        <a:pt x="211" y="237"/>
                        <a:pt x="211" y="236"/>
                        <a:pt x="211" y="235"/>
                      </a:cubicBezTo>
                      <a:cubicBezTo>
                        <a:pt x="211" y="233"/>
                        <a:pt x="210" y="231"/>
                        <a:pt x="209" y="229"/>
                      </a:cubicBezTo>
                      <a:cubicBezTo>
                        <a:pt x="209" y="227"/>
                        <a:pt x="210" y="224"/>
                        <a:pt x="208" y="223"/>
                      </a:cubicBezTo>
                      <a:cubicBezTo>
                        <a:pt x="207" y="224"/>
                        <a:pt x="207" y="224"/>
                        <a:pt x="207" y="224"/>
                      </a:cubicBezTo>
                      <a:cubicBezTo>
                        <a:pt x="207" y="224"/>
                        <a:pt x="207" y="224"/>
                        <a:pt x="207" y="224"/>
                      </a:cubicBezTo>
                      <a:cubicBezTo>
                        <a:pt x="206" y="225"/>
                        <a:pt x="207" y="227"/>
                        <a:pt x="207" y="228"/>
                      </a:cubicBezTo>
                      <a:cubicBezTo>
                        <a:pt x="206" y="230"/>
                        <a:pt x="198" y="235"/>
                        <a:pt x="196" y="236"/>
                      </a:cubicBezTo>
                      <a:cubicBezTo>
                        <a:pt x="196" y="236"/>
                        <a:pt x="196" y="235"/>
                        <a:pt x="196" y="235"/>
                      </a:cubicBezTo>
                      <a:cubicBezTo>
                        <a:pt x="193" y="234"/>
                        <a:pt x="193" y="230"/>
                        <a:pt x="192" y="229"/>
                      </a:cubicBezTo>
                      <a:cubicBezTo>
                        <a:pt x="191" y="227"/>
                        <a:pt x="189" y="227"/>
                        <a:pt x="188" y="226"/>
                      </a:cubicBezTo>
                      <a:cubicBezTo>
                        <a:pt x="187" y="226"/>
                        <a:pt x="186" y="225"/>
                        <a:pt x="185" y="225"/>
                      </a:cubicBezTo>
                      <a:cubicBezTo>
                        <a:pt x="184" y="224"/>
                        <a:pt x="181" y="224"/>
                        <a:pt x="180" y="225"/>
                      </a:cubicBezTo>
                      <a:close/>
                      <a:moveTo>
                        <a:pt x="213" y="177"/>
                      </a:moveTo>
                      <a:cubicBezTo>
                        <a:pt x="210" y="179"/>
                        <a:pt x="209" y="184"/>
                        <a:pt x="207" y="187"/>
                      </a:cubicBezTo>
                      <a:cubicBezTo>
                        <a:pt x="207" y="187"/>
                        <a:pt x="207" y="188"/>
                        <a:pt x="207" y="189"/>
                      </a:cubicBezTo>
                      <a:cubicBezTo>
                        <a:pt x="207" y="189"/>
                        <a:pt x="206" y="190"/>
                        <a:pt x="206" y="191"/>
                      </a:cubicBezTo>
                      <a:cubicBezTo>
                        <a:pt x="206" y="192"/>
                        <a:pt x="206" y="192"/>
                        <a:pt x="206" y="193"/>
                      </a:cubicBezTo>
                      <a:cubicBezTo>
                        <a:pt x="205" y="193"/>
                        <a:pt x="205" y="194"/>
                        <a:pt x="204" y="195"/>
                      </a:cubicBezTo>
                      <a:cubicBezTo>
                        <a:pt x="203" y="196"/>
                        <a:pt x="202" y="199"/>
                        <a:pt x="204" y="200"/>
                      </a:cubicBezTo>
                      <a:cubicBezTo>
                        <a:pt x="202" y="202"/>
                        <a:pt x="203" y="202"/>
                        <a:pt x="201" y="203"/>
                      </a:cubicBezTo>
                      <a:cubicBezTo>
                        <a:pt x="202" y="204"/>
                        <a:pt x="202" y="205"/>
                        <a:pt x="202" y="206"/>
                      </a:cubicBezTo>
                      <a:cubicBezTo>
                        <a:pt x="202" y="207"/>
                        <a:pt x="202" y="207"/>
                        <a:pt x="202" y="207"/>
                      </a:cubicBezTo>
                      <a:cubicBezTo>
                        <a:pt x="202" y="207"/>
                        <a:pt x="202" y="207"/>
                        <a:pt x="203" y="207"/>
                      </a:cubicBezTo>
                      <a:cubicBezTo>
                        <a:pt x="206" y="204"/>
                        <a:pt x="208" y="201"/>
                        <a:pt x="209" y="198"/>
                      </a:cubicBezTo>
                      <a:cubicBezTo>
                        <a:pt x="209" y="197"/>
                        <a:pt x="209" y="195"/>
                        <a:pt x="209" y="194"/>
                      </a:cubicBezTo>
                      <a:cubicBezTo>
                        <a:pt x="210" y="191"/>
                        <a:pt x="211" y="190"/>
                        <a:pt x="214" y="187"/>
                      </a:cubicBezTo>
                      <a:cubicBezTo>
                        <a:pt x="215" y="188"/>
                        <a:pt x="217" y="187"/>
                        <a:pt x="218" y="188"/>
                      </a:cubicBezTo>
                      <a:cubicBezTo>
                        <a:pt x="219" y="190"/>
                        <a:pt x="219" y="192"/>
                        <a:pt x="220" y="194"/>
                      </a:cubicBezTo>
                      <a:cubicBezTo>
                        <a:pt x="221" y="194"/>
                        <a:pt x="221" y="194"/>
                        <a:pt x="221" y="195"/>
                      </a:cubicBezTo>
                      <a:cubicBezTo>
                        <a:pt x="221" y="196"/>
                        <a:pt x="221" y="196"/>
                        <a:pt x="221" y="197"/>
                      </a:cubicBezTo>
                      <a:cubicBezTo>
                        <a:pt x="222" y="198"/>
                        <a:pt x="223" y="198"/>
                        <a:pt x="224" y="201"/>
                      </a:cubicBezTo>
                      <a:cubicBezTo>
                        <a:pt x="224" y="202"/>
                        <a:pt x="222" y="208"/>
                        <a:pt x="223" y="209"/>
                      </a:cubicBezTo>
                      <a:cubicBezTo>
                        <a:pt x="224" y="209"/>
                        <a:pt x="225" y="209"/>
                        <a:pt x="226" y="208"/>
                      </a:cubicBezTo>
                      <a:cubicBezTo>
                        <a:pt x="226" y="207"/>
                        <a:pt x="229" y="205"/>
                        <a:pt x="231" y="204"/>
                      </a:cubicBezTo>
                      <a:cubicBezTo>
                        <a:pt x="232" y="205"/>
                        <a:pt x="232" y="205"/>
                        <a:pt x="233" y="205"/>
                      </a:cubicBezTo>
                      <a:cubicBezTo>
                        <a:pt x="234" y="206"/>
                        <a:pt x="234" y="207"/>
                        <a:pt x="234" y="208"/>
                      </a:cubicBezTo>
                      <a:cubicBezTo>
                        <a:pt x="238" y="208"/>
                        <a:pt x="243" y="208"/>
                        <a:pt x="247" y="207"/>
                      </a:cubicBezTo>
                      <a:cubicBezTo>
                        <a:pt x="248" y="207"/>
                        <a:pt x="249" y="207"/>
                        <a:pt x="250" y="207"/>
                      </a:cubicBezTo>
                      <a:cubicBezTo>
                        <a:pt x="253" y="207"/>
                        <a:pt x="259" y="209"/>
                        <a:pt x="261" y="207"/>
                      </a:cubicBezTo>
                      <a:cubicBezTo>
                        <a:pt x="265" y="205"/>
                        <a:pt x="265" y="194"/>
                        <a:pt x="265" y="191"/>
                      </a:cubicBezTo>
                      <a:cubicBezTo>
                        <a:pt x="266" y="190"/>
                        <a:pt x="266" y="190"/>
                        <a:pt x="266" y="189"/>
                      </a:cubicBezTo>
                      <a:cubicBezTo>
                        <a:pt x="266" y="187"/>
                        <a:pt x="266" y="185"/>
                        <a:pt x="265" y="184"/>
                      </a:cubicBezTo>
                      <a:cubicBezTo>
                        <a:pt x="265" y="183"/>
                        <a:pt x="265" y="182"/>
                        <a:pt x="265" y="180"/>
                      </a:cubicBezTo>
                      <a:cubicBezTo>
                        <a:pt x="265" y="178"/>
                        <a:pt x="264" y="175"/>
                        <a:pt x="263" y="173"/>
                      </a:cubicBezTo>
                      <a:cubicBezTo>
                        <a:pt x="262" y="170"/>
                        <a:pt x="260" y="169"/>
                        <a:pt x="258" y="166"/>
                      </a:cubicBezTo>
                      <a:cubicBezTo>
                        <a:pt x="258" y="165"/>
                        <a:pt x="256" y="162"/>
                        <a:pt x="255" y="161"/>
                      </a:cubicBezTo>
                      <a:cubicBezTo>
                        <a:pt x="253" y="160"/>
                        <a:pt x="249" y="158"/>
                        <a:pt x="246" y="157"/>
                      </a:cubicBezTo>
                      <a:cubicBezTo>
                        <a:pt x="245" y="156"/>
                        <a:pt x="243" y="155"/>
                        <a:pt x="242" y="154"/>
                      </a:cubicBezTo>
                      <a:cubicBezTo>
                        <a:pt x="240" y="154"/>
                        <a:pt x="239" y="153"/>
                        <a:pt x="238" y="153"/>
                      </a:cubicBezTo>
                      <a:cubicBezTo>
                        <a:pt x="235" y="151"/>
                        <a:pt x="224" y="143"/>
                        <a:pt x="221" y="144"/>
                      </a:cubicBezTo>
                      <a:cubicBezTo>
                        <a:pt x="218" y="146"/>
                        <a:pt x="222" y="149"/>
                        <a:pt x="221" y="152"/>
                      </a:cubicBezTo>
                      <a:cubicBezTo>
                        <a:pt x="220" y="154"/>
                        <a:pt x="217" y="155"/>
                        <a:pt x="216" y="157"/>
                      </a:cubicBezTo>
                      <a:cubicBezTo>
                        <a:pt x="214" y="159"/>
                        <a:pt x="211" y="162"/>
                        <a:pt x="208" y="164"/>
                      </a:cubicBezTo>
                      <a:cubicBezTo>
                        <a:pt x="209" y="166"/>
                        <a:pt x="207" y="168"/>
                        <a:pt x="211" y="168"/>
                      </a:cubicBezTo>
                      <a:cubicBezTo>
                        <a:pt x="212" y="170"/>
                        <a:pt x="212" y="171"/>
                        <a:pt x="213" y="173"/>
                      </a:cubicBezTo>
                      <a:cubicBezTo>
                        <a:pt x="212" y="174"/>
                        <a:pt x="212" y="175"/>
                        <a:pt x="212" y="176"/>
                      </a:cubicBezTo>
                      <a:cubicBezTo>
                        <a:pt x="213" y="176"/>
                        <a:pt x="213" y="176"/>
                        <a:pt x="213" y="177"/>
                      </a:cubicBezTo>
                      <a:close/>
                      <a:moveTo>
                        <a:pt x="189" y="188"/>
                      </a:moveTo>
                      <a:cubicBezTo>
                        <a:pt x="189" y="188"/>
                        <a:pt x="189" y="188"/>
                        <a:pt x="189" y="189"/>
                      </a:cubicBezTo>
                      <a:cubicBezTo>
                        <a:pt x="189" y="189"/>
                        <a:pt x="189" y="189"/>
                        <a:pt x="189" y="189"/>
                      </a:cubicBezTo>
                      <a:cubicBezTo>
                        <a:pt x="189" y="189"/>
                        <a:pt x="190" y="189"/>
                        <a:pt x="190" y="189"/>
                      </a:cubicBezTo>
                      <a:cubicBezTo>
                        <a:pt x="190" y="189"/>
                        <a:pt x="190" y="189"/>
                        <a:pt x="190" y="189"/>
                      </a:cubicBezTo>
                      <a:cubicBezTo>
                        <a:pt x="190" y="188"/>
                        <a:pt x="190" y="188"/>
                        <a:pt x="190" y="188"/>
                      </a:cubicBezTo>
                      <a:cubicBezTo>
                        <a:pt x="190" y="188"/>
                        <a:pt x="190" y="188"/>
                        <a:pt x="189" y="188"/>
                      </a:cubicBezTo>
                      <a:cubicBezTo>
                        <a:pt x="189" y="188"/>
                        <a:pt x="189" y="188"/>
                        <a:pt x="189" y="188"/>
                      </a:cubicBezTo>
                      <a:close/>
                      <a:moveTo>
                        <a:pt x="187" y="191"/>
                      </a:moveTo>
                      <a:cubicBezTo>
                        <a:pt x="187" y="192"/>
                        <a:pt x="187" y="192"/>
                        <a:pt x="187" y="192"/>
                      </a:cubicBezTo>
                      <a:cubicBezTo>
                        <a:pt x="187" y="192"/>
                        <a:pt x="187" y="192"/>
                        <a:pt x="187" y="192"/>
                      </a:cubicBezTo>
                      <a:cubicBezTo>
                        <a:pt x="187" y="192"/>
                        <a:pt x="187" y="192"/>
                        <a:pt x="188" y="192"/>
                      </a:cubicBezTo>
                      <a:cubicBezTo>
                        <a:pt x="188" y="192"/>
                        <a:pt x="188" y="192"/>
                        <a:pt x="188" y="192"/>
                      </a:cubicBezTo>
                      <a:cubicBezTo>
                        <a:pt x="188" y="192"/>
                        <a:pt x="188" y="192"/>
                        <a:pt x="188" y="191"/>
                      </a:cubicBezTo>
                      <a:cubicBezTo>
                        <a:pt x="188" y="191"/>
                        <a:pt x="187" y="191"/>
                        <a:pt x="187" y="191"/>
                      </a:cubicBezTo>
                      <a:cubicBezTo>
                        <a:pt x="187" y="191"/>
                        <a:pt x="187" y="191"/>
                        <a:pt x="187" y="191"/>
                      </a:cubicBezTo>
                      <a:close/>
                      <a:moveTo>
                        <a:pt x="197" y="190"/>
                      </a:moveTo>
                      <a:cubicBezTo>
                        <a:pt x="196" y="193"/>
                        <a:pt x="193" y="196"/>
                        <a:pt x="191" y="199"/>
                      </a:cubicBezTo>
                      <a:cubicBezTo>
                        <a:pt x="189" y="203"/>
                        <a:pt x="186" y="209"/>
                        <a:pt x="187" y="213"/>
                      </a:cubicBezTo>
                      <a:cubicBezTo>
                        <a:pt x="188" y="215"/>
                        <a:pt x="192" y="216"/>
                        <a:pt x="194" y="214"/>
                      </a:cubicBezTo>
                      <a:cubicBezTo>
                        <a:pt x="194" y="212"/>
                        <a:pt x="195" y="209"/>
                        <a:pt x="195" y="207"/>
                      </a:cubicBezTo>
                      <a:cubicBezTo>
                        <a:pt x="196" y="206"/>
                        <a:pt x="195" y="203"/>
                        <a:pt x="196" y="202"/>
                      </a:cubicBezTo>
                      <a:cubicBezTo>
                        <a:pt x="196" y="198"/>
                        <a:pt x="198" y="194"/>
                        <a:pt x="199" y="190"/>
                      </a:cubicBezTo>
                      <a:cubicBezTo>
                        <a:pt x="198" y="189"/>
                        <a:pt x="198" y="189"/>
                        <a:pt x="198" y="189"/>
                      </a:cubicBezTo>
                      <a:cubicBezTo>
                        <a:pt x="197" y="189"/>
                        <a:pt x="197" y="190"/>
                        <a:pt x="197" y="190"/>
                      </a:cubicBezTo>
                      <a:close/>
                      <a:moveTo>
                        <a:pt x="177" y="236"/>
                      </a:moveTo>
                      <a:cubicBezTo>
                        <a:pt x="182" y="233"/>
                        <a:pt x="183" y="235"/>
                        <a:pt x="186" y="234"/>
                      </a:cubicBezTo>
                      <a:cubicBezTo>
                        <a:pt x="187" y="234"/>
                        <a:pt x="188" y="233"/>
                        <a:pt x="190" y="233"/>
                      </a:cubicBezTo>
                      <a:cubicBezTo>
                        <a:pt x="192" y="236"/>
                        <a:pt x="193" y="239"/>
                        <a:pt x="193" y="241"/>
                      </a:cubicBezTo>
                      <a:cubicBezTo>
                        <a:pt x="193" y="242"/>
                        <a:pt x="192" y="244"/>
                        <a:pt x="192" y="245"/>
                      </a:cubicBezTo>
                      <a:cubicBezTo>
                        <a:pt x="192" y="247"/>
                        <a:pt x="193" y="248"/>
                        <a:pt x="193" y="250"/>
                      </a:cubicBezTo>
                      <a:cubicBezTo>
                        <a:pt x="194" y="251"/>
                        <a:pt x="194" y="251"/>
                        <a:pt x="195" y="252"/>
                      </a:cubicBezTo>
                      <a:cubicBezTo>
                        <a:pt x="196" y="253"/>
                        <a:pt x="196" y="255"/>
                        <a:pt x="197" y="256"/>
                      </a:cubicBezTo>
                      <a:cubicBezTo>
                        <a:pt x="198" y="256"/>
                        <a:pt x="198" y="256"/>
                        <a:pt x="198" y="256"/>
                      </a:cubicBezTo>
                      <a:cubicBezTo>
                        <a:pt x="200" y="254"/>
                        <a:pt x="196" y="251"/>
                        <a:pt x="197" y="249"/>
                      </a:cubicBezTo>
                      <a:cubicBezTo>
                        <a:pt x="197" y="249"/>
                        <a:pt x="198" y="250"/>
                        <a:pt x="198" y="250"/>
                      </a:cubicBezTo>
                      <a:cubicBezTo>
                        <a:pt x="201" y="256"/>
                        <a:pt x="207" y="265"/>
                        <a:pt x="212" y="268"/>
                      </a:cubicBezTo>
                      <a:cubicBezTo>
                        <a:pt x="214" y="268"/>
                        <a:pt x="218" y="271"/>
                        <a:pt x="218" y="272"/>
                      </a:cubicBezTo>
                      <a:cubicBezTo>
                        <a:pt x="217" y="273"/>
                        <a:pt x="217" y="273"/>
                        <a:pt x="217" y="274"/>
                      </a:cubicBezTo>
                      <a:cubicBezTo>
                        <a:pt x="218" y="276"/>
                        <a:pt x="217" y="277"/>
                        <a:pt x="216" y="279"/>
                      </a:cubicBezTo>
                      <a:cubicBezTo>
                        <a:pt x="216" y="281"/>
                        <a:pt x="217" y="283"/>
                        <a:pt x="215" y="284"/>
                      </a:cubicBezTo>
                      <a:cubicBezTo>
                        <a:pt x="212" y="284"/>
                        <a:pt x="209" y="281"/>
                        <a:pt x="206" y="278"/>
                      </a:cubicBezTo>
                      <a:cubicBezTo>
                        <a:pt x="205" y="277"/>
                        <a:pt x="205" y="277"/>
                        <a:pt x="204" y="276"/>
                      </a:cubicBezTo>
                      <a:cubicBezTo>
                        <a:pt x="202" y="274"/>
                        <a:pt x="201" y="271"/>
                        <a:pt x="199" y="269"/>
                      </a:cubicBezTo>
                      <a:cubicBezTo>
                        <a:pt x="198" y="268"/>
                        <a:pt x="197" y="267"/>
                        <a:pt x="196" y="266"/>
                      </a:cubicBezTo>
                      <a:cubicBezTo>
                        <a:pt x="193" y="260"/>
                        <a:pt x="188" y="254"/>
                        <a:pt x="185" y="249"/>
                      </a:cubicBezTo>
                      <a:cubicBezTo>
                        <a:pt x="182" y="243"/>
                        <a:pt x="178" y="244"/>
                        <a:pt x="177" y="237"/>
                      </a:cubicBezTo>
                      <a:cubicBezTo>
                        <a:pt x="177" y="237"/>
                        <a:pt x="177" y="237"/>
                        <a:pt x="177" y="236"/>
                      </a:cubicBezTo>
                      <a:close/>
                      <a:moveTo>
                        <a:pt x="206" y="221"/>
                      </a:moveTo>
                      <a:cubicBezTo>
                        <a:pt x="206" y="221"/>
                        <a:pt x="206" y="222"/>
                        <a:pt x="206" y="222"/>
                      </a:cubicBezTo>
                      <a:cubicBezTo>
                        <a:pt x="207" y="222"/>
                        <a:pt x="207" y="222"/>
                        <a:pt x="208" y="223"/>
                      </a:cubicBezTo>
                      <a:cubicBezTo>
                        <a:pt x="208" y="222"/>
                        <a:pt x="208" y="222"/>
                        <a:pt x="208" y="222"/>
                      </a:cubicBezTo>
                      <a:cubicBezTo>
                        <a:pt x="208" y="221"/>
                        <a:pt x="208" y="221"/>
                        <a:pt x="208" y="221"/>
                      </a:cubicBezTo>
                      <a:cubicBezTo>
                        <a:pt x="208" y="221"/>
                        <a:pt x="208" y="221"/>
                        <a:pt x="207" y="221"/>
                      </a:cubicBezTo>
                      <a:cubicBezTo>
                        <a:pt x="207" y="221"/>
                        <a:pt x="207" y="221"/>
                        <a:pt x="206" y="221"/>
                      </a:cubicBezTo>
                      <a:close/>
                      <a:moveTo>
                        <a:pt x="218" y="213"/>
                      </a:moveTo>
                      <a:cubicBezTo>
                        <a:pt x="218" y="213"/>
                        <a:pt x="218" y="213"/>
                        <a:pt x="218" y="213"/>
                      </a:cubicBezTo>
                      <a:cubicBezTo>
                        <a:pt x="218" y="214"/>
                        <a:pt x="218" y="214"/>
                        <a:pt x="218" y="214"/>
                      </a:cubicBezTo>
                      <a:cubicBezTo>
                        <a:pt x="221" y="214"/>
                        <a:pt x="225" y="215"/>
                        <a:pt x="226" y="211"/>
                      </a:cubicBezTo>
                      <a:cubicBezTo>
                        <a:pt x="225" y="210"/>
                        <a:pt x="225" y="210"/>
                        <a:pt x="224" y="210"/>
                      </a:cubicBezTo>
                      <a:cubicBezTo>
                        <a:pt x="222" y="211"/>
                        <a:pt x="221" y="210"/>
                        <a:pt x="218" y="213"/>
                      </a:cubicBezTo>
                      <a:close/>
                      <a:moveTo>
                        <a:pt x="215" y="226"/>
                      </a:moveTo>
                      <a:cubicBezTo>
                        <a:pt x="215" y="228"/>
                        <a:pt x="216" y="234"/>
                        <a:pt x="218" y="235"/>
                      </a:cubicBezTo>
                      <a:cubicBezTo>
                        <a:pt x="221" y="233"/>
                        <a:pt x="223" y="231"/>
                        <a:pt x="222" y="229"/>
                      </a:cubicBezTo>
                      <a:cubicBezTo>
                        <a:pt x="220" y="226"/>
                        <a:pt x="218" y="225"/>
                        <a:pt x="215" y="226"/>
                      </a:cubicBezTo>
                      <a:cubicBezTo>
                        <a:pt x="215" y="226"/>
                        <a:pt x="215" y="226"/>
                        <a:pt x="215" y="226"/>
                      </a:cubicBezTo>
                      <a:close/>
                      <a:moveTo>
                        <a:pt x="235" y="211"/>
                      </a:moveTo>
                      <a:cubicBezTo>
                        <a:pt x="235" y="212"/>
                        <a:pt x="236" y="212"/>
                        <a:pt x="236" y="213"/>
                      </a:cubicBezTo>
                      <a:cubicBezTo>
                        <a:pt x="237" y="214"/>
                        <a:pt x="240" y="214"/>
                        <a:pt x="241" y="212"/>
                      </a:cubicBezTo>
                      <a:cubicBezTo>
                        <a:pt x="241" y="212"/>
                        <a:pt x="240" y="212"/>
                        <a:pt x="240" y="212"/>
                      </a:cubicBezTo>
                      <a:cubicBezTo>
                        <a:pt x="239" y="211"/>
                        <a:pt x="237" y="210"/>
                        <a:pt x="235" y="211"/>
                      </a:cubicBezTo>
                      <a:close/>
                      <a:moveTo>
                        <a:pt x="248" y="243"/>
                      </a:moveTo>
                      <a:cubicBezTo>
                        <a:pt x="248" y="243"/>
                        <a:pt x="248" y="244"/>
                        <a:pt x="248" y="244"/>
                      </a:cubicBezTo>
                      <a:cubicBezTo>
                        <a:pt x="249" y="244"/>
                        <a:pt x="249" y="244"/>
                        <a:pt x="249" y="244"/>
                      </a:cubicBezTo>
                      <a:cubicBezTo>
                        <a:pt x="249" y="244"/>
                        <a:pt x="249" y="244"/>
                        <a:pt x="249" y="244"/>
                      </a:cubicBezTo>
                      <a:cubicBezTo>
                        <a:pt x="249" y="244"/>
                        <a:pt x="250" y="244"/>
                        <a:pt x="250" y="244"/>
                      </a:cubicBezTo>
                      <a:cubicBezTo>
                        <a:pt x="250" y="244"/>
                        <a:pt x="250" y="243"/>
                        <a:pt x="250" y="243"/>
                      </a:cubicBezTo>
                      <a:cubicBezTo>
                        <a:pt x="249" y="243"/>
                        <a:pt x="249" y="243"/>
                        <a:pt x="249" y="243"/>
                      </a:cubicBezTo>
                      <a:cubicBezTo>
                        <a:pt x="248" y="243"/>
                        <a:pt x="248" y="243"/>
                        <a:pt x="248" y="243"/>
                      </a:cubicBezTo>
                      <a:close/>
                      <a:moveTo>
                        <a:pt x="1020" y="199"/>
                      </a:moveTo>
                      <a:cubicBezTo>
                        <a:pt x="1017" y="203"/>
                        <a:pt x="1017" y="205"/>
                        <a:pt x="1017" y="207"/>
                      </a:cubicBezTo>
                      <a:cubicBezTo>
                        <a:pt x="1017" y="208"/>
                        <a:pt x="1018" y="209"/>
                        <a:pt x="1018" y="210"/>
                      </a:cubicBezTo>
                      <a:cubicBezTo>
                        <a:pt x="1017" y="211"/>
                        <a:pt x="1017" y="212"/>
                        <a:pt x="1016" y="213"/>
                      </a:cubicBezTo>
                      <a:cubicBezTo>
                        <a:pt x="1016" y="214"/>
                        <a:pt x="1015" y="214"/>
                        <a:pt x="1014" y="215"/>
                      </a:cubicBezTo>
                      <a:cubicBezTo>
                        <a:pt x="1014" y="216"/>
                        <a:pt x="1014" y="216"/>
                        <a:pt x="1014" y="217"/>
                      </a:cubicBezTo>
                      <a:cubicBezTo>
                        <a:pt x="1012" y="218"/>
                        <a:pt x="1011" y="220"/>
                        <a:pt x="1010" y="221"/>
                      </a:cubicBezTo>
                      <a:cubicBezTo>
                        <a:pt x="1009" y="222"/>
                        <a:pt x="1008" y="221"/>
                        <a:pt x="1007" y="222"/>
                      </a:cubicBezTo>
                      <a:cubicBezTo>
                        <a:pt x="1005" y="221"/>
                        <a:pt x="1006" y="220"/>
                        <a:pt x="1004" y="219"/>
                      </a:cubicBezTo>
                      <a:cubicBezTo>
                        <a:pt x="1002" y="218"/>
                        <a:pt x="1000" y="218"/>
                        <a:pt x="998" y="217"/>
                      </a:cubicBezTo>
                      <a:cubicBezTo>
                        <a:pt x="997" y="216"/>
                        <a:pt x="996" y="215"/>
                        <a:pt x="995" y="215"/>
                      </a:cubicBezTo>
                      <a:cubicBezTo>
                        <a:pt x="994" y="214"/>
                        <a:pt x="991" y="214"/>
                        <a:pt x="990" y="213"/>
                      </a:cubicBezTo>
                      <a:cubicBezTo>
                        <a:pt x="987" y="212"/>
                        <a:pt x="985" y="208"/>
                        <a:pt x="983" y="208"/>
                      </a:cubicBezTo>
                      <a:cubicBezTo>
                        <a:pt x="980" y="207"/>
                        <a:pt x="973" y="210"/>
                        <a:pt x="971" y="211"/>
                      </a:cubicBezTo>
                      <a:cubicBezTo>
                        <a:pt x="963" y="214"/>
                        <a:pt x="955" y="217"/>
                        <a:pt x="947" y="219"/>
                      </a:cubicBezTo>
                      <a:cubicBezTo>
                        <a:pt x="943" y="220"/>
                        <a:pt x="938" y="220"/>
                        <a:pt x="933" y="221"/>
                      </a:cubicBezTo>
                      <a:cubicBezTo>
                        <a:pt x="927" y="221"/>
                        <a:pt x="921" y="222"/>
                        <a:pt x="914" y="222"/>
                      </a:cubicBezTo>
                      <a:cubicBezTo>
                        <a:pt x="907" y="223"/>
                        <a:pt x="899" y="223"/>
                        <a:pt x="892" y="221"/>
                      </a:cubicBezTo>
                      <a:cubicBezTo>
                        <a:pt x="890" y="221"/>
                        <a:pt x="888" y="222"/>
                        <a:pt x="886" y="222"/>
                      </a:cubicBezTo>
                      <a:cubicBezTo>
                        <a:pt x="886" y="220"/>
                        <a:pt x="885" y="217"/>
                        <a:pt x="885" y="215"/>
                      </a:cubicBezTo>
                      <a:cubicBezTo>
                        <a:pt x="887" y="212"/>
                        <a:pt x="888" y="211"/>
                        <a:pt x="892" y="213"/>
                      </a:cubicBezTo>
                      <a:cubicBezTo>
                        <a:pt x="892" y="213"/>
                        <a:pt x="892" y="213"/>
                        <a:pt x="892" y="214"/>
                      </a:cubicBezTo>
                      <a:cubicBezTo>
                        <a:pt x="892" y="214"/>
                        <a:pt x="893" y="214"/>
                        <a:pt x="893" y="215"/>
                      </a:cubicBezTo>
                      <a:cubicBezTo>
                        <a:pt x="895" y="216"/>
                        <a:pt x="905" y="214"/>
                        <a:pt x="908" y="214"/>
                      </a:cubicBezTo>
                      <a:cubicBezTo>
                        <a:pt x="915" y="212"/>
                        <a:pt x="922" y="212"/>
                        <a:pt x="928" y="211"/>
                      </a:cubicBezTo>
                      <a:cubicBezTo>
                        <a:pt x="935" y="209"/>
                        <a:pt x="942" y="207"/>
                        <a:pt x="949" y="205"/>
                      </a:cubicBezTo>
                      <a:cubicBezTo>
                        <a:pt x="950" y="205"/>
                        <a:pt x="952" y="205"/>
                        <a:pt x="953" y="205"/>
                      </a:cubicBezTo>
                      <a:cubicBezTo>
                        <a:pt x="954" y="204"/>
                        <a:pt x="954" y="203"/>
                        <a:pt x="955" y="202"/>
                      </a:cubicBezTo>
                      <a:cubicBezTo>
                        <a:pt x="957" y="202"/>
                        <a:pt x="960" y="201"/>
                        <a:pt x="962" y="200"/>
                      </a:cubicBezTo>
                      <a:cubicBezTo>
                        <a:pt x="963" y="199"/>
                        <a:pt x="965" y="199"/>
                        <a:pt x="966" y="197"/>
                      </a:cubicBezTo>
                      <a:cubicBezTo>
                        <a:pt x="965" y="197"/>
                        <a:pt x="965" y="197"/>
                        <a:pt x="965" y="197"/>
                      </a:cubicBezTo>
                      <a:cubicBezTo>
                        <a:pt x="961" y="196"/>
                        <a:pt x="956" y="194"/>
                        <a:pt x="953" y="197"/>
                      </a:cubicBezTo>
                      <a:cubicBezTo>
                        <a:pt x="952" y="196"/>
                        <a:pt x="952" y="195"/>
                        <a:pt x="951" y="195"/>
                      </a:cubicBezTo>
                      <a:cubicBezTo>
                        <a:pt x="950" y="195"/>
                        <a:pt x="950" y="195"/>
                        <a:pt x="950" y="195"/>
                      </a:cubicBezTo>
                      <a:cubicBezTo>
                        <a:pt x="950" y="195"/>
                        <a:pt x="949" y="195"/>
                        <a:pt x="949" y="195"/>
                      </a:cubicBezTo>
                      <a:cubicBezTo>
                        <a:pt x="948" y="194"/>
                        <a:pt x="945" y="191"/>
                        <a:pt x="945" y="190"/>
                      </a:cubicBezTo>
                      <a:cubicBezTo>
                        <a:pt x="945" y="189"/>
                        <a:pt x="946" y="188"/>
                        <a:pt x="946" y="187"/>
                      </a:cubicBezTo>
                      <a:cubicBezTo>
                        <a:pt x="945" y="187"/>
                        <a:pt x="945" y="186"/>
                        <a:pt x="945" y="186"/>
                      </a:cubicBezTo>
                      <a:cubicBezTo>
                        <a:pt x="944" y="184"/>
                        <a:pt x="946" y="180"/>
                        <a:pt x="947" y="178"/>
                      </a:cubicBezTo>
                      <a:cubicBezTo>
                        <a:pt x="948" y="177"/>
                        <a:pt x="949" y="176"/>
                        <a:pt x="950" y="175"/>
                      </a:cubicBezTo>
                      <a:cubicBezTo>
                        <a:pt x="952" y="173"/>
                        <a:pt x="954" y="170"/>
                        <a:pt x="957" y="171"/>
                      </a:cubicBezTo>
                      <a:cubicBezTo>
                        <a:pt x="961" y="172"/>
                        <a:pt x="965" y="173"/>
                        <a:pt x="969" y="175"/>
                      </a:cubicBezTo>
                      <a:cubicBezTo>
                        <a:pt x="973" y="177"/>
                        <a:pt x="972" y="182"/>
                        <a:pt x="976" y="184"/>
                      </a:cubicBezTo>
                      <a:cubicBezTo>
                        <a:pt x="978" y="186"/>
                        <a:pt x="980" y="186"/>
                        <a:pt x="983" y="186"/>
                      </a:cubicBezTo>
                      <a:cubicBezTo>
                        <a:pt x="984" y="189"/>
                        <a:pt x="984" y="187"/>
                        <a:pt x="986" y="187"/>
                      </a:cubicBezTo>
                      <a:cubicBezTo>
                        <a:pt x="987" y="188"/>
                        <a:pt x="987" y="188"/>
                        <a:pt x="988" y="188"/>
                      </a:cubicBezTo>
                      <a:cubicBezTo>
                        <a:pt x="991" y="185"/>
                        <a:pt x="993" y="185"/>
                        <a:pt x="996" y="184"/>
                      </a:cubicBezTo>
                      <a:cubicBezTo>
                        <a:pt x="997" y="183"/>
                        <a:pt x="998" y="181"/>
                        <a:pt x="1000" y="180"/>
                      </a:cubicBezTo>
                      <a:cubicBezTo>
                        <a:pt x="1003" y="179"/>
                        <a:pt x="1006" y="176"/>
                        <a:pt x="1009" y="175"/>
                      </a:cubicBezTo>
                      <a:cubicBezTo>
                        <a:pt x="1010" y="174"/>
                        <a:pt x="1011" y="173"/>
                        <a:pt x="1012" y="172"/>
                      </a:cubicBezTo>
                      <a:cubicBezTo>
                        <a:pt x="1017" y="169"/>
                        <a:pt x="1017" y="165"/>
                        <a:pt x="1021" y="161"/>
                      </a:cubicBezTo>
                      <a:cubicBezTo>
                        <a:pt x="1023" y="161"/>
                        <a:pt x="1025" y="159"/>
                        <a:pt x="1026" y="159"/>
                      </a:cubicBezTo>
                      <a:cubicBezTo>
                        <a:pt x="1028" y="159"/>
                        <a:pt x="1030" y="163"/>
                        <a:pt x="1032" y="164"/>
                      </a:cubicBezTo>
                      <a:cubicBezTo>
                        <a:pt x="1035" y="165"/>
                        <a:pt x="1034" y="168"/>
                        <a:pt x="1035" y="171"/>
                      </a:cubicBezTo>
                      <a:cubicBezTo>
                        <a:pt x="1036" y="171"/>
                        <a:pt x="1036" y="171"/>
                        <a:pt x="1037" y="172"/>
                      </a:cubicBezTo>
                      <a:cubicBezTo>
                        <a:pt x="1038" y="174"/>
                        <a:pt x="1037" y="179"/>
                        <a:pt x="1033" y="182"/>
                      </a:cubicBezTo>
                      <a:cubicBezTo>
                        <a:pt x="1032" y="181"/>
                        <a:pt x="1032" y="180"/>
                        <a:pt x="1031" y="180"/>
                      </a:cubicBezTo>
                      <a:cubicBezTo>
                        <a:pt x="1030" y="180"/>
                        <a:pt x="1030" y="181"/>
                        <a:pt x="1030" y="181"/>
                      </a:cubicBezTo>
                      <a:cubicBezTo>
                        <a:pt x="1026" y="179"/>
                        <a:pt x="1021" y="184"/>
                        <a:pt x="1018" y="184"/>
                      </a:cubicBezTo>
                      <a:cubicBezTo>
                        <a:pt x="1018" y="184"/>
                        <a:pt x="1018" y="185"/>
                        <a:pt x="1017" y="185"/>
                      </a:cubicBezTo>
                      <a:cubicBezTo>
                        <a:pt x="1017" y="186"/>
                        <a:pt x="1017" y="186"/>
                        <a:pt x="1018" y="187"/>
                      </a:cubicBezTo>
                      <a:cubicBezTo>
                        <a:pt x="1015" y="189"/>
                        <a:pt x="1012" y="191"/>
                        <a:pt x="1009" y="193"/>
                      </a:cubicBezTo>
                      <a:cubicBezTo>
                        <a:pt x="1008" y="194"/>
                        <a:pt x="1007" y="195"/>
                        <a:pt x="1006" y="196"/>
                      </a:cubicBezTo>
                      <a:cubicBezTo>
                        <a:pt x="1004" y="197"/>
                        <a:pt x="1003" y="196"/>
                        <a:pt x="1001" y="198"/>
                      </a:cubicBezTo>
                      <a:cubicBezTo>
                        <a:pt x="1002" y="198"/>
                        <a:pt x="1002" y="199"/>
                        <a:pt x="1002" y="199"/>
                      </a:cubicBezTo>
                      <a:cubicBezTo>
                        <a:pt x="1004" y="200"/>
                        <a:pt x="1014" y="203"/>
                        <a:pt x="1015" y="203"/>
                      </a:cubicBezTo>
                      <a:cubicBezTo>
                        <a:pt x="1018" y="202"/>
                        <a:pt x="1017" y="199"/>
                        <a:pt x="1020" y="199"/>
                      </a:cubicBezTo>
                      <a:cubicBezTo>
                        <a:pt x="1020" y="199"/>
                        <a:pt x="1020" y="199"/>
                        <a:pt x="1020" y="199"/>
                      </a:cubicBezTo>
                      <a:close/>
                      <a:moveTo>
                        <a:pt x="972" y="227"/>
                      </a:moveTo>
                      <a:cubicBezTo>
                        <a:pt x="976" y="230"/>
                        <a:pt x="978" y="231"/>
                        <a:pt x="980" y="236"/>
                      </a:cubicBezTo>
                      <a:cubicBezTo>
                        <a:pt x="980" y="236"/>
                        <a:pt x="981" y="237"/>
                        <a:pt x="981" y="238"/>
                      </a:cubicBezTo>
                      <a:cubicBezTo>
                        <a:pt x="982" y="239"/>
                        <a:pt x="981" y="239"/>
                        <a:pt x="981" y="240"/>
                      </a:cubicBezTo>
                      <a:cubicBezTo>
                        <a:pt x="980" y="242"/>
                        <a:pt x="980" y="246"/>
                        <a:pt x="980" y="248"/>
                      </a:cubicBezTo>
                      <a:cubicBezTo>
                        <a:pt x="981" y="252"/>
                        <a:pt x="984" y="256"/>
                        <a:pt x="982" y="261"/>
                      </a:cubicBezTo>
                      <a:cubicBezTo>
                        <a:pt x="980" y="264"/>
                        <a:pt x="977" y="267"/>
                        <a:pt x="975" y="270"/>
                      </a:cubicBezTo>
                      <a:cubicBezTo>
                        <a:pt x="974" y="272"/>
                        <a:pt x="972" y="273"/>
                        <a:pt x="972" y="274"/>
                      </a:cubicBezTo>
                      <a:cubicBezTo>
                        <a:pt x="972" y="274"/>
                        <a:pt x="971" y="276"/>
                        <a:pt x="970" y="276"/>
                      </a:cubicBezTo>
                      <a:cubicBezTo>
                        <a:pt x="969" y="276"/>
                        <a:pt x="967" y="276"/>
                        <a:pt x="966" y="277"/>
                      </a:cubicBezTo>
                      <a:cubicBezTo>
                        <a:pt x="966" y="277"/>
                        <a:pt x="965" y="278"/>
                        <a:pt x="964" y="278"/>
                      </a:cubicBezTo>
                      <a:cubicBezTo>
                        <a:pt x="963" y="279"/>
                        <a:pt x="960" y="279"/>
                        <a:pt x="959" y="281"/>
                      </a:cubicBezTo>
                      <a:cubicBezTo>
                        <a:pt x="954" y="278"/>
                        <a:pt x="959" y="268"/>
                        <a:pt x="961" y="264"/>
                      </a:cubicBezTo>
                      <a:cubicBezTo>
                        <a:pt x="961" y="262"/>
                        <a:pt x="961" y="260"/>
                        <a:pt x="961" y="258"/>
                      </a:cubicBezTo>
                      <a:cubicBezTo>
                        <a:pt x="962" y="257"/>
                        <a:pt x="962" y="255"/>
                        <a:pt x="963" y="254"/>
                      </a:cubicBezTo>
                      <a:cubicBezTo>
                        <a:pt x="963" y="251"/>
                        <a:pt x="963" y="247"/>
                        <a:pt x="963" y="244"/>
                      </a:cubicBezTo>
                      <a:cubicBezTo>
                        <a:pt x="964" y="240"/>
                        <a:pt x="967" y="237"/>
                        <a:pt x="969" y="233"/>
                      </a:cubicBezTo>
                      <a:cubicBezTo>
                        <a:pt x="970" y="231"/>
                        <a:pt x="971" y="229"/>
                        <a:pt x="972" y="227"/>
                      </a:cubicBezTo>
                      <a:close/>
                      <a:moveTo>
                        <a:pt x="739" y="86"/>
                      </a:moveTo>
                      <a:cubicBezTo>
                        <a:pt x="739" y="87"/>
                        <a:pt x="739" y="87"/>
                        <a:pt x="739" y="87"/>
                      </a:cubicBezTo>
                      <a:cubicBezTo>
                        <a:pt x="741" y="89"/>
                        <a:pt x="742" y="93"/>
                        <a:pt x="742" y="94"/>
                      </a:cubicBezTo>
                      <a:cubicBezTo>
                        <a:pt x="742" y="95"/>
                        <a:pt x="740" y="97"/>
                        <a:pt x="740" y="98"/>
                      </a:cubicBezTo>
                      <a:cubicBezTo>
                        <a:pt x="740" y="99"/>
                        <a:pt x="740" y="101"/>
                        <a:pt x="740" y="102"/>
                      </a:cubicBezTo>
                      <a:cubicBezTo>
                        <a:pt x="738" y="104"/>
                        <a:pt x="735" y="107"/>
                        <a:pt x="736" y="109"/>
                      </a:cubicBezTo>
                      <a:cubicBezTo>
                        <a:pt x="736" y="109"/>
                        <a:pt x="736" y="109"/>
                        <a:pt x="737" y="109"/>
                      </a:cubicBezTo>
                      <a:cubicBezTo>
                        <a:pt x="740" y="110"/>
                        <a:pt x="744" y="108"/>
                        <a:pt x="746" y="105"/>
                      </a:cubicBezTo>
                      <a:cubicBezTo>
                        <a:pt x="747" y="104"/>
                        <a:pt x="746" y="103"/>
                        <a:pt x="747" y="102"/>
                      </a:cubicBezTo>
                      <a:cubicBezTo>
                        <a:pt x="748" y="101"/>
                        <a:pt x="749" y="101"/>
                        <a:pt x="750" y="101"/>
                      </a:cubicBezTo>
                      <a:cubicBezTo>
                        <a:pt x="751" y="99"/>
                        <a:pt x="748" y="98"/>
                        <a:pt x="746" y="97"/>
                      </a:cubicBezTo>
                      <a:cubicBezTo>
                        <a:pt x="745" y="95"/>
                        <a:pt x="745" y="93"/>
                        <a:pt x="744" y="91"/>
                      </a:cubicBezTo>
                      <a:cubicBezTo>
                        <a:pt x="744" y="91"/>
                        <a:pt x="743" y="91"/>
                        <a:pt x="743" y="91"/>
                      </a:cubicBezTo>
                      <a:cubicBezTo>
                        <a:pt x="743" y="89"/>
                        <a:pt x="743" y="85"/>
                        <a:pt x="743" y="85"/>
                      </a:cubicBezTo>
                      <a:cubicBezTo>
                        <a:pt x="744" y="84"/>
                        <a:pt x="745" y="83"/>
                        <a:pt x="746" y="82"/>
                      </a:cubicBezTo>
                      <a:cubicBezTo>
                        <a:pt x="746" y="83"/>
                        <a:pt x="747" y="83"/>
                        <a:pt x="748" y="83"/>
                      </a:cubicBezTo>
                      <a:cubicBezTo>
                        <a:pt x="748" y="86"/>
                        <a:pt x="761" y="87"/>
                        <a:pt x="762" y="85"/>
                      </a:cubicBezTo>
                      <a:cubicBezTo>
                        <a:pt x="763" y="84"/>
                        <a:pt x="765" y="79"/>
                        <a:pt x="765" y="77"/>
                      </a:cubicBezTo>
                      <a:cubicBezTo>
                        <a:pt x="765" y="76"/>
                        <a:pt x="763" y="75"/>
                        <a:pt x="762" y="76"/>
                      </a:cubicBezTo>
                      <a:cubicBezTo>
                        <a:pt x="760" y="79"/>
                        <a:pt x="759" y="80"/>
                        <a:pt x="755" y="81"/>
                      </a:cubicBezTo>
                      <a:cubicBezTo>
                        <a:pt x="753" y="80"/>
                        <a:pt x="748" y="81"/>
                        <a:pt x="746" y="80"/>
                      </a:cubicBezTo>
                      <a:cubicBezTo>
                        <a:pt x="744" y="78"/>
                        <a:pt x="740" y="77"/>
                        <a:pt x="740" y="73"/>
                      </a:cubicBezTo>
                      <a:cubicBezTo>
                        <a:pt x="740" y="69"/>
                        <a:pt x="746" y="64"/>
                        <a:pt x="743" y="61"/>
                      </a:cubicBezTo>
                      <a:cubicBezTo>
                        <a:pt x="745" y="59"/>
                        <a:pt x="745" y="57"/>
                        <a:pt x="744" y="55"/>
                      </a:cubicBezTo>
                      <a:cubicBezTo>
                        <a:pt x="745" y="54"/>
                        <a:pt x="746" y="53"/>
                        <a:pt x="746" y="53"/>
                      </a:cubicBezTo>
                      <a:cubicBezTo>
                        <a:pt x="749" y="52"/>
                        <a:pt x="758" y="58"/>
                        <a:pt x="759" y="60"/>
                      </a:cubicBezTo>
                      <a:cubicBezTo>
                        <a:pt x="762" y="62"/>
                        <a:pt x="769" y="61"/>
                        <a:pt x="771" y="60"/>
                      </a:cubicBezTo>
                      <a:cubicBezTo>
                        <a:pt x="771" y="58"/>
                        <a:pt x="772" y="57"/>
                        <a:pt x="773" y="56"/>
                      </a:cubicBezTo>
                      <a:cubicBezTo>
                        <a:pt x="773" y="55"/>
                        <a:pt x="772" y="55"/>
                        <a:pt x="773" y="54"/>
                      </a:cubicBezTo>
                      <a:cubicBezTo>
                        <a:pt x="774" y="52"/>
                        <a:pt x="775" y="48"/>
                        <a:pt x="777" y="46"/>
                      </a:cubicBezTo>
                      <a:cubicBezTo>
                        <a:pt x="777" y="45"/>
                        <a:pt x="776" y="45"/>
                        <a:pt x="777" y="44"/>
                      </a:cubicBezTo>
                      <a:cubicBezTo>
                        <a:pt x="778" y="42"/>
                        <a:pt x="782" y="34"/>
                        <a:pt x="782" y="32"/>
                      </a:cubicBezTo>
                      <a:cubicBezTo>
                        <a:pt x="782" y="29"/>
                        <a:pt x="781" y="29"/>
                        <a:pt x="780" y="27"/>
                      </a:cubicBezTo>
                      <a:cubicBezTo>
                        <a:pt x="778" y="24"/>
                        <a:pt x="779" y="21"/>
                        <a:pt x="779" y="17"/>
                      </a:cubicBezTo>
                      <a:cubicBezTo>
                        <a:pt x="779" y="17"/>
                        <a:pt x="780" y="16"/>
                        <a:pt x="781" y="16"/>
                      </a:cubicBezTo>
                      <a:cubicBezTo>
                        <a:pt x="781" y="16"/>
                        <a:pt x="781" y="15"/>
                        <a:pt x="781" y="15"/>
                      </a:cubicBezTo>
                      <a:cubicBezTo>
                        <a:pt x="783" y="15"/>
                        <a:pt x="785" y="15"/>
                        <a:pt x="786" y="15"/>
                      </a:cubicBezTo>
                      <a:cubicBezTo>
                        <a:pt x="789" y="15"/>
                        <a:pt x="799" y="22"/>
                        <a:pt x="800" y="23"/>
                      </a:cubicBezTo>
                      <a:cubicBezTo>
                        <a:pt x="801" y="24"/>
                        <a:pt x="801" y="27"/>
                        <a:pt x="802" y="27"/>
                      </a:cubicBezTo>
                      <a:cubicBezTo>
                        <a:pt x="801" y="29"/>
                        <a:pt x="801" y="30"/>
                        <a:pt x="801" y="31"/>
                      </a:cubicBezTo>
                      <a:cubicBezTo>
                        <a:pt x="800" y="32"/>
                        <a:pt x="799" y="33"/>
                        <a:pt x="799" y="33"/>
                      </a:cubicBezTo>
                      <a:cubicBezTo>
                        <a:pt x="798" y="36"/>
                        <a:pt x="797" y="39"/>
                        <a:pt x="795" y="42"/>
                      </a:cubicBezTo>
                      <a:cubicBezTo>
                        <a:pt x="795" y="43"/>
                        <a:pt x="794" y="52"/>
                        <a:pt x="794" y="53"/>
                      </a:cubicBezTo>
                      <a:cubicBezTo>
                        <a:pt x="792" y="55"/>
                        <a:pt x="784" y="57"/>
                        <a:pt x="787" y="61"/>
                      </a:cubicBezTo>
                      <a:cubicBezTo>
                        <a:pt x="790" y="62"/>
                        <a:pt x="798" y="61"/>
                        <a:pt x="800" y="59"/>
                      </a:cubicBezTo>
                      <a:cubicBezTo>
                        <a:pt x="800" y="59"/>
                        <a:pt x="800" y="58"/>
                        <a:pt x="800" y="58"/>
                      </a:cubicBezTo>
                      <a:cubicBezTo>
                        <a:pt x="801" y="56"/>
                        <a:pt x="805" y="54"/>
                        <a:pt x="807" y="54"/>
                      </a:cubicBezTo>
                      <a:cubicBezTo>
                        <a:pt x="808" y="54"/>
                        <a:pt x="808" y="54"/>
                        <a:pt x="809" y="55"/>
                      </a:cubicBezTo>
                      <a:cubicBezTo>
                        <a:pt x="810" y="54"/>
                        <a:pt x="810" y="54"/>
                        <a:pt x="811" y="54"/>
                      </a:cubicBezTo>
                      <a:cubicBezTo>
                        <a:pt x="811" y="54"/>
                        <a:pt x="815" y="56"/>
                        <a:pt x="815" y="56"/>
                      </a:cubicBezTo>
                      <a:cubicBezTo>
                        <a:pt x="816" y="57"/>
                        <a:pt x="815" y="58"/>
                        <a:pt x="816" y="59"/>
                      </a:cubicBezTo>
                      <a:cubicBezTo>
                        <a:pt x="817" y="60"/>
                        <a:pt x="818" y="61"/>
                        <a:pt x="818" y="62"/>
                      </a:cubicBezTo>
                      <a:cubicBezTo>
                        <a:pt x="819" y="63"/>
                        <a:pt x="819" y="65"/>
                        <a:pt x="820" y="67"/>
                      </a:cubicBezTo>
                      <a:cubicBezTo>
                        <a:pt x="820" y="68"/>
                        <a:pt x="821" y="68"/>
                        <a:pt x="822" y="69"/>
                      </a:cubicBezTo>
                      <a:cubicBezTo>
                        <a:pt x="822" y="70"/>
                        <a:pt x="823" y="77"/>
                        <a:pt x="823" y="78"/>
                      </a:cubicBezTo>
                      <a:cubicBezTo>
                        <a:pt x="821" y="80"/>
                        <a:pt x="821" y="83"/>
                        <a:pt x="819" y="85"/>
                      </a:cubicBezTo>
                      <a:cubicBezTo>
                        <a:pt x="818" y="85"/>
                        <a:pt x="818" y="85"/>
                        <a:pt x="817" y="86"/>
                      </a:cubicBezTo>
                      <a:cubicBezTo>
                        <a:pt x="816" y="87"/>
                        <a:pt x="816" y="89"/>
                        <a:pt x="815" y="89"/>
                      </a:cubicBezTo>
                      <a:cubicBezTo>
                        <a:pt x="813" y="92"/>
                        <a:pt x="811" y="94"/>
                        <a:pt x="809" y="97"/>
                      </a:cubicBezTo>
                      <a:cubicBezTo>
                        <a:pt x="808" y="97"/>
                        <a:pt x="808" y="97"/>
                        <a:pt x="807" y="97"/>
                      </a:cubicBezTo>
                      <a:cubicBezTo>
                        <a:pt x="807" y="97"/>
                        <a:pt x="807" y="97"/>
                        <a:pt x="807" y="97"/>
                      </a:cubicBezTo>
                      <a:cubicBezTo>
                        <a:pt x="807" y="98"/>
                        <a:pt x="807" y="99"/>
                        <a:pt x="807" y="100"/>
                      </a:cubicBezTo>
                      <a:cubicBezTo>
                        <a:pt x="805" y="101"/>
                        <a:pt x="805" y="103"/>
                        <a:pt x="804" y="105"/>
                      </a:cubicBezTo>
                      <a:cubicBezTo>
                        <a:pt x="801" y="109"/>
                        <a:pt x="798" y="114"/>
                        <a:pt x="795" y="117"/>
                      </a:cubicBezTo>
                      <a:cubicBezTo>
                        <a:pt x="792" y="120"/>
                        <a:pt x="792" y="120"/>
                        <a:pt x="792" y="120"/>
                      </a:cubicBezTo>
                      <a:cubicBezTo>
                        <a:pt x="790" y="120"/>
                        <a:pt x="789" y="119"/>
                        <a:pt x="788" y="120"/>
                      </a:cubicBezTo>
                      <a:cubicBezTo>
                        <a:pt x="787" y="121"/>
                        <a:pt x="786" y="122"/>
                        <a:pt x="785" y="123"/>
                      </a:cubicBezTo>
                      <a:cubicBezTo>
                        <a:pt x="784" y="123"/>
                        <a:pt x="775" y="126"/>
                        <a:pt x="775" y="126"/>
                      </a:cubicBezTo>
                      <a:cubicBezTo>
                        <a:pt x="774" y="128"/>
                        <a:pt x="773" y="129"/>
                        <a:pt x="772" y="130"/>
                      </a:cubicBezTo>
                      <a:cubicBezTo>
                        <a:pt x="771" y="130"/>
                        <a:pt x="771" y="130"/>
                        <a:pt x="770" y="130"/>
                      </a:cubicBezTo>
                      <a:cubicBezTo>
                        <a:pt x="770" y="130"/>
                        <a:pt x="770" y="130"/>
                        <a:pt x="770" y="131"/>
                      </a:cubicBezTo>
                      <a:cubicBezTo>
                        <a:pt x="769" y="130"/>
                        <a:pt x="768" y="130"/>
                        <a:pt x="768" y="130"/>
                      </a:cubicBezTo>
                      <a:cubicBezTo>
                        <a:pt x="767" y="130"/>
                        <a:pt x="763" y="132"/>
                        <a:pt x="762" y="130"/>
                      </a:cubicBezTo>
                      <a:cubicBezTo>
                        <a:pt x="761" y="129"/>
                        <a:pt x="761" y="126"/>
                        <a:pt x="761" y="125"/>
                      </a:cubicBezTo>
                      <a:cubicBezTo>
                        <a:pt x="759" y="124"/>
                        <a:pt x="756" y="125"/>
                        <a:pt x="755" y="126"/>
                      </a:cubicBezTo>
                      <a:cubicBezTo>
                        <a:pt x="751" y="125"/>
                        <a:pt x="748" y="126"/>
                        <a:pt x="744" y="124"/>
                      </a:cubicBezTo>
                      <a:cubicBezTo>
                        <a:pt x="743" y="124"/>
                        <a:pt x="740" y="122"/>
                        <a:pt x="740" y="121"/>
                      </a:cubicBezTo>
                      <a:cubicBezTo>
                        <a:pt x="740" y="120"/>
                        <a:pt x="740" y="119"/>
                        <a:pt x="740" y="119"/>
                      </a:cubicBezTo>
                      <a:cubicBezTo>
                        <a:pt x="739" y="118"/>
                        <a:pt x="736" y="118"/>
                        <a:pt x="735" y="118"/>
                      </a:cubicBezTo>
                      <a:cubicBezTo>
                        <a:pt x="734" y="122"/>
                        <a:pt x="731" y="127"/>
                        <a:pt x="728" y="128"/>
                      </a:cubicBezTo>
                      <a:cubicBezTo>
                        <a:pt x="727" y="128"/>
                        <a:pt x="724" y="128"/>
                        <a:pt x="724" y="127"/>
                      </a:cubicBezTo>
                      <a:cubicBezTo>
                        <a:pt x="720" y="123"/>
                        <a:pt x="720" y="119"/>
                        <a:pt x="720" y="113"/>
                      </a:cubicBezTo>
                      <a:cubicBezTo>
                        <a:pt x="720" y="111"/>
                        <a:pt x="721" y="110"/>
                        <a:pt x="722" y="108"/>
                      </a:cubicBezTo>
                      <a:cubicBezTo>
                        <a:pt x="722" y="105"/>
                        <a:pt x="721" y="100"/>
                        <a:pt x="722" y="97"/>
                      </a:cubicBezTo>
                      <a:cubicBezTo>
                        <a:pt x="722" y="96"/>
                        <a:pt x="722" y="96"/>
                        <a:pt x="723" y="95"/>
                      </a:cubicBezTo>
                      <a:cubicBezTo>
                        <a:pt x="723" y="95"/>
                        <a:pt x="722" y="93"/>
                        <a:pt x="722" y="93"/>
                      </a:cubicBezTo>
                      <a:cubicBezTo>
                        <a:pt x="723" y="92"/>
                        <a:pt x="723" y="92"/>
                        <a:pt x="723" y="91"/>
                      </a:cubicBezTo>
                      <a:cubicBezTo>
                        <a:pt x="723" y="88"/>
                        <a:pt x="725" y="87"/>
                        <a:pt x="726" y="84"/>
                      </a:cubicBezTo>
                      <a:cubicBezTo>
                        <a:pt x="728" y="84"/>
                        <a:pt x="729" y="81"/>
                        <a:pt x="732" y="81"/>
                      </a:cubicBezTo>
                      <a:cubicBezTo>
                        <a:pt x="733" y="81"/>
                        <a:pt x="733" y="82"/>
                        <a:pt x="734" y="83"/>
                      </a:cubicBezTo>
                      <a:cubicBezTo>
                        <a:pt x="735" y="84"/>
                        <a:pt x="736" y="83"/>
                        <a:pt x="737" y="84"/>
                      </a:cubicBezTo>
                      <a:cubicBezTo>
                        <a:pt x="738" y="85"/>
                        <a:pt x="737" y="85"/>
                        <a:pt x="739" y="86"/>
                      </a:cubicBezTo>
                      <a:close/>
                      <a:moveTo>
                        <a:pt x="724" y="3"/>
                      </a:moveTo>
                      <a:cubicBezTo>
                        <a:pt x="726" y="4"/>
                        <a:pt x="727" y="6"/>
                        <a:pt x="728" y="7"/>
                      </a:cubicBezTo>
                      <a:cubicBezTo>
                        <a:pt x="729" y="8"/>
                        <a:pt x="730" y="8"/>
                        <a:pt x="731" y="8"/>
                      </a:cubicBezTo>
                      <a:cubicBezTo>
                        <a:pt x="733" y="10"/>
                        <a:pt x="732" y="14"/>
                        <a:pt x="733" y="17"/>
                      </a:cubicBezTo>
                      <a:cubicBezTo>
                        <a:pt x="733" y="22"/>
                        <a:pt x="734" y="29"/>
                        <a:pt x="734" y="34"/>
                      </a:cubicBezTo>
                      <a:cubicBezTo>
                        <a:pt x="734" y="35"/>
                        <a:pt x="733" y="35"/>
                        <a:pt x="734" y="37"/>
                      </a:cubicBezTo>
                      <a:cubicBezTo>
                        <a:pt x="733" y="38"/>
                        <a:pt x="731" y="38"/>
                        <a:pt x="731" y="39"/>
                      </a:cubicBezTo>
                      <a:cubicBezTo>
                        <a:pt x="730" y="40"/>
                        <a:pt x="731" y="41"/>
                        <a:pt x="730" y="41"/>
                      </a:cubicBezTo>
                      <a:cubicBezTo>
                        <a:pt x="730" y="42"/>
                        <a:pt x="725" y="44"/>
                        <a:pt x="725" y="44"/>
                      </a:cubicBezTo>
                      <a:cubicBezTo>
                        <a:pt x="724" y="44"/>
                        <a:pt x="723" y="44"/>
                        <a:pt x="722" y="43"/>
                      </a:cubicBezTo>
                      <a:cubicBezTo>
                        <a:pt x="717" y="42"/>
                        <a:pt x="720" y="38"/>
                        <a:pt x="720" y="33"/>
                      </a:cubicBezTo>
                      <a:cubicBezTo>
                        <a:pt x="719" y="30"/>
                        <a:pt x="717" y="28"/>
                        <a:pt x="715" y="25"/>
                      </a:cubicBezTo>
                      <a:cubicBezTo>
                        <a:pt x="714" y="24"/>
                        <a:pt x="715" y="23"/>
                        <a:pt x="715" y="22"/>
                      </a:cubicBezTo>
                      <a:cubicBezTo>
                        <a:pt x="714" y="22"/>
                        <a:pt x="714" y="21"/>
                        <a:pt x="714" y="21"/>
                      </a:cubicBezTo>
                      <a:cubicBezTo>
                        <a:pt x="713" y="19"/>
                        <a:pt x="713" y="12"/>
                        <a:pt x="714" y="10"/>
                      </a:cubicBezTo>
                      <a:cubicBezTo>
                        <a:pt x="715" y="9"/>
                        <a:pt x="715" y="9"/>
                        <a:pt x="716" y="7"/>
                      </a:cubicBezTo>
                      <a:cubicBezTo>
                        <a:pt x="717" y="7"/>
                        <a:pt x="718" y="6"/>
                        <a:pt x="719" y="4"/>
                      </a:cubicBezTo>
                      <a:cubicBezTo>
                        <a:pt x="720" y="5"/>
                        <a:pt x="722" y="4"/>
                        <a:pt x="724" y="3"/>
                      </a:cubicBezTo>
                      <a:close/>
                      <a:moveTo>
                        <a:pt x="785" y="69"/>
                      </a:moveTo>
                      <a:cubicBezTo>
                        <a:pt x="784" y="69"/>
                        <a:pt x="784" y="69"/>
                        <a:pt x="783" y="69"/>
                      </a:cubicBezTo>
                      <a:cubicBezTo>
                        <a:pt x="782" y="69"/>
                        <a:pt x="780" y="70"/>
                        <a:pt x="779" y="70"/>
                      </a:cubicBezTo>
                      <a:cubicBezTo>
                        <a:pt x="778" y="75"/>
                        <a:pt x="772" y="83"/>
                        <a:pt x="773" y="87"/>
                      </a:cubicBezTo>
                      <a:cubicBezTo>
                        <a:pt x="776" y="88"/>
                        <a:pt x="779" y="89"/>
                        <a:pt x="780" y="91"/>
                      </a:cubicBezTo>
                      <a:cubicBezTo>
                        <a:pt x="781" y="92"/>
                        <a:pt x="780" y="93"/>
                        <a:pt x="782" y="94"/>
                      </a:cubicBezTo>
                      <a:cubicBezTo>
                        <a:pt x="781" y="95"/>
                        <a:pt x="781" y="96"/>
                        <a:pt x="781" y="97"/>
                      </a:cubicBezTo>
                      <a:cubicBezTo>
                        <a:pt x="781" y="97"/>
                        <a:pt x="777" y="100"/>
                        <a:pt x="777" y="100"/>
                      </a:cubicBezTo>
                      <a:cubicBezTo>
                        <a:pt x="777" y="100"/>
                        <a:pt x="776" y="100"/>
                        <a:pt x="776" y="100"/>
                      </a:cubicBezTo>
                      <a:cubicBezTo>
                        <a:pt x="776" y="101"/>
                        <a:pt x="775" y="101"/>
                        <a:pt x="775" y="101"/>
                      </a:cubicBezTo>
                      <a:cubicBezTo>
                        <a:pt x="774" y="102"/>
                        <a:pt x="773" y="101"/>
                        <a:pt x="773" y="102"/>
                      </a:cubicBezTo>
                      <a:cubicBezTo>
                        <a:pt x="772" y="102"/>
                        <a:pt x="771" y="103"/>
                        <a:pt x="772" y="105"/>
                      </a:cubicBezTo>
                      <a:cubicBezTo>
                        <a:pt x="771" y="105"/>
                        <a:pt x="771" y="105"/>
                        <a:pt x="770" y="105"/>
                      </a:cubicBezTo>
                      <a:cubicBezTo>
                        <a:pt x="770" y="106"/>
                        <a:pt x="770" y="111"/>
                        <a:pt x="771" y="111"/>
                      </a:cubicBezTo>
                      <a:cubicBezTo>
                        <a:pt x="772" y="111"/>
                        <a:pt x="775" y="110"/>
                        <a:pt x="775" y="109"/>
                      </a:cubicBezTo>
                      <a:cubicBezTo>
                        <a:pt x="776" y="109"/>
                        <a:pt x="775" y="108"/>
                        <a:pt x="776" y="108"/>
                      </a:cubicBezTo>
                      <a:cubicBezTo>
                        <a:pt x="777" y="108"/>
                        <a:pt x="780" y="108"/>
                        <a:pt x="781" y="107"/>
                      </a:cubicBezTo>
                      <a:cubicBezTo>
                        <a:pt x="788" y="100"/>
                        <a:pt x="801" y="84"/>
                        <a:pt x="798" y="73"/>
                      </a:cubicBezTo>
                      <a:cubicBezTo>
                        <a:pt x="793" y="72"/>
                        <a:pt x="789" y="70"/>
                        <a:pt x="785" y="69"/>
                      </a:cubicBezTo>
                      <a:close/>
                      <a:moveTo>
                        <a:pt x="693" y="48"/>
                      </a:moveTo>
                      <a:cubicBezTo>
                        <a:pt x="695" y="48"/>
                        <a:pt x="695" y="46"/>
                        <a:pt x="697" y="46"/>
                      </a:cubicBezTo>
                      <a:cubicBezTo>
                        <a:pt x="701" y="46"/>
                        <a:pt x="703" y="47"/>
                        <a:pt x="706" y="47"/>
                      </a:cubicBezTo>
                      <a:cubicBezTo>
                        <a:pt x="706" y="49"/>
                        <a:pt x="708" y="50"/>
                        <a:pt x="710" y="51"/>
                      </a:cubicBezTo>
                      <a:cubicBezTo>
                        <a:pt x="709" y="54"/>
                        <a:pt x="711" y="56"/>
                        <a:pt x="712" y="58"/>
                      </a:cubicBezTo>
                      <a:cubicBezTo>
                        <a:pt x="713" y="59"/>
                        <a:pt x="712" y="60"/>
                        <a:pt x="712" y="61"/>
                      </a:cubicBezTo>
                      <a:cubicBezTo>
                        <a:pt x="712" y="61"/>
                        <a:pt x="712" y="62"/>
                        <a:pt x="713" y="62"/>
                      </a:cubicBezTo>
                      <a:cubicBezTo>
                        <a:pt x="713" y="65"/>
                        <a:pt x="711" y="67"/>
                        <a:pt x="709" y="68"/>
                      </a:cubicBezTo>
                      <a:cubicBezTo>
                        <a:pt x="709" y="69"/>
                        <a:pt x="709" y="70"/>
                        <a:pt x="708" y="71"/>
                      </a:cubicBezTo>
                      <a:cubicBezTo>
                        <a:pt x="708" y="71"/>
                        <a:pt x="707" y="71"/>
                        <a:pt x="706" y="72"/>
                      </a:cubicBezTo>
                      <a:cubicBezTo>
                        <a:pt x="706" y="72"/>
                        <a:pt x="706" y="73"/>
                        <a:pt x="706" y="73"/>
                      </a:cubicBezTo>
                      <a:cubicBezTo>
                        <a:pt x="705" y="73"/>
                        <a:pt x="705" y="73"/>
                        <a:pt x="705" y="73"/>
                      </a:cubicBezTo>
                      <a:cubicBezTo>
                        <a:pt x="704" y="73"/>
                        <a:pt x="702" y="74"/>
                        <a:pt x="701" y="74"/>
                      </a:cubicBezTo>
                      <a:cubicBezTo>
                        <a:pt x="698" y="74"/>
                        <a:pt x="691" y="66"/>
                        <a:pt x="691" y="63"/>
                      </a:cubicBezTo>
                      <a:cubicBezTo>
                        <a:pt x="690" y="63"/>
                        <a:pt x="690" y="62"/>
                        <a:pt x="689" y="62"/>
                      </a:cubicBezTo>
                      <a:cubicBezTo>
                        <a:pt x="690" y="61"/>
                        <a:pt x="690" y="61"/>
                        <a:pt x="690" y="61"/>
                      </a:cubicBezTo>
                      <a:cubicBezTo>
                        <a:pt x="690" y="59"/>
                        <a:pt x="689" y="58"/>
                        <a:pt x="689" y="57"/>
                      </a:cubicBezTo>
                      <a:cubicBezTo>
                        <a:pt x="689" y="55"/>
                        <a:pt x="690" y="53"/>
                        <a:pt x="690" y="52"/>
                      </a:cubicBezTo>
                      <a:cubicBezTo>
                        <a:pt x="691" y="52"/>
                        <a:pt x="692" y="49"/>
                        <a:pt x="693" y="48"/>
                      </a:cubicBezTo>
                      <a:close/>
                      <a:moveTo>
                        <a:pt x="765" y="69"/>
                      </a:moveTo>
                      <a:cubicBezTo>
                        <a:pt x="765" y="69"/>
                        <a:pt x="763" y="70"/>
                        <a:pt x="763" y="72"/>
                      </a:cubicBezTo>
                      <a:cubicBezTo>
                        <a:pt x="763" y="73"/>
                        <a:pt x="765" y="74"/>
                        <a:pt x="766" y="74"/>
                      </a:cubicBezTo>
                      <a:cubicBezTo>
                        <a:pt x="767" y="72"/>
                        <a:pt x="768" y="71"/>
                        <a:pt x="767" y="69"/>
                      </a:cubicBezTo>
                      <a:cubicBezTo>
                        <a:pt x="767" y="69"/>
                        <a:pt x="766" y="69"/>
                        <a:pt x="765" y="69"/>
                      </a:cubicBezTo>
                      <a:close/>
                      <a:moveTo>
                        <a:pt x="730" y="69"/>
                      </a:moveTo>
                      <a:cubicBezTo>
                        <a:pt x="730" y="70"/>
                        <a:pt x="730" y="70"/>
                        <a:pt x="730" y="71"/>
                      </a:cubicBezTo>
                      <a:cubicBezTo>
                        <a:pt x="729" y="71"/>
                        <a:pt x="729" y="71"/>
                        <a:pt x="728" y="71"/>
                      </a:cubicBezTo>
                      <a:cubicBezTo>
                        <a:pt x="728" y="70"/>
                        <a:pt x="728" y="70"/>
                        <a:pt x="729" y="70"/>
                      </a:cubicBezTo>
                      <a:cubicBezTo>
                        <a:pt x="729" y="70"/>
                        <a:pt x="730" y="70"/>
                        <a:pt x="730" y="69"/>
                      </a:cubicBezTo>
                      <a:close/>
                      <a:moveTo>
                        <a:pt x="727" y="71"/>
                      </a:moveTo>
                      <a:cubicBezTo>
                        <a:pt x="727" y="73"/>
                        <a:pt x="724" y="73"/>
                        <a:pt x="723" y="74"/>
                      </a:cubicBezTo>
                      <a:cubicBezTo>
                        <a:pt x="722" y="75"/>
                        <a:pt x="722" y="76"/>
                        <a:pt x="721" y="77"/>
                      </a:cubicBezTo>
                      <a:cubicBezTo>
                        <a:pt x="719" y="78"/>
                        <a:pt x="717" y="79"/>
                        <a:pt x="716" y="80"/>
                      </a:cubicBezTo>
                      <a:cubicBezTo>
                        <a:pt x="715" y="81"/>
                        <a:pt x="714" y="82"/>
                        <a:pt x="714" y="83"/>
                      </a:cubicBezTo>
                      <a:cubicBezTo>
                        <a:pt x="713" y="83"/>
                        <a:pt x="713" y="83"/>
                        <a:pt x="712" y="83"/>
                      </a:cubicBezTo>
                      <a:cubicBezTo>
                        <a:pt x="712" y="84"/>
                        <a:pt x="711" y="84"/>
                        <a:pt x="711" y="85"/>
                      </a:cubicBezTo>
                      <a:cubicBezTo>
                        <a:pt x="710" y="86"/>
                        <a:pt x="707" y="87"/>
                        <a:pt x="706" y="88"/>
                      </a:cubicBezTo>
                      <a:cubicBezTo>
                        <a:pt x="705" y="89"/>
                        <a:pt x="705" y="90"/>
                        <a:pt x="703" y="91"/>
                      </a:cubicBezTo>
                      <a:cubicBezTo>
                        <a:pt x="703" y="92"/>
                        <a:pt x="702" y="92"/>
                        <a:pt x="702" y="92"/>
                      </a:cubicBezTo>
                      <a:cubicBezTo>
                        <a:pt x="701" y="93"/>
                        <a:pt x="701" y="94"/>
                        <a:pt x="700" y="94"/>
                      </a:cubicBezTo>
                      <a:cubicBezTo>
                        <a:pt x="695" y="99"/>
                        <a:pt x="688" y="103"/>
                        <a:pt x="684" y="110"/>
                      </a:cubicBezTo>
                      <a:cubicBezTo>
                        <a:pt x="681" y="109"/>
                        <a:pt x="683" y="113"/>
                        <a:pt x="682" y="116"/>
                      </a:cubicBezTo>
                      <a:cubicBezTo>
                        <a:pt x="680" y="119"/>
                        <a:pt x="680" y="124"/>
                        <a:pt x="678" y="128"/>
                      </a:cubicBezTo>
                      <a:cubicBezTo>
                        <a:pt x="677" y="128"/>
                        <a:pt x="675" y="129"/>
                        <a:pt x="674" y="130"/>
                      </a:cubicBezTo>
                      <a:cubicBezTo>
                        <a:pt x="674" y="130"/>
                        <a:pt x="674" y="131"/>
                        <a:pt x="674" y="131"/>
                      </a:cubicBezTo>
                      <a:cubicBezTo>
                        <a:pt x="673" y="131"/>
                        <a:pt x="673" y="131"/>
                        <a:pt x="673" y="131"/>
                      </a:cubicBezTo>
                      <a:cubicBezTo>
                        <a:pt x="672" y="131"/>
                        <a:pt x="671" y="132"/>
                        <a:pt x="670" y="132"/>
                      </a:cubicBezTo>
                      <a:cubicBezTo>
                        <a:pt x="668" y="132"/>
                        <a:pt x="667" y="132"/>
                        <a:pt x="666" y="132"/>
                      </a:cubicBezTo>
                      <a:cubicBezTo>
                        <a:pt x="665" y="132"/>
                        <a:pt x="665" y="132"/>
                        <a:pt x="664" y="132"/>
                      </a:cubicBezTo>
                      <a:cubicBezTo>
                        <a:pt x="661" y="130"/>
                        <a:pt x="658" y="127"/>
                        <a:pt x="658" y="124"/>
                      </a:cubicBezTo>
                      <a:cubicBezTo>
                        <a:pt x="658" y="123"/>
                        <a:pt x="658" y="122"/>
                        <a:pt x="659" y="121"/>
                      </a:cubicBezTo>
                      <a:cubicBezTo>
                        <a:pt x="658" y="120"/>
                        <a:pt x="658" y="120"/>
                        <a:pt x="658" y="119"/>
                      </a:cubicBezTo>
                      <a:cubicBezTo>
                        <a:pt x="657" y="115"/>
                        <a:pt x="662" y="109"/>
                        <a:pt x="664" y="106"/>
                      </a:cubicBezTo>
                      <a:cubicBezTo>
                        <a:pt x="664" y="106"/>
                        <a:pt x="665" y="105"/>
                        <a:pt x="665" y="104"/>
                      </a:cubicBezTo>
                      <a:cubicBezTo>
                        <a:pt x="665" y="104"/>
                        <a:pt x="666" y="103"/>
                        <a:pt x="666" y="103"/>
                      </a:cubicBezTo>
                      <a:cubicBezTo>
                        <a:pt x="668" y="101"/>
                        <a:pt x="667" y="97"/>
                        <a:pt x="668" y="96"/>
                      </a:cubicBezTo>
                      <a:cubicBezTo>
                        <a:pt x="668" y="96"/>
                        <a:pt x="668" y="96"/>
                        <a:pt x="668" y="96"/>
                      </a:cubicBezTo>
                      <a:cubicBezTo>
                        <a:pt x="670" y="97"/>
                        <a:pt x="671" y="98"/>
                        <a:pt x="673" y="98"/>
                      </a:cubicBezTo>
                      <a:cubicBezTo>
                        <a:pt x="676" y="98"/>
                        <a:pt x="684" y="94"/>
                        <a:pt x="686" y="92"/>
                      </a:cubicBezTo>
                      <a:cubicBezTo>
                        <a:pt x="697" y="86"/>
                        <a:pt x="708" y="82"/>
                        <a:pt x="718" y="75"/>
                      </a:cubicBezTo>
                      <a:cubicBezTo>
                        <a:pt x="721" y="74"/>
                        <a:pt x="724" y="72"/>
                        <a:pt x="727" y="71"/>
                      </a:cubicBezTo>
                      <a:close/>
                      <a:moveTo>
                        <a:pt x="467" y="19"/>
                      </a:moveTo>
                      <a:cubicBezTo>
                        <a:pt x="466" y="19"/>
                        <a:pt x="466" y="20"/>
                        <a:pt x="466" y="20"/>
                      </a:cubicBezTo>
                      <a:cubicBezTo>
                        <a:pt x="465" y="22"/>
                        <a:pt x="461" y="25"/>
                        <a:pt x="459" y="27"/>
                      </a:cubicBezTo>
                      <a:cubicBezTo>
                        <a:pt x="458" y="27"/>
                        <a:pt x="456" y="28"/>
                        <a:pt x="455" y="28"/>
                      </a:cubicBezTo>
                      <a:cubicBezTo>
                        <a:pt x="455" y="28"/>
                        <a:pt x="455" y="29"/>
                        <a:pt x="454" y="29"/>
                      </a:cubicBezTo>
                      <a:cubicBezTo>
                        <a:pt x="454" y="29"/>
                        <a:pt x="453" y="30"/>
                        <a:pt x="453" y="30"/>
                      </a:cubicBezTo>
                      <a:cubicBezTo>
                        <a:pt x="451" y="30"/>
                        <a:pt x="450" y="30"/>
                        <a:pt x="449" y="32"/>
                      </a:cubicBezTo>
                      <a:cubicBezTo>
                        <a:pt x="447" y="31"/>
                        <a:pt x="444" y="33"/>
                        <a:pt x="443" y="35"/>
                      </a:cubicBezTo>
                      <a:cubicBezTo>
                        <a:pt x="444" y="37"/>
                        <a:pt x="435" y="47"/>
                        <a:pt x="434" y="49"/>
                      </a:cubicBezTo>
                      <a:cubicBezTo>
                        <a:pt x="431" y="52"/>
                        <a:pt x="430" y="57"/>
                        <a:pt x="429" y="61"/>
                      </a:cubicBezTo>
                      <a:cubicBezTo>
                        <a:pt x="429" y="61"/>
                        <a:pt x="429" y="62"/>
                        <a:pt x="428" y="63"/>
                      </a:cubicBezTo>
                      <a:cubicBezTo>
                        <a:pt x="427" y="70"/>
                        <a:pt x="422" y="76"/>
                        <a:pt x="421" y="84"/>
                      </a:cubicBezTo>
                      <a:cubicBezTo>
                        <a:pt x="421" y="84"/>
                        <a:pt x="421" y="84"/>
                        <a:pt x="420" y="84"/>
                      </a:cubicBezTo>
                      <a:cubicBezTo>
                        <a:pt x="419" y="85"/>
                        <a:pt x="419" y="86"/>
                        <a:pt x="419" y="88"/>
                      </a:cubicBezTo>
                      <a:cubicBezTo>
                        <a:pt x="419" y="88"/>
                        <a:pt x="420" y="88"/>
                        <a:pt x="420" y="88"/>
                      </a:cubicBezTo>
                      <a:cubicBezTo>
                        <a:pt x="420" y="88"/>
                        <a:pt x="419" y="98"/>
                        <a:pt x="419" y="99"/>
                      </a:cubicBezTo>
                      <a:cubicBezTo>
                        <a:pt x="418" y="98"/>
                        <a:pt x="418" y="98"/>
                        <a:pt x="417" y="99"/>
                      </a:cubicBezTo>
                      <a:cubicBezTo>
                        <a:pt x="417" y="99"/>
                        <a:pt x="417" y="99"/>
                        <a:pt x="416" y="99"/>
                      </a:cubicBezTo>
                      <a:cubicBezTo>
                        <a:pt x="417" y="100"/>
                        <a:pt x="417" y="100"/>
                        <a:pt x="417" y="100"/>
                      </a:cubicBezTo>
                      <a:cubicBezTo>
                        <a:pt x="417" y="100"/>
                        <a:pt x="418" y="100"/>
                        <a:pt x="418" y="101"/>
                      </a:cubicBezTo>
                      <a:cubicBezTo>
                        <a:pt x="417" y="104"/>
                        <a:pt x="417" y="107"/>
                        <a:pt x="416" y="111"/>
                      </a:cubicBezTo>
                      <a:cubicBezTo>
                        <a:pt x="416" y="110"/>
                        <a:pt x="415" y="110"/>
                        <a:pt x="415" y="110"/>
                      </a:cubicBezTo>
                      <a:cubicBezTo>
                        <a:pt x="414" y="111"/>
                        <a:pt x="414" y="111"/>
                        <a:pt x="414" y="111"/>
                      </a:cubicBezTo>
                      <a:cubicBezTo>
                        <a:pt x="414" y="112"/>
                        <a:pt x="414" y="112"/>
                        <a:pt x="414" y="112"/>
                      </a:cubicBezTo>
                      <a:cubicBezTo>
                        <a:pt x="415" y="113"/>
                        <a:pt x="415" y="113"/>
                        <a:pt x="415" y="113"/>
                      </a:cubicBezTo>
                      <a:cubicBezTo>
                        <a:pt x="415" y="116"/>
                        <a:pt x="414" y="119"/>
                        <a:pt x="413" y="122"/>
                      </a:cubicBezTo>
                      <a:cubicBezTo>
                        <a:pt x="413" y="122"/>
                        <a:pt x="413" y="122"/>
                        <a:pt x="413" y="123"/>
                      </a:cubicBezTo>
                      <a:cubicBezTo>
                        <a:pt x="413" y="124"/>
                        <a:pt x="413" y="125"/>
                        <a:pt x="412" y="126"/>
                      </a:cubicBezTo>
                      <a:cubicBezTo>
                        <a:pt x="412" y="126"/>
                        <a:pt x="412" y="127"/>
                        <a:pt x="413" y="127"/>
                      </a:cubicBezTo>
                      <a:cubicBezTo>
                        <a:pt x="412" y="128"/>
                        <a:pt x="411" y="129"/>
                        <a:pt x="411" y="130"/>
                      </a:cubicBezTo>
                      <a:cubicBezTo>
                        <a:pt x="410" y="135"/>
                        <a:pt x="410" y="139"/>
                        <a:pt x="408" y="143"/>
                      </a:cubicBezTo>
                      <a:cubicBezTo>
                        <a:pt x="407" y="143"/>
                        <a:pt x="406" y="144"/>
                        <a:pt x="406" y="144"/>
                      </a:cubicBezTo>
                      <a:cubicBezTo>
                        <a:pt x="407" y="145"/>
                        <a:pt x="407" y="145"/>
                        <a:pt x="407" y="146"/>
                      </a:cubicBezTo>
                      <a:cubicBezTo>
                        <a:pt x="407" y="147"/>
                        <a:pt x="406" y="146"/>
                        <a:pt x="405" y="147"/>
                      </a:cubicBezTo>
                      <a:cubicBezTo>
                        <a:pt x="405" y="147"/>
                        <a:pt x="405" y="148"/>
                        <a:pt x="405" y="148"/>
                      </a:cubicBezTo>
                      <a:cubicBezTo>
                        <a:pt x="405" y="148"/>
                        <a:pt x="405" y="148"/>
                        <a:pt x="405" y="149"/>
                      </a:cubicBezTo>
                      <a:cubicBezTo>
                        <a:pt x="406" y="149"/>
                        <a:pt x="406" y="149"/>
                        <a:pt x="406" y="149"/>
                      </a:cubicBezTo>
                      <a:cubicBezTo>
                        <a:pt x="405" y="153"/>
                        <a:pt x="403" y="156"/>
                        <a:pt x="402" y="159"/>
                      </a:cubicBezTo>
                      <a:cubicBezTo>
                        <a:pt x="402" y="159"/>
                        <a:pt x="402" y="159"/>
                        <a:pt x="401" y="159"/>
                      </a:cubicBezTo>
                      <a:cubicBezTo>
                        <a:pt x="401" y="158"/>
                        <a:pt x="401" y="157"/>
                        <a:pt x="400" y="157"/>
                      </a:cubicBezTo>
                      <a:cubicBezTo>
                        <a:pt x="400" y="157"/>
                        <a:pt x="400" y="157"/>
                        <a:pt x="400" y="157"/>
                      </a:cubicBezTo>
                      <a:cubicBezTo>
                        <a:pt x="399" y="157"/>
                        <a:pt x="399" y="157"/>
                        <a:pt x="399" y="158"/>
                      </a:cubicBezTo>
                      <a:cubicBezTo>
                        <a:pt x="399" y="158"/>
                        <a:pt x="399" y="158"/>
                        <a:pt x="399" y="158"/>
                      </a:cubicBezTo>
                      <a:cubicBezTo>
                        <a:pt x="399" y="159"/>
                        <a:pt x="399" y="159"/>
                        <a:pt x="400" y="160"/>
                      </a:cubicBezTo>
                      <a:cubicBezTo>
                        <a:pt x="400" y="159"/>
                        <a:pt x="401" y="159"/>
                        <a:pt x="401" y="159"/>
                      </a:cubicBezTo>
                      <a:cubicBezTo>
                        <a:pt x="401" y="159"/>
                        <a:pt x="401" y="160"/>
                        <a:pt x="401" y="160"/>
                      </a:cubicBezTo>
                      <a:cubicBezTo>
                        <a:pt x="400" y="160"/>
                        <a:pt x="400" y="160"/>
                        <a:pt x="400" y="161"/>
                      </a:cubicBezTo>
                      <a:cubicBezTo>
                        <a:pt x="400" y="161"/>
                        <a:pt x="400" y="161"/>
                        <a:pt x="401" y="162"/>
                      </a:cubicBezTo>
                      <a:cubicBezTo>
                        <a:pt x="400" y="163"/>
                        <a:pt x="400" y="165"/>
                        <a:pt x="400" y="166"/>
                      </a:cubicBezTo>
                      <a:cubicBezTo>
                        <a:pt x="400" y="167"/>
                        <a:pt x="400" y="168"/>
                        <a:pt x="400" y="168"/>
                      </a:cubicBezTo>
                      <a:cubicBezTo>
                        <a:pt x="400" y="170"/>
                        <a:pt x="399" y="172"/>
                        <a:pt x="398" y="173"/>
                      </a:cubicBezTo>
                      <a:cubicBezTo>
                        <a:pt x="398" y="173"/>
                        <a:pt x="398" y="173"/>
                        <a:pt x="398" y="173"/>
                      </a:cubicBezTo>
                      <a:cubicBezTo>
                        <a:pt x="398" y="172"/>
                        <a:pt x="397" y="172"/>
                        <a:pt x="396" y="171"/>
                      </a:cubicBezTo>
                      <a:cubicBezTo>
                        <a:pt x="396" y="170"/>
                        <a:pt x="396" y="169"/>
                        <a:pt x="396" y="168"/>
                      </a:cubicBezTo>
                      <a:cubicBezTo>
                        <a:pt x="395" y="166"/>
                        <a:pt x="391" y="162"/>
                        <a:pt x="392" y="160"/>
                      </a:cubicBezTo>
                      <a:cubicBezTo>
                        <a:pt x="392" y="159"/>
                        <a:pt x="392" y="158"/>
                        <a:pt x="393" y="158"/>
                      </a:cubicBezTo>
                      <a:cubicBezTo>
                        <a:pt x="393" y="158"/>
                        <a:pt x="394" y="158"/>
                        <a:pt x="394" y="158"/>
                      </a:cubicBezTo>
                      <a:cubicBezTo>
                        <a:pt x="399" y="155"/>
                        <a:pt x="400" y="150"/>
                        <a:pt x="402" y="145"/>
                      </a:cubicBezTo>
                      <a:cubicBezTo>
                        <a:pt x="401" y="143"/>
                        <a:pt x="401" y="143"/>
                        <a:pt x="401" y="142"/>
                      </a:cubicBezTo>
                      <a:cubicBezTo>
                        <a:pt x="402" y="142"/>
                        <a:pt x="403" y="141"/>
                        <a:pt x="403" y="140"/>
                      </a:cubicBezTo>
                      <a:cubicBezTo>
                        <a:pt x="402" y="137"/>
                        <a:pt x="402" y="138"/>
                        <a:pt x="404" y="136"/>
                      </a:cubicBezTo>
                      <a:cubicBezTo>
                        <a:pt x="404" y="135"/>
                        <a:pt x="403" y="133"/>
                        <a:pt x="403" y="133"/>
                      </a:cubicBezTo>
                      <a:cubicBezTo>
                        <a:pt x="403" y="132"/>
                        <a:pt x="404" y="131"/>
                        <a:pt x="404" y="130"/>
                      </a:cubicBezTo>
                      <a:cubicBezTo>
                        <a:pt x="404" y="128"/>
                        <a:pt x="403" y="127"/>
                        <a:pt x="403" y="125"/>
                      </a:cubicBezTo>
                      <a:cubicBezTo>
                        <a:pt x="404" y="125"/>
                        <a:pt x="404" y="124"/>
                        <a:pt x="405" y="124"/>
                      </a:cubicBezTo>
                      <a:cubicBezTo>
                        <a:pt x="405" y="124"/>
                        <a:pt x="405" y="123"/>
                        <a:pt x="405" y="123"/>
                      </a:cubicBezTo>
                      <a:cubicBezTo>
                        <a:pt x="405" y="122"/>
                        <a:pt x="404" y="122"/>
                        <a:pt x="404" y="121"/>
                      </a:cubicBezTo>
                      <a:cubicBezTo>
                        <a:pt x="405" y="120"/>
                        <a:pt x="404" y="119"/>
                        <a:pt x="405" y="118"/>
                      </a:cubicBezTo>
                      <a:cubicBezTo>
                        <a:pt x="407" y="118"/>
                        <a:pt x="405" y="114"/>
                        <a:pt x="406" y="113"/>
                      </a:cubicBezTo>
                      <a:cubicBezTo>
                        <a:pt x="406" y="112"/>
                        <a:pt x="407" y="112"/>
                        <a:pt x="408" y="111"/>
                      </a:cubicBezTo>
                      <a:cubicBezTo>
                        <a:pt x="406" y="107"/>
                        <a:pt x="409" y="105"/>
                        <a:pt x="410" y="102"/>
                      </a:cubicBezTo>
                      <a:cubicBezTo>
                        <a:pt x="410" y="101"/>
                        <a:pt x="410" y="101"/>
                        <a:pt x="409" y="100"/>
                      </a:cubicBezTo>
                      <a:cubicBezTo>
                        <a:pt x="410" y="99"/>
                        <a:pt x="410" y="98"/>
                        <a:pt x="410" y="97"/>
                      </a:cubicBezTo>
                      <a:cubicBezTo>
                        <a:pt x="410" y="96"/>
                        <a:pt x="412" y="95"/>
                        <a:pt x="412" y="93"/>
                      </a:cubicBezTo>
                      <a:cubicBezTo>
                        <a:pt x="412" y="93"/>
                        <a:pt x="412" y="93"/>
                        <a:pt x="412" y="93"/>
                      </a:cubicBezTo>
                      <a:cubicBezTo>
                        <a:pt x="412" y="92"/>
                        <a:pt x="412" y="91"/>
                        <a:pt x="412" y="90"/>
                      </a:cubicBezTo>
                      <a:cubicBezTo>
                        <a:pt x="412" y="89"/>
                        <a:pt x="414" y="86"/>
                        <a:pt x="414" y="85"/>
                      </a:cubicBezTo>
                      <a:cubicBezTo>
                        <a:pt x="414" y="84"/>
                        <a:pt x="413" y="83"/>
                        <a:pt x="414" y="81"/>
                      </a:cubicBezTo>
                      <a:cubicBezTo>
                        <a:pt x="414" y="80"/>
                        <a:pt x="415" y="78"/>
                        <a:pt x="416" y="76"/>
                      </a:cubicBezTo>
                      <a:cubicBezTo>
                        <a:pt x="416" y="75"/>
                        <a:pt x="415" y="74"/>
                        <a:pt x="415" y="73"/>
                      </a:cubicBezTo>
                      <a:cubicBezTo>
                        <a:pt x="416" y="71"/>
                        <a:pt x="417" y="71"/>
                        <a:pt x="416" y="68"/>
                      </a:cubicBezTo>
                      <a:cubicBezTo>
                        <a:pt x="417" y="68"/>
                        <a:pt x="417" y="67"/>
                        <a:pt x="417" y="67"/>
                      </a:cubicBezTo>
                      <a:cubicBezTo>
                        <a:pt x="417" y="66"/>
                        <a:pt x="417" y="65"/>
                        <a:pt x="416" y="64"/>
                      </a:cubicBezTo>
                      <a:cubicBezTo>
                        <a:pt x="418" y="64"/>
                        <a:pt x="418" y="63"/>
                        <a:pt x="418" y="62"/>
                      </a:cubicBezTo>
                      <a:cubicBezTo>
                        <a:pt x="417" y="61"/>
                        <a:pt x="417" y="61"/>
                        <a:pt x="417" y="61"/>
                      </a:cubicBezTo>
                      <a:cubicBezTo>
                        <a:pt x="417" y="61"/>
                        <a:pt x="417" y="60"/>
                        <a:pt x="417" y="60"/>
                      </a:cubicBezTo>
                      <a:cubicBezTo>
                        <a:pt x="418" y="61"/>
                        <a:pt x="418" y="60"/>
                        <a:pt x="418" y="59"/>
                      </a:cubicBezTo>
                      <a:cubicBezTo>
                        <a:pt x="418" y="56"/>
                        <a:pt x="419" y="56"/>
                        <a:pt x="419" y="53"/>
                      </a:cubicBezTo>
                      <a:cubicBezTo>
                        <a:pt x="419" y="50"/>
                        <a:pt x="419" y="46"/>
                        <a:pt x="419" y="42"/>
                      </a:cubicBezTo>
                      <a:cubicBezTo>
                        <a:pt x="418" y="41"/>
                        <a:pt x="416" y="40"/>
                        <a:pt x="415" y="40"/>
                      </a:cubicBezTo>
                      <a:cubicBezTo>
                        <a:pt x="414" y="38"/>
                        <a:pt x="413" y="38"/>
                        <a:pt x="413" y="36"/>
                      </a:cubicBezTo>
                      <a:cubicBezTo>
                        <a:pt x="414" y="34"/>
                        <a:pt x="414" y="31"/>
                        <a:pt x="416" y="29"/>
                      </a:cubicBezTo>
                      <a:cubicBezTo>
                        <a:pt x="416" y="29"/>
                        <a:pt x="417" y="29"/>
                        <a:pt x="417" y="28"/>
                      </a:cubicBezTo>
                      <a:cubicBezTo>
                        <a:pt x="417" y="27"/>
                        <a:pt x="417" y="26"/>
                        <a:pt x="416" y="25"/>
                      </a:cubicBezTo>
                      <a:cubicBezTo>
                        <a:pt x="418" y="24"/>
                        <a:pt x="419" y="23"/>
                        <a:pt x="419" y="22"/>
                      </a:cubicBezTo>
                      <a:cubicBezTo>
                        <a:pt x="422" y="20"/>
                        <a:pt x="426" y="21"/>
                        <a:pt x="429" y="19"/>
                      </a:cubicBezTo>
                      <a:cubicBezTo>
                        <a:pt x="431" y="18"/>
                        <a:pt x="434" y="15"/>
                        <a:pt x="436" y="13"/>
                      </a:cubicBezTo>
                      <a:cubicBezTo>
                        <a:pt x="437" y="12"/>
                        <a:pt x="441" y="12"/>
                        <a:pt x="441" y="11"/>
                      </a:cubicBezTo>
                      <a:cubicBezTo>
                        <a:pt x="441" y="11"/>
                        <a:pt x="442" y="10"/>
                        <a:pt x="442" y="10"/>
                      </a:cubicBezTo>
                      <a:cubicBezTo>
                        <a:pt x="442" y="10"/>
                        <a:pt x="443" y="10"/>
                        <a:pt x="443" y="10"/>
                      </a:cubicBezTo>
                      <a:cubicBezTo>
                        <a:pt x="444" y="9"/>
                        <a:pt x="444" y="9"/>
                        <a:pt x="444" y="8"/>
                      </a:cubicBezTo>
                      <a:cubicBezTo>
                        <a:pt x="445" y="8"/>
                        <a:pt x="446" y="8"/>
                        <a:pt x="447" y="7"/>
                      </a:cubicBezTo>
                      <a:cubicBezTo>
                        <a:pt x="448" y="6"/>
                        <a:pt x="448" y="4"/>
                        <a:pt x="449" y="4"/>
                      </a:cubicBezTo>
                      <a:cubicBezTo>
                        <a:pt x="449" y="3"/>
                        <a:pt x="449" y="3"/>
                        <a:pt x="450" y="3"/>
                      </a:cubicBezTo>
                      <a:cubicBezTo>
                        <a:pt x="450" y="3"/>
                        <a:pt x="450" y="2"/>
                        <a:pt x="451" y="1"/>
                      </a:cubicBezTo>
                      <a:cubicBezTo>
                        <a:pt x="452" y="1"/>
                        <a:pt x="453" y="1"/>
                        <a:pt x="454" y="0"/>
                      </a:cubicBezTo>
                      <a:cubicBezTo>
                        <a:pt x="454" y="1"/>
                        <a:pt x="455" y="1"/>
                        <a:pt x="455" y="1"/>
                      </a:cubicBezTo>
                      <a:cubicBezTo>
                        <a:pt x="457" y="1"/>
                        <a:pt x="459" y="0"/>
                        <a:pt x="460" y="0"/>
                      </a:cubicBezTo>
                      <a:cubicBezTo>
                        <a:pt x="461" y="0"/>
                        <a:pt x="461" y="1"/>
                        <a:pt x="461" y="1"/>
                      </a:cubicBezTo>
                      <a:cubicBezTo>
                        <a:pt x="462" y="1"/>
                        <a:pt x="462" y="1"/>
                        <a:pt x="463" y="0"/>
                      </a:cubicBezTo>
                      <a:cubicBezTo>
                        <a:pt x="463" y="2"/>
                        <a:pt x="464" y="3"/>
                        <a:pt x="465" y="4"/>
                      </a:cubicBezTo>
                      <a:cubicBezTo>
                        <a:pt x="465" y="4"/>
                        <a:pt x="466" y="4"/>
                        <a:pt x="466" y="4"/>
                      </a:cubicBezTo>
                      <a:cubicBezTo>
                        <a:pt x="466" y="4"/>
                        <a:pt x="471" y="7"/>
                        <a:pt x="472" y="7"/>
                      </a:cubicBezTo>
                      <a:cubicBezTo>
                        <a:pt x="472" y="8"/>
                        <a:pt x="472" y="8"/>
                        <a:pt x="472" y="9"/>
                      </a:cubicBezTo>
                      <a:cubicBezTo>
                        <a:pt x="471" y="9"/>
                        <a:pt x="470" y="11"/>
                        <a:pt x="469" y="11"/>
                      </a:cubicBezTo>
                      <a:cubicBezTo>
                        <a:pt x="470" y="13"/>
                        <a:pt x="470" y="14"/>
                        <a:pt x="470" y="15"/>
                      </a:cubicBezTo>
                      <a:cubicBezTo>
                        <a:pt x="468" y="15"/>
                        <a:pt x="469" y="16"/>
                        <a:pt x="468" y="17"/>
                      </a:cubicBezTo>
                      <a:cubicBezTo>
                        <a:pt x="467" y="18"/>
                        <a:pt x="467" y="18"/>
                        <a:pt x="467" y="19"/>
                      </a:cubicBezTo>
                      <a:cubicBezTo>
                        <a:pt x="467" y="19"/>
                        <a:pt x="467" y="19"/>
                        <a:pt x="467" y="19"/>
                      </a:cubicBezTo>
                      <a:close/>
                      <a:moveTo>
                        <a:pt x="492" y="75"/>
                      </a:moveTo>
                      <a:cubicBezTo>
                        <a:pt x="491" y="75"/>
                        <a:pt x="491" y="75"/>
                        <a:pt x="491" y="75"/>
                      </a:cubicBezTo>
                      <a:cubicBezTo>
                        <a:pt x="490" y="76"/>
                        <a:pt x="490" y="76"/>
                        <a:pt x="490" y="77"/>
                      </a:cubicBezTo>
                      <a:cubicBezTo>
                        <a:pt x="489" y="78"/>
                        <a:pt x="489" y="78"/>
                        <a:pt x="489" y="78"/>
                      </a:cubicBezTo>
                      <a:cubicBezTo>
                        <a:pt x="489" y="79"/>
                        <a:pt x="489" y="80"/>
                        <a:pt x="489" y="81"/>
                      </a:cubicBezTo>
                      <a:cubicBezTo>
                        <a:pt x="488" y="81"/>
                        <a:pt x="488" y="81"/>
                        <a:pt x="488" y="82"/>
                      </a:cubicBezTo>
                      <a:cubicBezTo>
                        <a:pt x="488" y="83"/>
                        <a:pt x="488" y="83"/>
                        <a:pt x="488" y="84"/>
                      </a:cubicBezTo>
                      <a:cubicBezTo>
                        <a:pt x="487" y="84"/>
                        <a:pt x="487" y="84"/>
                        <a:pt x="487" y="85"/>
                      </a:cubicBezTo>
                      <a:cubicBezTo>
                        <a:pt x="488" y="88"/>
                        <a:pt x="487" y="89"/>
                        <a:pt x="489" y="90"/>
                      </a:cubicBezTo>
                      <a:cubicBezTo>
                        <a:pt x="491" y="90"/>
                        <a:pt x="492" y="90"/>
                        <a:pt x="494" y="90"/>
                      </a:cubicBezTo>
                      <a:cubicBezTo>
                        <a:pt x="495" y="92"/>
                        <a:pt x="495" y="93"/>
                        <a:pt x="496" y="94"/>
                      </a:cubicBezTo>
                      <a:cubicBezTo>
                        <a:pt x="496" y="94"/>
                        <a:pt x="497" y="94"/>
                        <a:pt x="497" y="94"/>
                      </a:cubicBezTo>
                      <a:cubicBezTo>
                        <a:pt x="496" y="95"/>
                        <a:pt x="497" y="96"/>
                        <a:pt x="497" y="97"/>
                      </a:cubicBezTo>
                      <a:cubicBezTo>
                        <a:pt x="497" y="98"/>
                        <a:pt x="495" y="105"/>
                        <a:pt x="494" y="105"/>
                      </a:cubicBezTo>
                      <a:cubicBezTo>
                        <a:pt x="494" y="106"/>
                        <a:pt x="493" y="106"/>
                        <a:pt x="492" y="106"/>
                      </a:cubicBezTo>
                      <a:cubicBezTo>
                        <a:pt x="491" y="107"/>
                        <a:pt x="491" y="109"/>
                        <a:pt x="489" y="110"/>
                      </a:cubicBezTo>
                      <a:cubicBezTo>
                        <a:pt x="487" y="111"/>
                        <a:pt x="483" y="112"/>
                        <a:pt x="479" y="114"/>
                      </a:cubicBezTo>
                      <a:cubicBezTo>
                        <a:pt x="478" y="115"/>
                        <a:pt x="478" y="114"/>
                        <a:pt x="477" y="114"/>
                      </a:cubicBezTo>
                      <a:cubicBezTo>
                        <a:pt x="477" y="114"/>
                        <a:pt x="476" y="115"/>
                        <a:pt x="476" y="115"/>
                      </a:cubicBezTo>
                      <a:cubicBezTo>
                        <a:pt x="475" y="115"/>
                        <a:pt x="471" y="115"/>
                        <a:pt x="471" y="116"/>
                      </a:cubicBezTo>
                      <a:cubicBezTo>
                        <a:pt x="470" y="116"/>
                        <a:pt x="469" y="117"/>
                        <a:pt x="468" y="117"/>
                      </a:cubicBezTo>
                      <a:cubicBezTo>
                        <a:pt x="468" y="117"/>
                        <a:pt x="466" y="118"/>
                        <a:pt x="465" y="118"/>
                      </a:cubicBezTo>
                      <a:cubicBezTo>
                        <a:pt x="463" y="118"/>
                        <a:pt x="462" y="119"/>
                        <a:pt x="460" y="120"/>
                      </a:cubicBezTo>
                      <a:cubicBezTo>
                        <a:pt x="459" y="119"/>
                        <a:pt x="454" y="120"/>
                        <a:pt x="452" y="122"/>
                      </a:cubicBezTo>
                      <a:cubicBezTo>
                        <a:pt x="454" y="126"/>
                        <a:pt x="457" y="128"/>
                        <a:pt x="459" y="132"/>
                      </a:cubicBezTo>
                      <a:cubicBezTo>
                        <a:pt x="458" y="133"/>
                        <a:pt x="458" y="134"/>
                        <a:pt x="456" y="135"/>
                      </a:cubicBezTo>
                      <a:cubicBezTo>
                        <a:pt x="455" y="132"/>
                        <a:pt x="452" y="134"/>
                        <a:pt x="449" y="133"/>
                      </a:cubicBezTo>
                      <a:cubicBezTo>
                        <a:pt x="448" y="133"/>
                        <a:pt x="446" y="132"/>
                        <a:pt x="445" y="131"/>
                      </a:cubicBezTo>
                      <a:cubicBezTo>
                        <a:pt x="445" y="130"/>
                        <a:pt x="445" y="130"/>
                        <a:pt x="444" y="129"/>
                      </a:cubicBezTo>
                      <a:cubicBezTo>
                        <a:pt x="442" y="130"/>
                        <a:pt x="441" y="128"/>
                        <a:pt x="439" y="128"/>
                      </a:cubicBezTo>
                      <a:cubicBezTo>
                        <a:pt x="439" y="124"/>
                        <a:pt x="434" y="121"/>
                        <a:pt x="432" y="119"/>
                      </a:cubicBezTo>
                      <a:cubicBezTo>
                        <a:pt x="432" y="118"/>
                        <a:pt x="432" y="117"/>
                        <a:pt x="431" y="116"/>
                      </a:cubicBezTo>
                      <a:cubicBezTo>
                        <a:pt x="430" y="114"/>
                        <a:pt x="428" y="111"/>
                        <a:pt x="427" y="109"/>
                      </a:cubicBezTo>
                      <a:cubicBezTo>
                        <a:pt x="429" y="107"/>
                        <a:pt x="425" y="100"/>
                        <a:pt x="425" y="98"/>
                      </a:cubicBezTo>
                      <a:cubicBezTo>
                        <a:pt x="425" y="97"/>
                        <a:pt x="426" y="97"/>
                        <a:pt x="426" y="96"/>
                      </a:cubicBezTo>
                      <a:cubicBezTo>
                        <a:pt x="425" y="96"/>
                        <a:pt x="425" y="96"/>
                        <a:pt x="425" y="95"/>
                      </a:cubicBezTo>
                      <a:cubicBezTo>
                        <a:pt x="425" y="93"/>
                        <a:pt x="425" y="91"/>
                        <a:pt x="426" y="89"/>
                      </a:cubicBezTo>
                      <a:cubicBezTo>
                        <a:pt x="425" y="88"/>
                        <a:pt x="424" y="88"/>
                        <a:pt x="424" y="87"/>
                      </a:cubicBezTo>
                      <a:cubicBezTo>
                        <a:pt x="425" y="87"/>
                        <a:pt x="426" y="87"/>
                        <a:pt x="427" y="86"/>
                      </a:cubicBezTo>
                      <a:cubicBezTo>
                        <a:pt x="427" y="85"/>
                        <a:pt x="427" y="84"/>
                        <a:pt x="427" y="84"/>
                      </a:cubicBezTo>
                      <a:cubicBezTo>
                        <a:pt x="427" y="83"/>
                        <a:pt x="427" y="83"/>
                        <a:pt x="426" y="82"/>
                      </a:cubicBezTo>
                      <a:cubicBezTo>
                        <a:pt x="428" y="82"/>
                        <a:pt x="428" y="80"/>
                        <a:pt x="429" y="80"/>
                      </a:cubicBezTo>
                      <a:cubicBezTo>
                        <a:pt x="431" y="78"/>
                        <a:pt x="434" y="79"/>
                        <a:pt x="435" y="79"/>
                      </a:cubicBezTo>
                      <a:cubicBezTo>
                        <a:pt x="436" y="79"/>
                        <a:pt x="437" y="81"/>
                        <a:pt x="438" y="81"/>
                      </a:cubicBezTo>
                      <a:cubicBezTo>
                        <a:pt x="439" y="81"/>
                        <a:pt x="439" y="81"/>
                        <a:pt x="439" y="80"/>
                      </a:cubicBezTo>
                      <a:cubicBezTo>
                        <a:pt x="439" y="79"/>
                        <a:pt x="440" y="79"/>
                        <a:pt x="440" y="78"/>
                      </a:cubicBezTo>
                      <a:cubicBezTo>
                        <a:pt x="440" y="77"/>
                        <a:pt x="439" y="77"/>
                        <a:pt x="439" y="77"/>
                      </a:cubicBezTo>
                      <a:cubicBezTo>
                        <a:pt x="438" y="76"/>
                        <a:pt x="439" y="74"/>
                        <a:pt x="439" y="73"/>
                      </a:cubicBezTo>
                      <a:cubicBezTo>
                        <a:pt x="439" y="72"/>
                        <a:pt x="439" y="72"/>
                        <a:pt x="440" y="72"/>
                      </a:cubicBezTo>
                      <a:cubicBezTo>
                        <a:pt x="440" y="70"/>
                        <a:pt x="438" y="69"/>
                        <a:pt x="439" y="68"/>
                      </a:cubicBezTo>
                      <a:cubicBezTo>
                        <a:pt x="440" y="66"/>
                        <a:pt x="443" y="65"/>
                        <a:pt x="445" y="65"/>
                      </a:cubicBezTo>
                      <a:cubicBezTo>
                        <a:pt x="450" y="66"/>
                        <a:pt x="453" y="66"/>
                        <a:pt x="457" y="62"/>
                      </a:cubicBezTo>
                      <a:cubicBezTo>
                        <a:pt x="457" y="61"/>
                        <a:pt x="457" y="61"/>
                        <a:pt x="457" y="60"/>
                      </a:cubicBezTo>
                      <a:cubicBezTo>
                        <a:pt x="458" y="58"/>
                        <a:pt x="464" y="54"/>
                        <a:pt x="465" y="51"/>
                      </a:cubicBezTo>
                      <a:cubicBezTo>
                        <a:pt x="466" y="51"/>
                        <a:pt x="466" y="50"/>
                        <a:pt x="467" y="50"/>
                      </a:cubicBezTo>
                      <a:cubicBezTo>
                        <a:pt x="469" y="50"/>
                        <a:pt x="473" y="49"/>
                        <a:pt x="475" y="49"/>
                      </a:cubicBezTo>
                      <a:cubicBezTo>
                        <a:pt x="475" y="47"/>
                        <a:pt x="476" y="47"/>
                        <a:pt x="478" y="46"/>
                      </a:cubicBezTo>
                      <a:cubicBezTo>
                        <a:pt x="478" y="46"/>
                        <a:pt x="479" y="46"/>
                        <a:pt x="479" y="47"/>
                      </a:cubicBezTo>
                      <a:cubicBezTo>
                        <a:pt x="481" y="46"/>
                        <a:pt x="482" y="45"/>
                        <a:pt x="484" y="45"/>
                      </a:cubicBezTo>
                      <a:cubicBezTo>
                        <a:pt x="484" y="45"/>
                        <a:pt x="489" y="48"/>
                        <a:pt x="490" y="49"/>
                      </a:cubicBezTo>
                      <a:cubicBezTo>
                        <a:pt x="490" y="50"/>
                        <a:pt x="491" y="51"/>
                        <a:pt x="491" y="52"/>
                      </a:cubicBezTo>
                      <a:cubicBezTo>
                        <a:pt x="488" y="54"/>
                        <a:pt x="492" y="58"/>
                        <a:pt x="491" y="61"/>
                      </a:cubicBezTo>
                      <a:cubicBezTo>
                        <a:pt x="491" y="61"/>
                        <a:pt x="490" y="61"/>
                        <a:pt x="490" y="62"/>
                      </a:cubicBezTo>
                      <a:cubicBezTo>
                        <a:pt x="491" y="64"/>
                        <a:pt x="491" y="65"/>
                        <a:pt x="491" y="66"/>
                      </a:cubicBezTo>
                      <a:cubicBezTo>
                        <a:pt x="492" y="68"/>
                        <a:pt x="492" y="69"/>
                        <a:pt x="492" y="70"/>
                      </a:cubicBezTo>
                      <a:cubicBezTo>
                        <a:pt x="491" y="71"/>
                        <a:pt x="491" y="71"/>
                        <a:pt x="491" y="71"/>
                      </a:cubicBezTo>
                      <a:cubicBezTo>
                        <a:pt x="491" y="72"/>
                        <a:pt x="491" y="74"/>
                        <a:pt x="492" y="75"/>
                      </a:cubicBezTo>
                      <a:close/>
                      <a:moveTo>
                        <a:pt x="452" y="108"/>
                      </a:moveTo>
                      <a:cubicBezTo>
                        <a:pt x="453" y="108"/>
                        <a:pt x="453" y="108"/>
                        <a:pt x="453" y="107"/>
                      </a:cubicBezTo>
                      <a:cubicBezTo>
                        <a:pt x="454" y="107"/>
                        <a:pt x="454" y="106"/>
                        <a:pt x="454" y="106"/>
                      </a:cubicBezTo>
                      <a:cubicBezTo>
                        <a:pt x="459" y="107"/>
                        <a:pt x="466" y="104"/>
                        <a:pt x="468" y="100"/>
                      </a:cubicBezTo>
                      <a:cubicBezTo>
                        <a:pt x="467" y="97"/>
                        <a:pt x="465" y="96"/>
                        <a:pt x="463" y="95"/>
                      </a:cubicBezTo>
                      <a:cubicBezTo>
                        <a:pt x="462" y="95"/>
                        <a:pt x="462" y="95"/>
                        <a:pt x="461" y="96"/>
                      </a:cubicBezTo>
                      <a:cubicBezTo>
                        <a:pt x="461" y="95"/>
                        <a:pt x="461" y="95"/>
                        <a:pt x="461" y="94"/>
                      </a:cubicBezTo>
                      <a:cubicBezTo>
                        <a:pt x="461" y="92"/>
                        <a:pt x="463" y="91"/>
                        <a:pt x="462" y="89"/>
                      </a:cubicBezTo>
                      <a:cubicBezTo>
                        <a:pt x="463" y="89"/>
                        <a:pt x="463" y="89"/>
                        <a:pt x="463" y="88"/>
                      </a:cubicBezTo>
                      <a:cubicBezTo>
                        <a:pt x="462" y="86"/>
                        <a:pt x="463" y="86"/>
                        <a:pt x="462" y="83"/>
                      </a:cubicBezTo>
                      <a:cubicBezTo>
                        <a:pt x="462" y="83"/>
                        <a:pt x="461" y="83"/>
                        <a:pt x="461" y="83"/>
                      </a:cubicBezTo>
                      <a:cubicBezTo>
                        <a:pt x="458" y="83"/>
                        <a:pt x="457" y="85"/>
                        <a:pt x="454" y="85"/>
                      </a:cubicBezTo>
                      <a:cubicBezTo>
                        <a:pt x="454" y="86"/>
                        <a:pt x="454" y="87"/>
                        <a:pt x="452" y="87"/>
                      </a:cubicBezTo>
                      <a:cubicBezTo>
                        <a:pt x="451" y="87"/>
                        <a:pt x="450" y="87"/>
                        <a:pt x="449" y="87"/>
                      </a:cubicBezTo>
                      <a:cubicBezTo>
                        <a:pt x="446" y="85"/>
                        <a:pt x="442" y="82"/>
                        <a:pt x="439" y="82"/>
                      </a:cubicBezTo>
                      <a:cubicBezTo>
                        <a:pt x="438" y="84"/>
                        <a:pt x="437" y="85"/>
                        <a:pt x="436" y="87"/>
                      </a:cubicBezTo>
                      <a:cubicBezTo>
                        <a:pt x="435" y="89"/>
                        <a:pt x="437" y="91"/>
                        <a:pt x="436" y="94"/>
                      </a:cubicBezTo>
                      <a:cubicBezTo>
                        <a:pt x="436" y="95"/>
                        <a:pt x="436" y="96"/>
                        <a:pt x="435" y="97"/>
                      </a:cubicBezTo>
                      <a:cubicBezTo>
                        <a:pt x="434" y="104"/>
                        <a:pt x="439" y="112"/>
                        <a:pt x="443" y="113"/>
                      </a:cubicBezTo>
                      <a:cubicBezTo>
                        <a:pt x="445" y="113"/>
                        <a:pt x="445" y="113"/>
                        <a:pt x="445" y="112"/>
                      </a:cubicBezTo>
                      <a:cubicBezTo>
                        <a:pt x="445" y="111"/>
                        <a:pt x="445" y="111"/>
                        <a:pt x="446" y="110"/>
                      </a:cubicBezTo>
                      <a:cubicBezTo>
                        <a:pt x="446" y="111"/>
                        <a:pt x="446" y="111"/>
                        <a:pt x="446" y="111"/>
                      </a:cubicBezTo>
                      <a:cubicBezTo>
                        <a:pt x="446" y="112"/>
                        <a:pt x="446" y="113"/>
                        <a:pt x="447" y="114"/>
                      </a:cubicBezTo>
                      <a:cubicBezTo>
                        <a:pt x="448" y="113"/>
                        <a:pt x="448" y="113"/>
                        <a:pt x="448" y="113"/>
                      </a:cubicBezTo>
                      <a:cubicBezTo>
                        <a:pt x="449" y="113"/>
                        <a:pt x="450" y="112"/>
                        <a:pt x="451" y="112"/>
                      </a:cubicBezTo>
                      <a:cubicBezTo>
                        <a:pt x="451" y="109"/>
                        <a:pt x="453" y="110"/>
                        <a:pt x="452" y="108"/>
                      </a:cubicBezTo>
                      <a:close/>
                      <a:moveTo>
                        <a:pt x="407" y="120"/>
                      </a:moveTo>
                      <a:cubicBezTo>
                        <a:pt x="407" y="120"/>
                        <a:pt x="407" y="120"/>
                        <a:pt x="407" y="121"/>
                      </a:cubicBezTo>
                      <a:cubicBezTo>
                        <a:pt x="407" y="121"/>
                        <a:pt x="407" y="121"/>
                        <a:pt x="408" y="122"/>
                      </a:cubicBezTo>
                      <a:cubicBezTo>
                        <a:pt x="408" y="122"/>
                        <a:pt x="409" y="122"/>
                        <a:pt x="409" y="122"/>
                      </a:cubicBezTo>
                      <a:cubicBezTo>
                        <a:pt x="409" y="121"/>
                        <a:pt x="410" y="121"/>
                        <a:pt x="410" y="121"/>
                      </a:cubicBezTo>
                      <a:cubicBezTo>
                        <a:pt x="410" y="121"/>
                        <a:pt x="410" y="121"/>
                        <a:pt x="410" y="121"/>
                      </a:cubicBezTo>
                      <a:cubicBezTo>
                        <a:pt x="409" y="120"/>
                        <a:pt x="409" y="120"/>
                        <a:pt x="409" y="119"/>
                      </a:cubicBezTo>
                      <a:cubicBezTo>
                        <a:pt x="408" y="119"/>
                        <a:pt x="408" y="119"/>
                        <a:pt x="407" y="120"/>
                      </a:cubicBezTo>
                      <a:close/>
                      <a:moveTo>
                        <a:pt x="98" y="349"/>
                      </a:moveTo>
                      <a:cubicBezTo>
                        <a:pt x="97" y="349"/>
                        <a:pt x="97" y="349"/>
                        <a:pt x="97" y="349"/>
                      </a:cubicBezTo>
                      <a:cubicBezTo>
                        <a:pt x="98" y="350"/>
                        <a:pt x="100" y="353"/>
                        <a:pt x="101" y="353"/>
                      </a:cubicBezTo>
                      <a:cubicBezTo>
                        <a:pt x="102" y="354"/>
                        <a:pt x="101" y="355"/>
                        <a:pt x="102" y="356"/>
                      </a:cubicBezTo>
                      <a:cubicBezTo>
                        <a:pt x="102" y="357"/>
                        <a:pt x="103" y="357"/>
                        <a:pt x="104" y="358"/>
                      </a:cubicBezTo>
                      <a:cubicBezTo>
                        <a:pt x="104" y="359"/>
                        <a:pt x="104" y="360"/>
                        <a:pt x="104" y="360"/>
                      </a:cubicBezTo>
                      <a:cubicBezTo>
                        <a:pt x="104" y="361"/>
                        <a:pt x="105" y="361"/>
                        <a:pt x="105" y="361"/>
                      </a:cubicBezTo>
                      <a:cubicBezTo>
                        <a:pt x="105" y="362"/>
                        <a:pt x="107" y="374"/>
                        <a:pt x="108" y="375"/>
                      </a:cubicBezTo>
                      <a:cubicBezTo>
                        <a:pt x="108" y="375"/>
                        <a:pt x="108" y="375"/>
                        <a:pt x="108" y="375"/>
                      </a:cubicBezTo>
                      <a:cubicBezTo>
                        <a:pt x="108" y="378"/>
                        <a:pt x="110" y="377"/>
                        <a:pt x="110" y="379"/>
                      </a:cubicBezTo>
                      <a:cubicBezTo>
                        <a:pt x="111" y="380"/>
                        <a:pt x="111" y="382"/>
                        <a:pt x="112" y="383"/>
                      </a:cubicBezTo>
                      <a:cubicBezTo>
                        <a:pt x="113" y="384"/>
                        <a:pt x="114" y="385"/>
                        <a:pt x="115" y="386"/>
                      </a:cubicBezTo>
                      <a:cubicBezTo>
                        <a:pt x="116" y="387"/>
                        <a:pt x="116" y="388"/>
                        <a:pt x="117" y="389"/>
                      </a:cubicBezTo>
                      <a:cubicBezTo>
                        <a:pt x="118" y="390"/>
                        <a:pt x="123" y="392"/>
                        <a:pt x="123" y="394"/>
                      </a:cubicBezTo>
                      <a:cubicBezTo>
                        <a:pt x="124" y="394"/>
                        <a:pt x="124" y="395"/>
                        <a:pt x="124" y="396"/>
                      </a:cubicBezTo>
                      <a:cubicBezTo>
                        <a:pt x="125" y="396"/>
                        <a:pt x="125" y="397"/>
                        <a:pt x="127" y="398"/>
                      </a:cubicBezTo>
                      <a:cubicBezTo>
                        <a:pt x="127" y="398"/>
                        <a:pt x="127" y="398"/>
                        <a:pt x="127" y="398"/>
                      </a:cubicBezTo>
                      <a:cubicBezTo>
                        <a:pt x="127" y="399"/>
                        <a:pt x="127" y="399"/>
                        <a:pt x="128" y="400"/>
                      </a:cubicBezTo>
                      <a:cubicBezTo>
                        <a:pt x="127" y="403"/>
                        <a:pt x="129" y="404"/>
                        <a:pt x="129" y="406"/>
                      </a:cubicBezTo>
                      <a:cubicBezTo>
                        <a:pt x="129" y="407"/>
                        <a:pt x="129" y="408"/>
                        <a:pt x="128" y="408"/>
                      </a:cubicBezTo>
                      <a:cubicBezTo>
                        <a:pt x="128" y="409"/>
                        <a:pt x="127" y="409"/>
                        <a:pt x="127" y="409"/>
                      </a:cubicBezTo>
                      <a:cubicBezTo>
                        <a:pt x="126" y="409"/>
                        <a:pt x="124" y="409"/>
                        <a:pt x="123" y="409"/>
                      </a:cubicBezTo>
                      <a:cubicBezTo>
                        <a:pt x="123" y="409"/>
                        <a:pt x="123" y="409"/>
                        <a:pt x="123" y="409"/>
                      </a:cubicBezTo>
                      <a:cubicBezTo>
                        <a:pt x="123" y="410"/>
                        <a:pt x="122" y="411"/>
                        <a:pt x="122" y="412"/>
                      </a:cubicBezTo>
                      <a:cubicBezTo>
                        <a:pt x="122" y="413"/>
                        <a:pt x="124" y="413"/>
                        <a:pt x="124" y="414"/>
                      </a:cubicBezTo>
                      <a:cubicBezTo>
                        <a:pt x="124" y="415"/>
                        <a:pt x="124" y="416"/>
                        <a:pt x="123" y="416"/>
                      </a:cubicBezTo>
                      <a:cubicBezTo>
                        <a:pt x="124" y="416"/>
                        <a:pt x="124" y="417"/>
                        <a:pt x="124" y="417"/>
                      </a:cubicBezTo>
                      <a:cubicBezTo>
                        <a:pt x="124" y="419"/>
                        <a:pt x="122" y="420"/>
                        <a:pt x="123" y="421"/>
                      </a:cubicBezTo>
                      <a:cubicBezTo>
                        <a:pt x="123" y="422"/>
                        <a:pt x="122" y="422"/>
                        <a:pt x="123" y="423"/>
                      </a:cubicBezTo>
                      <a:cubicBezTo>
                        <a:pt x="123" y="423"/>
                        <a:pt x="123" y="423"/>
                        <a:pt x="123" y="424"/>
                      </a:cubicBezTo>
                      <a:cubicBezTo>
                        <a:pt x="123" y="425"/>
                        <a:pt x="123" y="426"/>
                        <a:pt x="123" y="428"/>
                      </a:cubicBezTo>
                      <a:cubicBezTo>
                        <a:pt x="123" y="430"/>
                        <a:pt x="121" y="431"/>
                        <a:pt x="121" y="432"/>
                      </a:cubicBezTo>
                      <a:cubicBezTo>
                        <a:pt x="121" y="433"/>
                        <a:pt x="120" y="439"/>
                        <a:pt x="121" y="440"/>
                      </a:cubicBezTo>
                      <a:cubicBezTo>
                        <a:pt x="121" y="441"/>
                        <a:pt x="119" y="443"/>
                        <a:pt x="119" y="443"/>
                      </a:cubicBezTo>
                      <a:cubicBezTo>
                        <a:pt x="119" y="444"/>
                        <a:pt x="120" y="444"/>
                        <a:pt x="120" y="445"/>
                      </a:cubicBezTo>
                      <a:cubicBezTo>
                        <a:pt x="119" y="447"/>
                        <a:pt x="119" y="450"/>
                        <a:pt x="119" y="453"/>
                      </a:cubicBezTo>
                      <a:cubicBezTo>
                        <a:pt x="117" y="452"/>
                        <a:pt x="115" y="454"/>
                        <a:pt x="113" y="454"/>
                      </a:cubicBezTo>
                      <a:cubicBezTo>
                        <a:pt x="110" y="455"/>
                        <a:pt x="108" y="452"/>
                        <a:pt x="105" y="452"/>
                      </a:cubicBezTo>
                      <a:cubicBezTo>
                        <a:pt x="105" y="452"/>
                        <a:pt x="103" y="453"/>
                        <a:pt x="102" y="453"/>
                      </a:cubicBezTo>
                      <a:cubicBezTo>
                        <a:pt x="101" y="451"/>
                        <a:pt x="102" y="447"/>
                        <a:pt x="102" y="445"/>
                      </a:cubicBezTo>
                      <a:cubicBezTo>
                        <a:pt x="101" y="445"/>
                        <a:pt x="100" y="444"/>
                        <a:pt x="99" y="444"/>
                      </a:cubicBezTo>
                      <a:cubicBezTo>
                        <a:pt x="99" y="444"/>
                        <a:pt x="100" y="442"/>
                        <a:pt x="100" y="441"/>
                      </a:cubicBezTo>
                      <a:cubicBezTo>
                        <a:pt x="100" y="440"/>
                        <a:pt x="99" y="439"/>
                        <a:pt x="99" y="439"/>
                      </a:cubicBezTo>
                      <a:cubicBezTo>
                        <a:pt x="100" y="438"/>
                        <a:pt x="100" y="438"/>
                        <a:pt x="100" y="437"/>
                      </a:cubicBezTo>
                      <a:cubicBezTo>
                        <a:pt x="100" y="436"/>
                        <a:pt x="94" y="429"/>
                        <a:pt x="93" y="428"/>
                      </a:cubicBezTo>
                      <a:cubicBezTo>
                        <a:pt x="92" y="428"/>
                        <a:pt x="92" y="429"/>
                        <a:pt x="91" y="429"/>
                      </a:cubicBezTo>
                      <a:cubicBezTo>
                        <a:pt x="91" y="429"/>
                        <a:pt x="91" y="429"/>
                        <a:pt x="91" y="429"/>
                      </a:cubicBezTo>
                      <a:cubicBezTo>
                        <a:pt x="91" y="434"/>
                        <a:pt x="98" y="438"/>
                        <a:pt x="97" y="443"/>
                      </a:cubicBezTo>
                      <a:cubicBezTo>
                        <a:pt x="96" y="443"/>
                        <a:pt x="94" y="443"/>
                        <a:pt x="93" y="444"/>
                      </a:cubicBezTo>
                      <a:cubicBezTo>
                        <a:pt x="93" y="445"/>
                        <a:pt x="93" y="445"/>
                        <a:pt x="92" y="446"/>
                      </a:cubicBezTo>
                      <a:cubicBezTo>
                        <a:pt x="91" y="447"/>
                        <a:pt x="89" y="447"/>
                        <a:pt x="88" y="448"/>
                      </a:cubicBezTo>
                      <a:cubicBezTo>
                        <a:pt x="87" y="449"/>
                        <a:pt x="87" y="449"/>
                        <a:pt x="87" y="450"/>
                      </a:cubicBezTo>
                      <a:cubicBezTo>
                        <a:pt x="89" y="451"/>
                        <a:pt x="95" y="453"/>
                        <a:pt x="95" y="454"/>
                      </a:cubicBezTo>
                      <a:cubicBezTo>
                        <a:pt x="95" y="454"/>
                        <a:pt x="95" y="454"/>
                        <a:pt x="95" y="454"/>
                      </a:cubicBezTo>
                      <a:cubicBezTo>
                        <a:pt x="96" y="455"/>
                        <a:pt x="97" y="455"/>
                        <a:pt x="98" y="455"/>
                      </a:cubicBezTo>
                      <a:cubicBezTo>
                        <a:pt x="98" y="455"/>
                        <a:pt x="98" y="456"/>
                        <a:pt x="99" y="456"/>
                      </a:cubicBezTo>
                      <a:cubicBezTo>
                        <a:pt x="99" y="456"/>
                        <a:pt x="99" y="456"/>
                        <a:pt x="99" y="456"/>
                      </a:cubicBezTo>
                      <a:cubicBezTo>
                        <a:pt x="99" y="456"/>
                        <a:pt x="99" y="455"/>
                        <a:pt x="100" y="456"/>
                      </a:cubicBezTo>
                      <a:cubicBezTo>
                        <a:pt x="101" y="457"/>
                        <a:pt x="103" y="458"/>
                        <a:pt x="105" y="459"/>
                      </a:cubicBezTo>
                      <a:cubicBezTo>
                        <a:pt x="104" y="460"/>
                        <a:pt x="105" y="460"/>
                        <a:pt x="105" y="461"/>
                      </a:cubicBezTo>
                      <a:cubicBezTo>
                        <a:pt x="111" y="462"/>
                        <a:pt x="111" y="465"/>
                        <a:pt x="115" y="468"/>
                      </a:cubicBezTo>
                      <a:cubicBezTo>
                        <a:pt x="116" y="470"/>
                        <a:pt x="118" y="470"/>
                        <a:pt x="119" y="471"/>
                      </a:cubicBezTo>
                      <a:cubicBezTo>
                        <a:pt x="121" y="473"/>
                        <a:pt x="122" y="475"/>
                        <a:pt x="124" y="477"/>
                      </a:cubicBezTo>
                      <a:cubicBezTo>
                        <a:pt x="123" y="479"/>
                        <a:pt x="124" y="482"/>
                        <a:pt x="122" y="484"/>
                      </a:cubicBezTo>
                      <a:cubicBezTo>
                        <a:pt x="114" y="494"/>
                        <a:pt x="110" y="491"/>
                        <a:pt x="98" y="488"/>
                      </a:cubicBezTo>
                      <a:cubicBezTo>
                        <a:pt x="95" y="487"/>
                        <a:pt x="93" y="486"/>
                        <a:pt x="91" y="485"/>
                      </a:cubicBezTo>
                      <a:cubicBezTo>
                        <a:pt x="90" y="485"/>
                        <a:pt x="87" y="483"/>
                        <a:pt x="85" y="483"/>
                      </a:cubicBezTo>
                      <a:cubicBezTo>
                        <a:pt x="84" y="483"/>
                        <a:pt x="83" y="484"/>
                        <a:pt x="82" y="484"/>
                      </a:cubicBezTo>
                      <a:cubicBezTo>
                        <a:pt x="81" y="483"/>
                        <a:pt x="81" y="483"/>
                        <a:pt x="80" y="483"/>
                      </a:cubicBezTo>
                      <a:cubicBezTo>
                        <a:pt x="80" y="483"/>
                        <a:pt x="79" y="484"/>
                        <a:pt x="79" y="484"/>
                      </a:cubicBezTo>
                      <a:cubicBezTo>
                        <a:pt x="78" y="484"/>
                        <a:pt x="72" y="482"/>
                        <a:pt x="72" y="482"/>
                      </a:cubicBezTo>
                      <a:cubicBezTo>
                        <a:pt x="69" y="481"/>
                        <a:pt x="67" y="478"/>
                        <a:pt x="64" y="477"/>
                      </a:cubicBezTo>
                      <a:cubicBezTo>
                        <a:pt x="64" y="476"/>
                        <a:pt x="64" y="476"/>
                        <a:pt x="64" y="476"/>
                      </a:cubicBezTo>
                      <a:cubicBezTo>
                        <a:pt x="64" y="475"/>
                        <a:pt x="64" y="475"/>
                        <a:pt x="64" y="475"/>
                      </a:cubicBezTo>
                      <a:cubicBezTo>
                        <a:pt x="62" y="474"/>
                        <a:pt x="60" y="470"/>
                        <a:pt x="59" y="468"/>
                      </a:cubicBezTo>
                      <a:cubicBezTo>
                        <a:pt x="59" y="468"/>
                        <a:pt x="59" y="468"/>
                        <a:pt x="58" y="468"/>
                      </a:cubicBezTo>
                      <a:cubicBezTo>
                        <a:pt x="59" y="466"/>
                        <a:pt x="56" y="460"/>
                        <a:pt x="55" y="458"/>
                      </a:cubicBezTo>
                      <a:cubicBezTo>
                        <a:pt x="56" y="457"/>
                        <a:pt x="56" y="457"/>
                        <a:pt x="56" y="456"/>
                      </a:cubicBezTo>
                      <a:cubicBezTo>
                        <a:pt x="55" y="455"/>
                        <a:pt x="55" y="454"/>
                        <a:pt x="54" y="453"/>
                      </a:cubicBezTo>
                      <a:cubicBezTo>
                        <a:pt x="54" y="453"/>
                        <a:pt x="54" y="452"/>
                        <a:pt x="54" y="452"/>
                      </a:cubicBezTo>
                      <a:cubicBezTo>
                        <a:pt x="55" y="453"/>
                        <a:pt x="56" y="453"/>
                        <a:pt x="56" y="452"/>
                      </a:cubicBezTo>
                      <a:cubicBezTo>
                        <a:pt x="57" y="450"/>
                        <a:pt x="60" y="443"/>
                        <a:pt x="58" y="441"/>
                      </a:cubicBezTo>
                      <a:cubicBezTo>
                        <a:pt x="57" y="441"/>
                        <a:pt x="56" y="441"/>
                        <a:pt x="55" y="441"/>
                      </a:cubicBezTo>
                      <a:cubicBezTo>
                        <a:pt x="55" y="441"/>
                        <a:pt x="54" y="441"/>
                        <a:pt x="53" y="440"/>
                      </a:cubicBezTo>
                      <a:cubicBezTo>
                        <a:pt x="50" y="440"/>
                        <a:pt x="47" y="440"/>
                        <a:pt x="44" y="437"/>
                      </a:cubicBezTo>
                      <a:cubicBezTo>
                        <a:pt x="45" y="435"/>
                        <a:pt x="42" y="431"/>
                        <a:pt x="45" y="428"/>
                      </a:cubicBezTo>
                      <a:cubicBezTo>
                        <a:pt x="47" y="426"/>
                        <a:pt x="50" y="427"/>
                        <a:pt x="52" y="427"/>
                      </a:cubicBezTo>
                      <a:cubicBezTo>
                        <a:pt x="53" y="427"/>
                        <a:pt x="53" y="426"/>
                        <a:pt x="53" y="426"/>
                      </a:cubicBezTo>
                      <a:cubicBezTo>
                        <a:pt x="52" y="422"/>
                        <a:pt x="49" y="418"/>
                        <a:pt x="47" y="414"/>
                      </a:cubicBezTo>
                      <a:cubicBezTo>
                        <a:pt x="44" y="409"/>
                        <a:pt x="41" y="403"/>
                        <a:pt x="38" y="397"/>
                      </a:cubicBezTo>
                      <a:cubicBezTo>
                        <a:pt x="37" y="395"/>
                        <a:pt x="36" y="388"/>
                        <a:pt x="33" y="388"/>
                      </a:cubicBezTo>
                      <a:cubicBezTo>
                        <a:pt x="33" y="388"/>
                        <a:pt x="33" y="388"/>
                        <a:pt x="33" y="388"/>
                      </a:cubicBezTo>
                      <a:cubicBezTo>
                        <a:pt x="32" y="392"/>
                        <a:pt x="34" y="395"/>
                        <a:pt x="33" y="398"/>
                      </a:cubicBezTo>
                      <a:cubicBezTo>
                        <a:pt x="33" y="398"/>
                        <a:pt x="33" y="398"/>
                        <a:pt x="33" y="398"/>
                      </a:cubicBezTo>
                      <a:cubicBezTo>
                        <a:pt x="32" y="399"/>
                        <a:pt x="32" y="400"/>
                        <a:pt x="32" y="401"/>
                      </a:cubicBezTo>
                      <a:cubicBezTo>
                        <a:pt x="32" y="401"/>
                        <a:pt x="32" y="401"/>
                        <a:pt x="32" y="401"/>
                      </a:cubicBezTo>
                      <a:cubicBezTo>
                        <a:pt x="32" y="401"/>
                        <a:pt x="32" y="401"/>
                        <a:pt x="32" y="401"/>
                      </a:cubicBezTo>
                      <a:cubicBezTo>
                        <a:pt x="32" y="401"/>
                        <a:pt x="32" y="401"/>
                        <a:pt x="32" y="401"/>
                      </a:cubicBezTo>
                      <a:cubicBezTo>
                        <a:pt x="31" y="403"/>
                        <a:pt x="32" y="405"/>
                        <a:pt x="32" y="406"/>
                      </a:cubicBezTo>
                      <a:cubicBezTo>
                        <a:pt x="31" y="409"/>
                        <a:pt x="29" y="413"/>
                        <a:pt x="28" y="416"/>
                      </a:cubicBezTo>
                      <a:cubicBezTo>
                        <a:pt x="27" y="417"/>
                        <a:pt x="25" y="417"/>
                        <a:pt x="24" y="416"/>
                      </a:cubicBezTo>
                      <a:cubicBezTo>
                        <a:pt x="23" y="415"/>
                        <a:pt x="23" y="414"/>
                        <a:pt x="21" y="413"/>
                      </a:cubicBezTo>
                      <a:cubicBezTo>
                        <a:pt x="20" y="414"/>
                        <a:pt x="18" y="414"/>
                        <a:pt x="16" y="414"/>
                      </a:cubicBezTo>
                      <a:cubicBezTo>
                        <a:pt x="15" y="414"/>
                        <a:pt x="15" y="413"/>
                        <a:pt x="14" y="413"/>
                      </a:cubicBezTo>
                      <a:cubicBezTo>
                        <a:pt x="13" y="413"/>
                        <a:pt x="12" y="413"/>
                        <a:pt x="12" y="413"/>
                      </a:cubicBezTo>
                      <a:cubicBezTo>
                        <a:pt x="10" y="414"/>
                        <a:pt x="9" y="412"/>
                        <a:pt x="8" y="411"/>
                      </a:cubicBezTo>
                      <a:cubicBezTo>
                        <a:pt x="7" y="411"/>
                        <a:pt x="6" y="411"/>
                        <a:pt x="6" y="411"/>
                      </a:cubicBezTo>
                      <a:cubicBezTo>
                        <a:pt x="4" y="409"/>
                        <a:pt x="4" y="406"/>
                        <a:pt x="3" y="404"/>
                      </a:cubicBezTo>
                      <a:cubicBezTo>
                        <a:pt x="2" y="404"/>
                        <a:pt x="1" y="403"/>
                        <a:pt x="1" y="403"/>
                      </a:cubicBezTo>
                      <a:cubicBezTo>
                        <a:pt x="1" y="402"/>
                        <a:pt x="2" y="401"/>
                        <a:pt x="1" y="401"/>
                      </a:cubicBezTo>
                      <a:cubicBezTo>
                        <a:pt x="1" y="400"/>
                        <a:pt x="1" y="400"/>
                        <a:pt x="0" y="400"/>
                      </a:cubicBezTo>
                      <a:cubicBezTo>
                        <a:pt x="1" y="397"/>
                        <a:pt x="1" y="395"/>
                        <a:pt x="1" y="393"/>
                      </a:cubicBezTo>
                      <a:cubicBezTo>
                        <a:pt x="4" y="392"/>
                        <a:pt x="5" y="390"/>
                        <a:pt x="7" y="389"/>
                      </a:cubicBezTo>
                      <a:cubicBezTo>
                        <a:pt x="7" y="389"/>
                        <a:pt x="12" y="387"/>
                        <a:pt x="13" y="387"/>
                      </a:cubicBezTo>
                      <a:cubicBezTo>
                        <a:pt x="15" y="381"/>
                        <a:pt x="16" y="379"/>
                        <a:pt x="16" y="374"/>
                      </a:cubicBezTo>
                      <a:cubicBezTo>
                        <a:pt x="16" y="374"/>
                        <a:pt x="17" y="373"/>
                        <a:pt x="17" y="372"/>
                      </a:cubicBezTo>
                      <a:cubicBezTo>
                        <a:pt x="17" y="371"/>
                        <a:pt x="16" y="370"/>
                        <a:pt x="16" y="369"/>
                      </a:cubicBezTo>
                      <a:cubicBezTo>
                        <a:pt x="16" y="367"/>
                        <a:pt x="17" y="367"/>
                        <a:pt x="17" y="365"/>
                      </a:cubicBezTo>
                      <a:cubicBezTo>
                        <a:pt x="17" y="365"/>
                        <a:pt x="17" y="364"/>
                        <a:pt x="16" y="364"/>
                      </a:cubicBezTo>
                      <a:cubicBezTo>
                        <a:pt x="17" y="363"/>
                        <a:pt x="17" y="363"/>
                        <a:pt x="17" y="362"/>
                      </a:cubicBezTo>
                      <a:cubicBezTo>
                        <a:pt x="17" y="362"/>
                        <a:pt x="17" y="360"/>
                        <a:pt x="17" y="360"/>
                      </a:cubicBezTo>
                      <a:cubicBezTo>
                        <a:pt x="17" y="358"/>
                        <a:pt x="19" y="357"/>
                        <a:pt x="20" y="355"/>
                      </a:cubicBezTo>
                      <a:cubicBezTo>
                        <a:pt x="20" y="353"/>
                        <a:pt x="20" y="350"/>
                        <a:pt x="21" y="348"/>
                      </a:cubicBezTo>
                      <a:cubicBezTo>
                        <a:pt x="21" y="348"/>
                        <a:pt x="21" y="348"/>
                        <a:pt x="22" y="348"/>
                      </a:cubicBezTo>
                      <a:cubicBezTo>
                        <a:pt x="23" y="349"/>
                        <a:pt x="24" y="351"/>
                        <a:pt x="26" y="350"/>
                      </a:cubicBezTo>
                      <a:cubicBezTo>
                        <a:pt x="26" y="350"/>
                        <a:pt x="26" y="349"/>
                        <a:pt x="26" y="348"/>
                      </a:cubicBezTo>
                      <a:cubicBezTo>
                        <a:pt x="26" y="348"/>
                        <a:pt x="29" y="350"/>
                        <a:pt x="30" y="350"/>
                      </a:cubicBezTo>
                      <a:cubicBezTo>
                        <a:pt x="33" y="350"/>
                        <a:pt x="37" y="351"/>
                        <a:pt x="38" y="355"/>
                      </a:cubicBezTo>
                      <a:cubicBezTo>
                        <a:pt x="39" y="358"/>
                        <a:pt x="37" y="360"/>
                        <a:pt x="37" y="363"/>
                      </a:cubicBezTo>
                      <a:cubicBezTo>
                        <a:pt x="37" y="364"/>
                        <a:pt x="37" y="366"/>
                        <a:pt x="37" y="367"/>
                      </a:cubicBezTo>
                      <a:cubicBezTo>
                        <a:pt x="36" y="368"/>
                        <a:pt x="36" y="369"/>
                        <a:pt x="36" y="370"/>
                      </a:cubicBezTo>
                      <a:cubicBezTo>
                        <a:pt x="36" y="375"/>
                        <a:pt x="37" y="379"/>
                        <a:pt x="38" y="384"/>
                      </a:cubicBezTo>
                      <a:cubicBezTo>
                        <a:pt x="38" y="384"/>
                        <a:pt x="39" y="385"/>
                        <a:pt x="39" y="386"/>
                      </a:cubicBezTo>
                      <a:cubicBezTo>
                        <a:pt x="40" y="387"/>
                        <a:pt x="39" y="389"/>
                        <a:pt x="39" y="390"/>
                      </a:cubicBezTo>
                      <a:cubicBezTo>
                        <a:pt x="39" y="391"/>
                        <a:pt x="41" y="391"/>
                        <a:pt x="41" y="392"/>
                      </a:cubicBezTo>
                      <a:cubicBezTo>
                        <a:pt x="41" y="392"/>
                        <a:pt x="41" y="392"/>
                        <a:pt x="41" y="393"/>
                      </a:cubicBezTo>
                      <a:cubicBezTo>
                        <a:pt x="41" y="393"/>
                        <a:pt x="42" y="394"/>
                        <a:pt x="42" y="394"/>
                      </a:cubicBezTo>
                      <a:cubicBezTo>
                        <a:pt x="43" y="397"/>
                        <a:pt x="43" y="399"/>
                        <a:pt x="45" y="401"/>
                      </a:cubicBezTo>
                      <a:cubicBezTo>
                        <a:pt x="44" y="405"/>
                        <a:pt x="47" y="404"/>
                        <a:pt x="47" y="406"/>
                      </a:cubicBezTo>
                      <a:cubicBezTo>
                        <a:pt x="48" y="408"/>
                        <a:pt x="47" y="408"/>
                        <a:pt x="47" y="409"/>
                      </a:cubicBezTo>
                      <a:cubicBezTo>
                        <a:pt x="48" y="409"/>
                        <a:pt x="49" y="409"/>
                        <a:pt x="49" y="410"/>
                      </a:cubicBezTo>
                      <a:cubicBezTo>
                        <a:pt x="48" y="411"/>
                        <a:pt x="48" y="411"/>
                        <a:pt x="49" y="412"/>
                      </a:cubicBezTo>
                      <a:cubicBezTo>
                        <a:pt x="49" y="412"/>
                        <a:pt x="50" y="412"/>
                        <a:pt x="50" y="413"/>
                      </a:cubicBezTo>
                      <a:cubicBezTo>
                        <a:pt x="51" y="414"/>
                        <a:pt x="50" y="415"/>
                        <a:pt x="51" y="416"/>
                      </a:cubicBezTo>
                      <a:cubicBezTo>
                        <a:pt x="52" y="416"/>
                        <a:pt x="52" y="416"/>
                        <a:pt x="52" y="416"/>
                      </a:cubicBezTo>
                      <a:cubicBezTo>
                        <a:pt x="52" y="418"/>
                        <a:pt x="52" y="421"/>
                        <a:pt x="54" y="422"/>
                      </a:cubicBezTo>
                      <a:cubicBezTo>
                        <a:pt x="53" y="423"/>
                        <a:pt x="55" y="426"/>
                        <a:pt x="55" y="427"/>
                      </a:cubicBezTo>
                      <a:cubicBezTo>
                        <a:pt x="59" y="428"/>
                        <a:pt x="63" y="428"/>
                        <a:pt x="66" y="429"/>
                      </a:cubicBezTo>
                      <a:cubicBezTo>
                        <a:pt x="68" y="429"/>
                        <a:pt x="70" y="430"/>
                        <a:pt x="71" y="430"/>
                      </a:cubicBezTo>
                      <a:cubicBezTo>
                        <a:pt x="71" y="430"/>
                        <a:pt x="71" y="430"/>
                        <a:pt x="71" y="430"/>
                      </a:cubicBezTo>
                      <a:cubicBezTo>
                        <a:pt x="72" y="429"/>
                        <a:pt x="72" y="428"/>
                        <a:pt x="72" y="428"/>
                      </a:cubicBezTo>
                      <a:cubicBezTo>
                        <a:pt x="69" y="426"/>
                        <a:pt x="65" y="413"/>
                        <a:pt x="65" y="410"/>
                      </a:cubicBezTo>
                      <a:cubicBezTo>
                        <a:pt x="65" y="408"/>
                        <a:pt x="66" y="405"/>
                        <a:pt x="65" y="404"/>
                      </a:cubicBezTo>
                      <a:cubicBezTo>
                        <a:pt x="63" y="401"/>
                        <a:pt x="60" y="399"/>
                        <a:pt x="57" y="399"/>
                      </a:cubicBezTo>
                      <a:cubicBezTo>
                        <a:pt x="56" y="399"/>
                        <a:pt x="55" y="398"/>
                        <a:pt x="54" y="398"/>
                      </a:cubicBezTo>
                      <a:cubicBezTo>
                        <a:pt x="53" y="398"/>
                        <a:pt x="52" y="399"/>
                        <a:pt x="51" y="397"/>
                      </a:cubicBezTo>
                      <a:cubicBezTo>
                        <a:pt x="54" y="395"/>
                        <a:pt x="52" y="394"/>
                        <a:pt x="52" y="391"/>
                      </a:cubicBezTo>
                      <a:cubicBezTo>
                        <a:pt x="53" y="386"/>
                        <a:pt x="52" y="381"/>
                        <a:pt x="56" y="377"/>
                      </a:cubicBezTo>
                      <a:cubicBezTo>
                        <a:pt x="57" y="377"/>
                        <a:pt x="58" y="377"/>
                        <a:pt x="59" y="375"/>
                      </a:cubicBezTo>
                      <a:cubicBezTo>
                        <a:pt x="60" y="376"/>
                        <a:pt x="60" y="376"/>
                        <a:pt x="62" y="376"/>
                      </a:cubicBezTo>
                      <a:cubicBezTo>
                        <a:pt x="62" y="377"/>
                        <a:pt x="62" y="378"/>
                        <a:pt x="63" y="378"/>
                      </a:cubicBezTo>
                      <a:cubicBezTo>
                        <a:pt x="64" y="378"/>
                        <a:pt x="64" y="378"/>
                        <a:pt x="65" y="378"/>
                      </a:cubicBezTo>
                      <a:cubicBezTo>
                        <a:pt x="65" y="379"/>
                        <a:pt x="65" y="380"/>
                        <a:pt x="65" y="380"/>
                      </a:cubicBezTo>
                      <a:cubicBezTo>
                        <a:pt x="67" y="381"/>
                        <a:pt x="67" y="380"/>
                        <a:pt x="68" y="380"/>
                      </a:cubicBezTo>
                      <a:cubicBezTo>
                        <a:pt x="71" y="374"/>
                        <a:pt x="70" y="367"/>
                        <a:pt x="70" y="362"/>
                      </a:cubicBezTo>
                      <a:cubicBezTo>
                        <a:pt x="69" y="361"/>
                        <a:pt x="66" y="357"/>
                        <a:pt x="65" y="357"/>
                      </a:cubicBezTo>
                      <a:cubicBezTo>
                        <a:pt x="65" y="355"/>
                        <a:pt x="64" y="353"/>
                        <a:pt x="63" y="351"/>
                      </a:cubicBezTo>
                      <a:cubicBezTo>
                        <a:pt x="64" y="350"/>
                        <a:pt x="65" y="350"/>
                        <a:pt x="65" y="349"/>
                      </a:cubicBezTo>
                      <a:cubicBezTo>
                        <a:pt x="67" y="348"/>
                        <a:pt x="67" y="345"/>
                        <a:pt x="69" y="344"/>
                      </a:cubicBezTo>
                      <a:cubicBezTo>
                        <a:pt x="70" y="344"/>
                        <a:pt x="71" y="343"/>
                        <a:pt x="72" y="343"/>
                      </a:cubicBezTo>
                      <a:cubicBezTo>
                        <a:pt x="74" y="344"/>
                        <a:pt x="75" y="344"/>
                        <a:pt x="76" y="344"/>
                      </a:cubicBezTo>
                      <a:cubicBezTo>
                        <a:pt x="78" y="345"/>
                        <a:pt x="82" y="343"/>
                        <a:pt x="84" y="343"/>
                      </a:cubicBezTo>
                      <a:cubicBezTo>
                        <a:pt x="84" y="343"/>
                        <a:pt x="85" y="343"/>
                        <a:pt x="86" y="343"/>
                      </a:cubicBezTo>
                      <a:cubicBezTo>
                        <a:pt x="87" y="344"/>
                        <a:pt x="88" y="344"/>
                        <a:pt x="89" y="344"/>
                      </a:cubicBezTo>
                      <a:cubicBezTo>
                        <a:pt x="90" y="344"/>
                        <a:pt x="91" y="345"/>
                        <a:pt x="92" y="345"/>
                      </a:cubicBezTo>
                      <a:cubicBezTo>
                        <a:pt x="93" y="345"/>
                        <a:pt x="96" y="346"/>
                        <a:pt x="97" y="347"/>
                      </a:cubicBezTo>
                      <a:cubicBezTo>
                        <a:pt x="96" y="348"/>
                        <a:pt x="97" y="348"/>
                        <a:pt x="97" y="348"/>
                      </a:cubicBezTo>
                      <a:cubicBezTo>
                        <a:pt x="97" y="349"/>
                        <a:pt x="97" y="349"/>
                        <a:pt x="98" y="349"/>
                      </a:cubicBezTo>
                      <a:close/>
                      <a:moveTo>
                        <a:pt x="74" y="367"/>
                      </a:moveTo>
                      <a:cubicBezTo>
                        <a:pt x="75" y="369"/>
                        <a:pt x="72" y="379"/>
                        <a:pt x="73" y="382"/>
                      </a:cubicBezTo>
                      <a:cubicBezTo>
                        <a:pt x="74" y="382"/>
                        <a:pt x="74" y="382"/>
                        <a:pt x="75" y="382"/>
                      </a:cubicBezTo>
                      <a:cubicBezTo>
                        <a:pt x="75" y="382"/>
                        <a:pt x="75" y="382"/>
                        <a:pt x="75" y="382"/>
                      </a:cubicBezTo>
                      <a:cubicBezTo>
                        <a:pt x="76" y="379"/>
                        <a:pt x="76" y="369"/>
                        <a:pt x="76" y="367"/>
                      </a:cubicBezTo>
                      <a:cubicBezTo>
                        <a:pt x="76" y="367"/>
                        <a:pt x="76" y="366"/>
                        <a:pt x="76" y="366"/>
                      </a:cubicBezTo>
                      <a:cubicBezTo>
                        <a:pt x="75" y="366"/>
                        <a:pt x="75" y="366"/>
                        <a:pt x="74" y="366"/>
                      </a:cubicBezTo>
                      <a:cubicBezTo>
                        <a:pt x="74" y="367"/>
                        <a:pt x="74" y="367"/>
                        <a:pt x="74" y="367"/>
                      </a:cubicBezTo>
                      <a:close/>
                      <a:moveTo>
                        <a:pt x="77" y="362"/>
                      </a:moveTo>
                      <a:cubicBezTo>
                        <a:pt x="77" y="362"/>
                        <a:pt x="77" y="363"/>
                        <a:pt x="77" y="364"/>
                      </a:cubicBezTo>
                      <a:cubicBezTo>
                        <a:pt x="77" y="368"/>
                        <a:pt x="77" y="372"/>
                        <a:pt x="77" y="376"/>
                      </a:cubicBezTo>
                      <a:cubicBezTo>
                        <a:pt x="77" y="379"/>
                        <a:pt x="76" y="382"/>
                        <a:pt x="76" y="384"/>
                      </a:cubicBezTo>
                      <a:cubicBezTo>
                        <a:pt x="78" y="385"/>
                        <a:pt x="78" y="387"/>
                        <a:pt x="79" y="388"/>
                      </a:cubicBezTo>
                      <a:cubicBezTo>
                        <a:pt x="80" y="388"/>
                        <a:pt x="82" y="389"/>
                        <a:pt x="83" y="389"/>
                      </a:cubicBezTo>
                      <a:cubicBezTo>
                        <a:pt x="84" y="390"/>
                        <a:pt x="85" y="390"/>
                        <a:pt x="86" y="391"/>
                      </a:cubicBezTo>
                      <a:cubicBezTo>
                        <a:pt x="86" y="391"/>
                        <a:pt x="86" y="390"/>
                        <a:pt x="87" y="391"/>
                      </a:cubicBezTo>
                      <a:cubicBezTo>
                        <a:pt x="87" y="391"/>
                        <a:pt x="87" y="391"/>
                        <a:pt x="87" y="392"/>
                      </a:cubicBezTo>
                      <a:cubicBezTo>
                        <a:pt x="88" y="393"/>
                        <a:pt x="92" y="394"/>
                        <a:pt x="93" y="395"/>
                      </a:cubicBezTo>
                      <a:cubicBezTo>
                        <a:pt x="95" y="397"/>
                        <a:pt x="99" y="402"/>
                        <a:pt x="101" y="403"/>
                      </a:cubicBezTo>
                      <a:cubicBezTo>
                        <a:pt x="105" y="402"/>
                        <a:pt x="101" y="393"/>
                        <a:pt x="100" y="392"/>
                      </a:cubicBezTo>
                      <a:cubicBezTo>
                        <a:pt x="97" y="386"/>
                        <a:pt x="93" y="381"/>
                        <a:pt x="90" y="375"/>
                      </a:cubicBezTo>
                      <a:cubicBezTo>
                        <a:pt x="87" y="370"/>
                        <a:pt x="87" y="364"/>
                        <a:pt x="84" y="359"/>
                      </a:cubicBezTo>
                      <a:cubicBezTo>
                        <a:pt x="82" y="358"/>
                        <a:pt x="78" y="359"/>
                        <a:pt x="77" y="362"/>
                      </a:cubicBezTo>
                      <a:close/>
                      <a:moveTo>
                        <a:pt x="67" y="466"/>
                      </a:moveTo>
                      <a:cubicBezTo>
                        <a:pt x="67" y="466"/>
                        <a:pt x="67" y="466"/>
                        <a:pt x="67" y="466"/>
                      </a:cubicBezTo>
                      <a:cubicBezTo>
                        <a:pt x="69" y="467"/>
                        <a:pt x="72" y="466"/>
                        <a:pt x="74" y="465"/>
                      </a:cubicBezTo>
                      <a:cubicBezTo>
                        <a:pt x="74" y="465"/>
                        <a:pt x="74" y="464"/>
                        <a:pt x="74" y="464"/>
                      </a:cubicBezTo>
                      <a:cubicBezTo>
                        <a:pt x="73" y="464"/>
                        <a:pt x="73" y="464"/>
                        <a:pt x="72" y="463"/>
                      </a:cubicBezTo>
                      <a:cubicBezTo>
                        <a:pt x="71" y="464"/>
                        <a:pt x="69" y="464"/>
                        <a:pt x="67" y="464"/>
                      </a:cubicBezTo>
                      <a:cubicBezTo>
                        <a:pt x="67" y="465"/>
                        <a:pt x="67" y="465"/>
                        <a:pt x="67" y="466"/>
                      </a:cubicBezTo>
                      <a:close/>
                      <a:moveTo>
                        <a:pt x="100" y="428"/>
                      </a:moveTo>
                      <a:cubicBezTo>
                        <a:pt x="101" y="429"/>
                        <a:pt x="101" y="430"/>
                        <a:pt x="102" y="431"/>
                      </a:cubicBezTo>
                      <a:cubicBezTo>
                        <a:pt x="101" y="432"/>
                        <a:pt x="101" y="433"/>
                        <a:pt x="101" y="434"/>
                      </a:cubicBezTo>
                      <a:cubicBezTo>
                        <a:pt x="101" y="434"/>
                        <a:pt x="101" y="434"/>
                        <a:pt x="101" y="434"/>
                      </a:cubicBezTo>
                      <a:cubicBezTo>
                        <a:pt x="103" y="435"/>
                        <a:pt x="103" y="435"/>
                        <a:pt x="104" y="435"/>
                      </a:cubicBezTo>
                      <a:cubicBezTo>
                        <a:pt x="105" y="434"/>
                        <a:pt x="105" y="434"/>
                        <a:pt x="104" y="433"/>
                      </a:cubicBezTo>
                      <a:cubicBezTo>
                        <a:pt x="103" y="432"/>
                        <a:pt x="104" y="431"/>
                        <a:pt x="102" y="431"/>
                      </a:cubicBezTo>
                      <a:cubicBezTo>
                        <a:pt x="103" y="430"/>
                        <a:pt x="103" y="428"/>
                        <a:pt x="103" y="427"/>
                      </a:cubicBezTo>
                      <a:cubicBezTo>
                        <a:pt x="102" y="427"/>
                        <a:pt x="102" y="427"/>
                        <a:pt x="101" y="427"/>
                      </a:cubicBezTo>
                      <a:cubicBezTo>
                        <a:pt x="101" y="427"/>
                        <a:pt x="100" y="428"/>
                        <a:pt x="100" y="428"/>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39" name="Freeform 9"/>
                <p:cNvSpPr>
                  <a:spLocks noEditPoints="1"/>
                </p:cNvSpPr>
                <p:nvPr/>
              </p:nvSpPr>
              <p:spPr bwMode="auto">
                <a:xfrm>
                  <a:off x="3190875" y="3495674"/>
                  <a:ext cx="2563813" cy="1225550"/>
                </a:xfrm>
                <a:custGeom>
                  <a:avLst/>
                  <a:gdLst>
                    <a:gd name="T0" fmla="*/ 19 w 1190"/>
                    <a:gd name="T1" fmla="*/ 40 h 567"/>
                    <a:gd name="T2" fmla="*/ 59 w 1190"/>
                    <a:gd name="T3" fmla="*/ 9 h 567"/>
                    <a:gd name="T4" fmla="*/ 51 w 1190"/>
                    <a:gd name="T5" fmla="*/ 11 h 567"/>
                    <a:gd name="T6" fmla="*/ 4 w 1190"/>
                    <a:gd name="T7" fmla="*/ 39 h 567"/>
                    <a:gd name="T8" fmla="*/ 70 w 1190"/>
                    <a:gd name="T9" fmla="*/ 97 h 567"/>
                    <a:gd name="T10" fmla="*/ 35 w 1190"/>
                    <a:gd name="T11" fmla="*/ 59 h 567"/>
                    <a:gd name="T12" fmla="*/ 65 w 1190"/>
                    <a:gd name="T13" fmla="*/ 83 h 567"/>
                    <a:gd name="T14" fmla="*/ 29 w 1190"/>
                    <a:gd name="T15" fmla="*/ 159 h 567"/>
                    <a:gd name="T16" fmla="*/ 34 w 1190"/>
                    <a:gd name="T17" fmla="*/ 147 h 567"/>
                    <a:gd name="T18" fmla="*/ 97 w 1190"/>
                    <a:gd name="T19" fmla="*/ 170 h 567"/>
                    <a:gd name="T20" fmla="*/ 125 w 1190"/>
                    <a:gd name="T21" fmla="*/ 228 h 567"/>
                    <a:gd name="T22" fmla="*/ 98 w 1190"/>
                    <a:gd name="T23" fmla="*/ 244 h 567"/>
                    <a:gd name="T24" fmla="*/ 129 w 1190"/>
                    <a:gd name="T25" fmla="*/ 310 h 567"/>
                    <a:gd name="T26" fmla="*/ 138 w 1190"/>
                    <a:gd name="T27" fmla="*/ 351 h 567"/>
                    <a:gd name="T28" fmla="*/ 201 w 1190"/>
                    <a:gd name="T29" fmla="*/ 333 h 567"/>
                    <a:gd name="T30" fmla="*/ 168 w 1190"/>
                    <a:gd name="T31" fmla="*/ 375 h 567"/>
                    <a:gd name="T32" fmla="*/ 223 w 1190"/>
                    <a:gd name="T33" fmla="*/ 427 h 567"/>
                    <a:gd name="T34" fmla="*/ 228 w 1190"/>
                    <a:gd name="T35" fmla="*/ 391 h 567"/>
                    <a:gd name="T36" fmla="*/ 257 w 1190"/>
                    <a:gd name="T37" fmla="*/ 409 h 567"/>
                    <a:gd name="T38" fmla="*/ 251 w 1190"/>
                    <a:gd name="T39" fmla="*/ 426 h 567"/>
                    <a:gd name="T40" fmla="*/ 264 w 1190"/>
                    <a:gd name="T41" fmla="*/ 465 h 567"/>
                    <a:gd name="T42" fmla="*/ 264 w 1190"/>
                    <a:gd name="T43" fmla="*/ 465 h 567"/>
                    <a:gd name="T44" fmla="*/ 383 w 1190"/>
                    <a:gd name="T45" fmla="*/ 496 h 567"/>
                    <a:gd name="T46" fmla="*/ 385 w 1190"/>
                    <a:gd name="T47" fmla="*/ 483 h 567"/>
                    <a:gd name="T48" fmla="*/ 451 w 1190"/>
                    <a:gd name="T49" fmla="*/ 488 h 567"/>
                    <a:gd name="T50" fmla="*/ 436 w 1190"/>
                    <a:gd name="T51" fmla="*/ 538 h 567"/>
                    <a:gd name="T52" fmla="*/ 504 w 1190"/>
                    <a:gd name="T53" fmla="*/ 506 h 567"/>
                    <a:gd name="T54" fmla="*/ 557 w 1190"/>
                    <a:gd name="T55" fmla="*/ 512 h 567"/>
                    <a:gd name="T56" fmla="*/ 543 w 1190"/>
                    <a:gd name="T57" fmla="*/ 551 h 567"/>
                    <a:gd name="T58" fmla="*/ 519 w 1190"/>
                    <a:gd name="T59" fmla="*/ 528 h 567"/>
                    <a:gd name="T60" fmla="*/ 519 w 1190"/>
                    <a:gd name="T61" fmla="*/ 528 h 567"/>
                    <a:gd name="T62" fmla="*/ 614 w 1190"/>
                    <a:gd name="T63" fmla="*/ 563 h 567"/>
                    <a:gd name="T64" fmla="*/ 614 w 1190"/>
                    <a:gd name="T65" fmla="*/ 554 h 567"/>
                    <a:gd name="T66" fmla="*/ 638 w 1190"/>
                    <a:gd name="T67" fmla="*/ 505 h 567"/>
                    <a:gd name="T68" fmla="*/ 728 w 1190"/>
                    <a:gd name="T69" fmla="*/ 491 h 567"/>
                    <a:gd name="T70" fmla="*/ 740 w 1190"/>
                    <a:gd name="T71" fmla="*/ 541 h 567"/>
                    <a:gd name="T72" fmla="*/ 781 w 1190"/>
                    <a:gd name="T73" fmla="*/ 538 h 567"/>
                    <a:gd name="T74" fmla="*/ 770 w 1190"/>
                    <a:gd name="T75" fmla="*/ 532 h 567"/>
                    <a:gd name="T76" fmla="*/ 837 w 1190"/>
                    <a:gd name="T77" fmla="*/ 495 h 567"/>
                    <a:gd name="T78" fmla="*/ 850 w 1190"/>
                    <a:gd name="T79" fmla="*/ 509 h 567"/>
                    <a:gd name="T80" fmla="*/ 955 w 1190"/>
                    <a:gd name="T81" fmla="*/ 432 h 567"/>
                    <a:gd name="T82" fmla="*/ 917 w 1190"/>
                    <a:gd name="T83" fmla="*/ 442 h 567"/>
                    <a:gd name="T84" fmla="*/ 938 w 1190"/>
                    <a:gd name="T85" fmla="*/ 384 h 567"/>
                    <a:gd name="T86" fmla="*/ 984 w 1190"/>
                    <a:gd name="T87" fmla="*/ 422 h 567"/>
                    <a:gd name="T88" fmla="*/ 998 w 1190"/>
                    <a:gd name="T89" fmla="*/ 326 h 567"/>
                    <a:gd name="T90" fmla="*/ 1058 w 1190"/>
                    <a:gd name="T91" fmla="*/ 346 h 567"/>
                    <a:gd name="T92" fmla="*/ 1085 w 1190"/>
                    <a:gd name="T93" fmla="*/ 261 h 567"/>
                    <a:gd name="T94" fmla="*/ 1077 w 1190"/>
                    <a:gd name="T95" fmla="*/ 208 h 567"/>
                    <a:gd name="T96" fmla="*/ 1142 w 1190"/>
                    <a:gd name="T97" fmla="*/ 211 h 567"/>
                    <a:gd name="T98" fmla="*/ 1122 w 1190"/>
                    <a:gd name="T99" fmla="*/ 251 h 567"/>
                    <a:gd name="T100" fmla="*/ 1083 w 1190"/>
                    <a:gd name="T101" fmla="*/ 211 h 567"/>
                    <a:gd name="T102" fmla="*/ 1152 w 1190"/>
                    <a:gd name="T103" fmla="*/ 166 h 567"/>
                    <a:gd name="T104" fmla="*/ 1107 w 1190"/>
                    <a:gd name="T105" fmla="*/ 182 h 567"/>
                    <a:gd name="T106" fmla="*/ 1112 w 1190"/>
                    <a:gd name="T107" fmla="*/ 150 h 567"/>
                    <a:gd name="T108" fmla="*/ 1148 w 1190"/>
                    <a:gd name="T109" fmla="*/ 150 h 567"/>
                    <a:gd name="T110" fmla="*/ 1111 w 1190"/>
                    <a:gd name="T111" fmla="*/ 123 h 567"/>
                    <a:gd name="T112" fmla="*/ 1127 w 1190"/>
                    <a:gd name="T113" fmla="*/ 57 h 567"/>
                    <a:gd name="T114" fmla="*/ 1129 w 1190"/>
                    <a:gd name="T115" fmla="*/ 45 h 567"/>
                    <a:gd name="T116" fmla="*/ 1189 w 1190"/>
                    <a:gd name="T117" fmla="*/ 3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0" h="567">
                      <a:moveTo>
                        <a:pt x="19" y="1"/>
                      </a:moveTo>
                      <a:cubicBezTo>
                        <a:pt x="20" y="8"/>
                        <a:pt x="20" y="8"/>
                        <a:pt x="20" y="8"/>
                      </a:cubicBezTo>
                      <a:cubicBezTo>
                        <a:pt x="17" y="9"/>
                        <a:pt x="15" y="10"/>
                        <a:pt x="13" y="11"/>
                      </a:cubicBezTo>
                      <a:cubicBezTo>
                        <a:pt x="11" y="13"/>
                        <a:pt x="10" y="15"/>
                        <a:pt x="9" y="18"/>
                      </a:cubicBezTo>
                      <a:cubicBezTo>
                        <a:pt x="8" y="20"/>
                        <a:pt x="8" y="23"/>
                        <a:pt x="8" y="27"/>
                      </a:cubicBezTo>
                      <a:cubicBezTo>
                        <a:pt x="8" y="30"/>
                        <a:pt x="9" y="32"/>
                        <a:pt x="10" y="35"/>
                      </a:cubicBezTo>
                      <a:cubicBezTo>
                        <a:pt x="11" y="37"/>
                        <a:pt x="13" y="38"/>
                        <a:pt x="14" y="39"/>
                      </a:cubicBezTo>
                      <a:cubicBezTo>
                        <a:pt x="16" y="40"/>
                        <a:pt x="18" y="41"/>
                        <a:pt x="19" y="40"/>
                      </a:cubicBezTo>
                      <a:cubicBezTo>
                        <a:pt x="21" y="40"/>
                        <a:pt x="23" y="40"/>
                        <a:pt x="24" y="38"/>
                      </a:cubicBezTo>
                      <a:cubicBezTo>
                        <a:pt x="25" y="37"/>
                        <a:pt x="26" y="35"/>
                        <a:pt x="27" y="33"/>
                      </a:cubicBezTo>
                      <a:cubicBezTo>
                        <a:pt x="27" y="31"/>
                        <a:pt x="28" y="27"/>
                        <a:pt x="29" y="22"/>
                      </a:cubicBezTo>
                      <a:cubicBezTo>
                        <a:pt x="30" y="16"/>
                        <a:pt x="31" y="13"/>
                        <a:pt x="31" y="10"/>
                      </a:cubicBezTo>
                      <a:cubicBezTo>
                        <a:pt x="33" y="7"/>
                        <a:pt x="34" y="5"/>
                        <a:pt x="36" y="3"/>
                      </a:cubicBezTo>
                      <a:cubicBezTo>
                        <a:pt x="38" y="2"/>
                        <a:pt x="41" y="1"/>
                        <a:pt x="43" y="1"/>
                      </a:cubicBezTo>
                      <a:cubicBezTo>
                        <a:pt x="46" y="0"/>
                        <a:pt x="49" y="1"/>
                        <a:pt x="52" y="2"/>
                      </a:cubicBezTo>
                      <a:cubicBezTo>
                        <a:pt x="55" y="4"/>
                        <a:pt x="57" y="6"/>
                        <a:pt x="59" y="9"/>
                      </a:cubicBezTo>
                      <a:cubicBezTo>
                        <a:pt x="60" y="12"/>
                        <a:pt x="61" y="16"/>
                        <a:pt x="62" y="20"/>
                      </a:cubicBezTo>
                      <a:cubicBezTo>
                        <a:pt x="62" y="24"/>
                        <a:pt x="62" y="28"/>
                        <a:pt x="61" y="32"/>
                      </a:cubicBezTo>
                      <a:cubicBezTo>
                        <a:pt x="60" y="35"/>
                        <a:pt x="58" y="38"/>
                        <a:pt x="55" y="40"/>
                      </a:cubicBezTo>
                      <a:cubicBezTo>
                        <a:pt x="53" y="42"/>
                        <a:pt x="50" y="43"/>
                        <a:pt x="46" y="44"/>
                      </a:cubicBezTo>
                      <a:cubicBezTo>
                        <a:pt x="45" y="36"/>
                        <a:pt x="45" y="36"/>
                        <a:pt x="45" y="36"/>
                      </a:cubicBezTo>
                      <a:cubicBezTo>
                        <a:pt x="49" y="35"/>
                        <a:pt x="51" y="34"/>
                        <a:pt x="53" y="31"/>
                      </a:cubicBezTo>
                      <a:cubicBezTo>
                        <a:pt x="55" y="29"/>
                        <a:pt x="55" y="25"/>
                        <a:pt x="55" y="21"/>
                      </a:cubicBezTo>
                      <a:cubicBezTo>
                        <a:pt x="54" y="16"/>
                        <a:pt x="53" y="13"/>
                        <a:pt x="51" y="11"/>
                      </a:cubicBezTo>
                      <a:cubicBezTo>
                        <a:pt x="49" y="9"/>
                        <a:pt x="47" y="8"/>
                        <a:pt x="45" y="8"/>
                      </a:cubicBezTo>
                      <a:cubicBezTo>
                        <a:pt x="43" y="8"/>
                        <a:pt x="41" y="9"/>
                        <a:pt x="40" y="11"/>
                      </a:cubicBezTo>
                      <a:cubicBezTo>
                        <a:pt x="38" y="13"/>
                        <a:pt x="37" y="17"/>
                        <a:pt x="37" y="23"/>
                      </a:cubicBezTo>
                      <a:cubicBezTo>
                        <a:pt x="36" y="30"/>
                        <a:pt x="35" y="34"/>
                        <a:pt x="34" y="36"/>
                      </a:cubicBezTo>
                      <a:cubicBezTo>
                        <a:pt x="33" y="40"/>
                        <a:pt x="31" y="43"/>
                        <a:pt x="29" y="45"/>
                      </a:cubicBezTo>
                      <a:cubicBezTo>
                        <a:pt x="27" y="46"/>
                        <a:pt x="24" y="48"/>
                        <a:pt x="21" y="48"/>
                      </a:cubicBezTo>
                      <a:cubicBezTo>
                        <a:pt x="18" y="48"/>
                        <a:pt x="15" y="48"/>
                        <a:pt x="12" y="46"/>
                      </a:cubicBezTo>
                      <a:cubicBezTo>
                        <a:pt x="9" y="45"/>
                        <a:pt x="6" y="42"/>
                        <a:pt x="4" y="39"/>
                      </a:cubicBezTo>
                      <a:cubicBezTo>
                        <a:pt x="3" y="36"/>
                        <a:pt x="1" y="32"/>
                        <a:pt x="1" y="28"/>
                      </a:cubicBezTo>
                      <a:cubicBezTo>
                        <a:pt x="0" y="22"/>
                        <a:pt x="1" y="18"/>
                        <a:pt x="2" y="14"/>
                      </a:cubicBezTo>
                      <a:cubicBezTo>
                        <a:pt x="3" y="10"/>
                        <a:pt x="5" y="7"/>
                        <a:pt x="8" y="5"/>
                      </a:cubicBezTo>
                      <a:cubicBezTo>
                        <a:pt x="11" y="3"/>
                        <a:pt x="15" y="1"/>
                        <a:pt x="19" y="1"/>
                      </a:cubicBezTo>
                      <a:close/>
                      <a:moveTo>
                        <a:pt x="35" y="59"/>
                      </a:moveTo>
                      <a:cubicBezTo>
                        <a:pt x="45" y="58"/>
                        <a:pt x="53" y="59"/>
                        <a:pt x="59" y="63"/>
                      </a:cubicBezTo>
                      <a:cubicBezTo>
                        <a:pt x="66" y="67"/>
                        <a:pt x="70" y="73"/>
                        <a:pt x="71" y="81"/>
                      </a:cubicBezTo>
                      <a:cubicBezTo>
                        <a:pt x="72" y="87"/>
                        <a:pt x="72" y="92"/>
                        <a:pt x="70" y="97"/>
                      </a:cubicBezTo>
                      <a:cubicBezTo>
                        <a:pt x="68" y="102"/>
                        <a:pt x="65" y="105"/>
                        <a:pt x="61" y="109"/>
                      </a:cubicBezTo>
                      <a:cubicBezTo>
                        <a:pt x="57" y="112"/>
                        <a:pt x="52" y="114"/>
                        <a:pt x="46" y="115"/>
                      </a:cubicBezTo>
                      <a:cubicBezTo>
                        <a:pt x="40" y="116"/>
                        <a:pt x="35" y="116"/>
                        <a:pt x="30" y="114"/>
                      </a:cubicBezTo>
                      <a:cubicBezTo>
                        <a:pt x="25" y="113"/>
                        <a:pt x="21" y="110"/>
                        <a:pt x="17" y="106"/>
                      </a:cubicBezTo>
                      <a:cubicBezTo>
                        <a:pt x="14" y="102"/>
                        <a:pt x="12" y="98"/>
                        <a:pt x="11" y="93"/>
                      </a:cubicBezTo>
                      <a:cubicBezTo>
                        <a:pt x="10" y="87"/>
                        <a:pt x="11" y="82"/>
                        <a:pt x="12" y="77"/>
                      </a:cubicBezTo>
                      <a:cubicBezTo>
                        <a:pt x="14" y="72"/>
                        <a:pt x="17" y="68"/>
                        <a:pt x="21" y="65"/>
                      </a:cubicBezTo>
                      <a:cubicBezTo>
                        <a:pt x="26" y="62"/>
                        <a:pt x="30" y="60"/>
                        <a:pt x="35" y="59"/>
                      </a:cubicBezTo>
                      <a:close/>
                      <a:moveTo>
                        <a:pt x="37" y="67"/>
                      </a:moveTo>
                      <a:cubicBezTo>
                        <a:pt x="30" y="69"/>
                        <a:pt x="25" y="72"/>
                        <a:pt x="21" y="76"/>
                      </a:cubicBezTo>
                      <a:cubicBezTo>
                        <a:pt x="18" y="81"/>
                        <a:pt x="17" y="86"/>
                        <a:pt x="18" y="91"/>
                      </a:cubicBezTo>
                      <a:cubicBezTo>
                        <a:pt x="19" y="97"/>
                        <a:pt x="22" y="102"/>
                        <a:pt x="27" y="105"/>
                      </a:cubicBezTo>
                      <a:cubicBezTo>
                        <a:pt x="31" y="107"/>
                        <a:pt x="37" y="108"/>
                        <a:pt x="45" y="107"/>
                      </a:cubicBezTo>
                      <a:cubicBezTo>
                        <a:pt x="50" y="106"/>
                        <a:pt x="54" y="104"/>
                        <a:pt x="57" y="102"/>
                      </a:cubicBezTo>
                      <a:cubicBezTo>
                        <a:pt x="60" y="100"/>
                        <a:pt x="62" y="97"/>
                        <a:pt x="64" y="94"/>
                      </a:cubicBezTo>
                      <a:cubicBezTo>
                        <a:pt x="65" y="90"/>
                        <a:pt x="65" y="87"/>
                        <a:pt x="65" y="83"/>
                      </a:cubicBezTo>
                      <a:cubicBezTo>
                        <a:pt x="64" y="77"/>
                        <a:pt x="61" y="73"/>
                        <a:pt x="57" y="70"/>
                      </a:cubicBezTo>
                      <a:cubicBezTo>
                        <a:pt x="52" y="66"/>
                        <a:pt x="45" y="66"/>
                        <a:pt x="37" y="67"/>
                      </a:cubicBezTo>
                      <a:close/>
                      <a:moveTo>
                        <a:pt x="91" y="153"/>
                      </a:moveTo>
                      <a:cubicBezTo>
                        <a:pt x="93" y="160"/>
                        <a:pt x="93" y="160"/>
                        <a:pt x="93" y="160"/>
                      </a:cubicBezTo>
                      <a:cubicBezTo>
                        <a:pt x="61" y="172"/>
                        <a:pt x="61" y="172"/>
                        <a:pt x="61" y="172"/>
                      </a:cubicBezTo>
                      <a:cubicBezTo>
                        <a:pt x="56" y="174"/>
                        <a:pt x="51" y="175"/>
                        <a:pt x="47" y="174"/>
                      </a:cubicBezTo>
                      <a:cubicBezTo>
                        <a:pt x="43" y="174"/>
                        <a:pt x="40" y="173"/>
                        <a:pt x="37" y="170"/>
                      </a:cubicBezTo>
                      <a:cubicBezTo>
                        <a:pt x="33" y="168"/>
                        <a:pt x="31" y="164"/>
                        <a:pt x="29" y="159"/>
                      </a:cubicBezTo>
                      <a:cubicBezTo>
                        <a:pt x="27" y="153"/>
                        <a:pt x="26" y="149"/>
                        <a:pt x="27" y="145"/>
                      </a:cubicBezTo>
                      <a:cubicBezTo>
                        <a:pt x="28" y="141"/>
                        <a:pt x="30" y="137"/>
                        <a:pt x="32" y="135"/>
                      </a:cubicBezTo>
                      <a:cubicBezTo>
                        <a:pt x="35" y="132"/>
                        <a:pt x="40" y="130"/>
                        <a:pt x="46" y="128"/>
                      </a:cubicBezTo>
                      <a:cubicBezTo>
                        <a:pt x="78" y="116"/>
                        <a:pt x="78" y="116"/>
                        <a:pt x="78" y="116"/>
                      </a:cubicBezTo>
                      <a:cubicBezTo>
                        <a:pt x="80" y="124"/>
                        <a:pt x="80" y="124"/>
                        <a:pt x="80" y="124"/>
                      </a:cubicBezTo>
                      <a:cubicBezTo>
                        <a:pt x="48" y="135"/>
                        <a:pt x="48" y="135"/>
                        <a:pt x="48" y="135"/>
                      </a:cubicBezTo>
                      <a:cubicBezTo>
                        <a:pt x="43" y="137"/>
                        <a:pt x="40" y="139"/>
                        <a:pt x="38" y="140"/>
                      </a:cubicBezTo>
                      <a:cubicBezTo>
                        <a:pt x="36" y="142"/>
                        <a:pt x="35" y="144"/>
                        <a:pt x="34" y="147"/>
                      </a:cubicBezTo>
                      <a:cubicBezTo>
                        <a:pt x="34" y="149"/>
                        <a:pt x="34" y="152"/>
                        <a:pt x="35" y="155"/>
                      </a:cubicBezTo>
                      <a:cubicBezTo>
                        <a:pt x="37" y="161"/>
                        <a:pt x="40" y="164"/>
                        <a:pt x="43" y="166"/>
                      </a:cubicBezTo>
                      <a:cubicBezTo>
                        <a:pt x="46" y="167"/>
                        <a:pt x="52" y="167"/>
                        <a:pt x="59" y="164"/>
                      </a:cubicBezTo>
                      <a:cubicBezTo>
                        <a:pt x="91" y="153"/>
                        <a:pt x="91" y="153"/>
                        <a:pt x="91" y="153"/>
                      </a:cubicBezTo>
                      <a:close/>
                      <a:moveTo>
                        <a:pt x="51" y="212"/>
                      </a:moveTo>
                      <a:cubicBezTo>
                        <a:pt x="99" y="191"/>
                        <a:pt x="99" y="191"/>
                        <a:pt x="99" y="191"/>
                      </a:cubicBezTo>
                      <a:cubicBezTo>
                        <a:pt x="91" y="173"/>
                        <a:pt x="91" y="173"/>
                        <a:pt x="91" y="173"/>
                      </a:cubicBezTo>
                      <a:cubicBezTo>
                        <a:pt x="97" y="170"/>
                        <a:pt x="97" y="170"/>
                        <a:pt x="97" y="170"/>
                      </a:cubicBezTo>
                      <a:cubicBezTo>
                        <a:pt x="116" y="213"/>
                        <a:pt x="116" y="213"/>
                        <a:pt x="116" y="213"/>
                      </a:cubicBezTo>
                      <a:cubicBezTo>
                        <a:pt x="110" y="216"/>
                        <a:pt x="110" y="216"/>
                        <a:pt x="110" y="216"/>
                      </a:cubicBezTo>
                      <a:cubicBezTo>
                        <a:pt x="102" y="198"/>
                        <a:pt x="102" y="198"/>
                        <a:pt x="102" y="198"/>
                      </a:cubicBezTo>
                      <a:cubicBezTo>
                        <a:pt x="54" y="220"/>
                        <a:pt x="54" y="220"/>
                        <a:pt x="54" y="220"/>
                      </a:cubicBezTo>
                      <a:cubicBezTo>
                        <a:pt x="51" y="212"/>
                        <a:pt x="51" y="212"/>
                        <a:pt x="51" y="212"/>
                      </a:cubicBezTo>
                      <a:close/>
                      <a:moveTo>
                        <a:pt x="70" y="251"/>
                      </a:moveTo>
                      <a:cubicBezTo>
                        <a:pt x="121" y="221"/>
                        <a:pt x="121" y="221"/>
                        <a:pt x="121" y="221"/>
                      </a:cubicBezTo>
                      <a:cubicBezTo>
                        <a:pt x="125" y="228"/>
                        <a:pt x="125" y="228"/>
                        <a:pt x="125" y="228"/>
                      </a:cubicBezTo>
                      <a:cubicBezTo>
                        <a:pt x="104" y="240"/>
                        <a:pt x="104" y="240"/>
                        <a:pt x="104" y="240"/>
                      </a:cubicBezTo>
                      <a:cubicBezTo>
                        <a:pt x="120" y="267"/>
                        <a:pt x="120" y="267"/>
                        <a:pt x="120" y="267"/>
                      </a:cubicBezTo>
                      <a:cubicBezTo>
                        <a:pt x="141" y="254"/>
                        <a:pt x="141" y="254"/>
                        <a:pt x="141" y="254"/>
                      </a:cubicBezTo>
                      <a:cubicBezTo>
                        <a:pt x="145" y="261"/>
                        <a:pt x="145" y="261"/>
                        <a:pt x="145" y="261"/>
                      </a:cubicBezTo>
                      <a:cubicBezTo>
                        <a:pt x="94" y="291"/>
                        <a:pt x="94" y="291"/>
                        <a:pt x="94" y="291"/>
                      </a:cubicBezTo>
                      <a:cubicBezTo>
                        <a:pt x="90" y="284"/>
                        <a:pt x="90" y="284"/>
                        <a:pt x="90" y="284"/>
                      </a:cubicBezTo>
                      <a:cubicBezTo>
                        <a:pt x="114" y="270"/>
                        <a:pt x="114" y="270"/>
                        <a:pt x="114" y="270"/>
                      </a:cubicBezTo>
                      <a:cubicBezTo>
                        <a:pt x="98" y="244"/>
                        <a:pt x="98" y="244"/>
                        <a:pt x="98" y="244"/>
                      </a:cubicBezTo>
                      <a:cubicBezTo>
                        <a:pt x="74" y="258"/>
                        <a:pt x="74" y="258"/>
                        <a:pt x="74" y="258"/>
                      </a:cubicBezTo>
                      <a:cubicBezTo>
                        <a:pt x="70" y="251"/>
                        <a:pt x="70" y="251"/>
                        <a:pt x="70" y="251"/>
                      </a:cubicBezTo>
                      <a:close/>
                      <a:moveTo>
                        <a:pt x="110" y="317"/>
                      </a:moveTo>
                      <a:cubicBezTo>
                        <a:pt x="147" y="268"/>
                        <a:pt x="147" y="268"/>
                        <a:pt x="147" y="268"/>
                      </a:cubicBezTo>
                      <a:cubicBezTo>
                        <a:pt x="152" y="274"/>
                        <a:pt x="152" y="274"/>
                        <a:pt x="152" y="274"/>
                      </a:cubicBezTo>
                      <a:cubicBezTo>
                        <a:pt x="127" y="305"/>
                        <a:pt x="127" y="305"/>
                        <a:pt x="127" y="305"/>
                      </a:cubicBezTo>
                      <a:cubicBezTo>
                        <a:pt x="124" y="309"/>
                        <a:pt x="122" y="312"/>
                        <a:pt x="119" y="315"/>
                      </a:cubicBezTo>
                      <a:cubicBezTo>
                        <a:pt x="125" y="312"/>
                        <a:pt x="128" y="310"/>
                        <a:pt x="129" y="310"/>
                      </a:cubicBezTo>
                      <a:cubicBezTo>
                        <a:pt x="167" y="294"/>
                        <a:pt x="167" y="294"/>
                        <a:pt x="167" y="294"/>
                      </a:cubicBezTo>
                      <a:cubicBezTo>
                        <a:pt x="173" y="301"/>
                        <a:pt x="173" y="301"/>
                        <a:pt x="173" y="301"/>
                      </a:cubicBezTo>
                      <a:cubicBezTo>
                        <a:pt x="155" y="327"/>
                        <a:pt x="155" y="327"/>
                        <a:pt x="155" y="327"/>
                      </a:cubicBezTo>
                      <a:cubicBezTo>
                        <a:pt x="151" y="333"/>
                        <a:pt x="146" y="338"/>
                        <a:pt x="142" y="343"/>
                      </a:cubicBezTo>
                      <a:cubicBezTo>
                        <a:pt x="145" y="342"/>
                        <a:pt x="149" y="340"/>
                        <a:pt x="153" y="338"/>
                      </a:cubicBezTo>
                      <a:cubicBezTo>
                        <a:pt x="189" y="321"/>
                        <a:pt x="189" y="321"/>
                        <a:pt x="189" y="321"/>
                      </a:cubicBezTo>
                      <a:cubicBezTo>
                        <a:pt x="194" y="327"/>
                        <a:pt x="194" y="327"/>
                        <a:pt x="194" y="327"/>
                      </a:cubicBezTo>
                      <a:cubicBezTo>
                        <a:pt x="138" y="351"/>
                        <a:pt x="138" y="351"/>
                        <a:pt x="138" y="351"/>
                      </a:cubicBezTo>
                      <a:cubicBezTo>
                        <a:pt x="133" y="346"/>
                        <a:pt x="133" y="346"/>
                        <a:pt x="133" y="346"/>
                      </a:cubicBezTo>
                      <a:cubicBezTo>
                        <a:pt x="160" y="308"/>
                        <a:pt x="160" y="308"/>
                        <a:pt x="160" y="308"/>
                      </a:cubicBezTo>
                      <a:cubicBezTo>
                        <a:pt x="163" y="305"/>
                        <a:pt x="164" y="303"/>
                        <a:pt x="165" y="302"/>
                      </a:cubicBezTo>
                      <a:cubicBezTo>
                        <a:pt x="162" y="303"/>
                        <a:pt x="160" y="304"/>
                        <a:pt x="158" y="305"/>
                      </a:cubicBezTo>
                      <a:cubicBezTo>
                        <a:pt x="115" y="323"/>
                        <a:pt x="115" y="323"/>
                        <a:pt x="115" y="323"/>
                      </a:cubicBezTo>
                      <a:cubicBezTo>
                        <a:pt x="110" y="317"/>
                        <a:pt x="110" y="317"/>
                        <a:pt x="110" y="317"/>
                      </a:cubicBezTo>
                      <a:close/>
                      <a:moveTo>
                        <a:pt x="158" y="374"/>
                      </a:moveTo>
                      <a:cubicBezTo>
                        <a:pt x="201" y="333"/>
                        <a:pt x="201" y="333"/>
                        <a:pt x="201" y="333"/>
                      </a:cubicBezTo>
                      <a:cubicBezTo>
                        <a:pt x="230" y="364"/>
                        <a:pt x="230" y="364"/>
                        <a:pt x="230" y="364"/>
                      </a:cubicBezTo>
                      <a:cubicBezTo>
                        <a:pt x="225" y="369"/>
                        <a:pt x="225" y="369"/>
                        <a:pt x="225" y="369"/>
                      </a:cubicBezTo>
                      <a:cubicBezTo>
                        <a:pt x="201" y="344"/>
                        <a:pt x="201" y="344"/>
                        <a:pt x="201" y="344"/>
                      </a:cubicBezTo>
                      <a:cubicBezTo>
                        <a:pt x="188" y="356"/>
                        <a:pt x="188" y="356"/>
                        <a:pt x="188" y="356"/>
                      </a:cubicBezTo>
                      <a:cubicBezTo>
                        <a:pt x="211" y="380"/>
                        <a:pt x="211" y="380"/>
                        <a:pt x="211" y="380"/>
                      </a:cubicBezTo>
                      <a:cubicBezTo>
                        <a:pt x="206" y="385"/>
                        <a:pt x="206" y="385"/>
                        <a:pt x="206" y="385"/>
                      </a:cubicBezTo>
                      <a:cubicBezTo>
                        <a:pt x="183" y="361"/>
                        <a:pt x="183" y="361"/>
                        <a:pt x="183" y="361"/>
                      </a:cubicBezTo>
                      <a:cubicBezTo>
                        <a:pt x="168" y="375"/>
                        <a:pt x="168" y="375"/>
                        <a:pt x="168" y="375"/>
                      </a:cubicBezTo>
                      <a:cubicBezTo>
                        <a:pt x="193" y="401"/>
                        <a:pt x="193" y="401"/>
                        <a:pt x="193" y="401"/>
                      </a:cubicBezTo>
                      <a:cubicBezTo>
                        <a:pt x="188" y="406"/>
                        <a:pt x="188" y="406"/>
                        <a:pt x="188" y="406"/>
                      </a:cubicBezTo>
                      <a:cubicBezTo>
                        <a:pt x="158" y="374"/>
                        <a:pt x="158" y="374"/>
                        <a:pt x="158" y="374"/>
                      </a:cubicBezTo>
                      <a:close/>
                      <a:moveTo>
                        <a:pt x="213" y="401"/>
                      </a:moveTo>
                      <a:cubicBezTo>
                        <a:pt x="219" y="406"/>
                        <a:pt x="219" y="406"/>
                        <a:pt x="219" y="406"/>
                      </a:cubicBezTo>
                      <a:cubicBezTo>
                        <a:pt x="217" y="408"/>
                        <a:pt x="216" y="411"/>
                        <a:pt x="216" y="413"/>
                      </a:cubicBezTo>
                      <a:cubicBezTo>
                        <a:pt x="216" y="415"/>
                        <a:pt x="216" y="418"/>
                        <a:pt x="218" y="420"/>
                      </a:cubicBezTo>
                      <a:cubicBezTo>
                        <a:pt x="219" y="423"/>
                        <a:pt x="221" y="425"/>
                        <a:pt x="223" y="427"/>
                      </a:cubicBezTo>
                      <a:cubicBezTo>
                        <a:pt x="226" y="429"/>
                        <a:pt x="228" y="431"/>
                        <a:pt x="230" y="432"/>
                      </a:cubicBezTo>
                      <a:cubicBezTo>
                        <a:pt x="233" y="432"/>
                        <a:pt x="235" y="433"/>
                        <a:pt x="237" y="432"/>
                      </a:cubicBezTo>
                      <a:cubicBezTo>
                        <a:pt x="238" y="432"/>
                        <a:pt x="240" y="431"/>
                        <a:pt x="241" y="429"/>
                      </a:cubicBezTo>
                      <a:cubicBezTo>
                        <a:pt x="242" y="428"/>
                        <a:pt x="243" y="426"/>
                        <a:pt x="243" y="425"/>
                      </a:cubicBezTo>
                      <a:cubicBezTo>
                        <a:pt x="243" y="423"/>
                        <a:pt x="243" y="421"/>
                        <a:pt x="241" y="418"/>
                      </a:cubicBezTo>
                      <a:cubicBezTo>
                        <a:pt x="240" y="417"/>
                        <a:pt x="238" y="414"/>
                        <a:pt x="235" y="409"/>
                      </a:cubicBezTo>
                      <a:cubicBezTo>
                        <a:pt x="232" y="405"/>
                        <a:pt x="230" y="401"/>
                        <a:pt x="229" y="399"/>
                      </a:cubicBezTo>
                      <a:cubicBezTo>
                        <a:pt x="228" y="396"/>
                        <a:pt x="227" y="393"/>
                        <a:pt x="228" y="391"/>
                      </a:cubicBezTo>
                      <a:cubicBezTo>
                        <a:pt x="228" y="388"/>
                        <a:pt x="229" y="386"/>
                        <a:pt x="231" y="384"/>
                      </a:cubicBezTo>
                      <a:cubicBezTo>
                        <a:pt x="233" y="382"/>
                        <a:pt x="235" y="380"/>
                        <a:pt x="238" y="379"/>
                      </a:cubicBezTo>
                      <a:cubicBezTo>
                        <a:pt x="241" y="378"/>
                        <a:pt x="244" y="378"/>
                        <a:pt x="248" y="380"/>
                      </a:cubicBezTo>
                      <a:cubicBezTo>
                        <a:pt x="251" y="381"/>
                        <a:pt x="254" y="382"/>
                        <a:pt x="257" y="385"/>
                      </a:cubicBezTo>
                      <a:cubicBezTo>
                        <a:pt x="261" y="388"/>
                        <a:pt x="263" y="391"/>
                        <a:pt x="265" y="394"/>
                      </a:cubicBezTo>
                      <a:cubicBezTo>
                        <a:pt x="266" y="397"/>
                        <a:pt x="267" y="401"/>
                        <a:pt x="267" y="404"/>
                      </a:cubicBezTo>
                      <a:cubicBezTo>
                        <a:pt x="266" y="407"/>
                        <a:pt x="265" y="410"/>
                        <a:pt x="263" y="413"/>
                      </a:cubicBezTo>
                      <a:cubicBezTo>
                        <a:pt x="257" y="409"/>
                        <a:pt x="257" y="409"/>
                        <a:pt x="257" y="409"/>
                      </a:cubicBezTo>
                      <a:cubicBezTo>
                        <a:pt x="259" y="405"/>
                        <a:pt x="260" y="402"/>
                        <a:pt x="259" y="399"/>
                      </a:cubicBezTo>
                      <a:cubicBezTo>
                        <a:pt x="258" y="396"/>
                        <a:pt x="256" y="393"/>
                        <a:pt x="253" y="391"/>
                      </a:cubicBezTo>
                      <a:cubicBezTo>
                        <a:pt x="249" y="387"/>
                        <a:pt x="246" y="386"/>
                        <a:pt x="243" y="386"/>
                      </a:cubicBezTo>
                      <a:cubicBezTo>
                        <a:pt x="241" y="386"/>
                        <a:pt x="239" y="387"/>
                        <a:pt x="237" y="388"/>
                      </a:cubicBezTo>
                      <a:cubicBezTo>
                        <a:pt x="236" y="390"/>
                        <a:pt x="235" y="392"/>
                        <a:pt x="235" y="394"/>
                      </a:cubicBezTo>
                      <a:cubicBezTo>
                        <a:pt x="236" y="396"/>
                        <a:pt x="238" y="400"/>
                        <a:pt x="242" y="405"/>
                      </a:cubicBezTo>
                      <a:cubicBezTo>
                        <a:pt x="245" y="410"/>
                        <a:pt x="248" y="414"/>
                        <a:pt x="249" y="416"/>
                      </a:cubicBezTo>
                      <a:cubicBezTo>
                        <a:pt x="251" y="420"/>
                        <a:pt x="251" y="423"/>
                        <a:pt x="251" y="426"/>
                      </a:cubicBezTo>
                      <a:cubicBezTo>
                        <a:pt x="251" y="429"/>
                        <a:pt x="249" y="431"/>
                        <a:pt x="247" y="434"/>
                      </a:cubicBezTo>
                      <a:cubicBezTo>
                        <a:pt x="245" y="436"/>
                        <a:pt x="243" y="438"/>
                        <a:pt x="239" y="439"/>
                      </a:cubicBezTo>
                      <a:cubicBezTo>
                        <a:pt x="236" y="440"/>
                        <a:pt x="233" y="440"/>
                        <a:pt x="229" y="439"/>
                      </a:cubicBezTo>
                      <a:cubicBezTo>
                        <a:pt x="226" y="438"/>
                        <a:pt x="222" y="436"/>
                        <a:pt x="219" y="433"/>
                      </a:cubicBezTo>
                      <a:cubicBezTo>
                        <a:pt x="215" y="430"/>
                        <a:pt x="212" y="426"/>
                        <a:pt x="210" y="422"/>
                      </a:cubicBezTo>
                      <a:cubicBezTo>
                        <a:pt x="209" y="419"/>
                        <a:pt x="208" y="415"/>
                        <a:pt x="209" y="412"/>
                      </a:cubicBezTo>
                      <a:cubicBezTo>
                        <a:pt x="209" y="408"/>
                        <a:pt x="211" y="404"/>
                        <a:pt x="213" y="401"/>
                      </a:cubicBezTo>
                      <a:close/>
                      <a:moveTo>
                        <a:pt x="264" y="465"/>
                      </a:moveTo>
                      <a:cubicBezTo>
                        <a:pt x="294" y="422"/>
                        <a:pt x="294" y="422"/>
                        <a:pt x="294" y="422"/>
                      </a:cubicBezTo>
                      <a:cubicBezTo>
                        <a:pt x="278" y="411"/>
                        <a:pt x="278" y="411"/>
                        <a:pt x="278" y="411"/>
                      </a:cubicBezTo>
                      <a:cubicBezTo>
                        <a:pt x="282" y="405"/>
                        <a:pt x="282" y="405"/>
                        <a:pt x="282" y="405"/>
                      </a:cubicBezTo>
                      <a:cubicBezTo>
                        <a:pt x="320" y="433"/>
                        <a:pt x="320" y="433"/>
                        <a:pt x="320" y="433"/>
                      </a:cubicBezTo>
                      <a:cubicBezTo>
                        <a:pt x="316" y="438"/>
                        <a:pt x="316" y="438"/>
                        <a:pt x="316" y="438"/>
                      </a:cubicBezTo>
                      <a:cubicBezTo>
                        <a:pt x="300" y="427"/>
                        <a:pt x="300" y="427"/>
                        <a:pt x="300" y="427"/>
                      </a:cubicBezTo>
                      <a:cubicBezTo>
                        <a:pt x="270" y="469"/>
                        <a:pt x="270" y="469"/>
                        <a:pt x="270" y="469"/>
                      </a:cubicBezTo>
                      <a:cubicBezTo>
                        <a:pt x="264" y="465"/>
                        <a:pt x="264" y="465"/>
                        <a:pt x="264" y="465"/>
                      </a:cubicBezTo>
                      <a:close/>
                      <a:moveTo>
                        <a:pt x="334" y="507"/>
                      </a:moveTo>
                      <a:cubicBezTo>
                        <a:pt x="358" y="452"/>
                        <a:pt x="358" y="452"/>
                        <a:pt x="358" y="452"/>
                      </a:cubicBezTo>
                      <a:cubicBezTo>
                        <a:pt x="378" y="461"/>
                        <a:pt x="378" y="461"/>
                        <a:pt x="378" y="461"/>
                      </a:cubicBezTo>
                      <a:cubicBezTo>
                        <a:pt x="382" y="463"/>
                        <a:pt x="385" y="464"/>
                        <a:pt x="386" y="465"/>
                      </a:cubicBezTo>
                      <a:cubicBezTo>
                        <a:pt x="389" y="467"/>
                        <a:pt x="391" y="469"/>
                        <a:pt x="392" y="471"/>
                      </a:cubicBezTo>
                      <a:cubicBezTo>
                        <a:pt x="393" y="473"/>
                        <a:pt x="394" y="475"/>
                        <a:pt x="394" y="478"/>
                      </a:cubicBezTo>
                      <a:cubicBezTo>
                        <a:pt x="394" y="481"/>
                        <a:pt x="394" y="483"/>
                        <a:pt x="392" y="486"/>
                      </a:cubicBezTo>
                      <a:cubicBezTo>
                        <a:pt x="390" y="491"/>
                        <a:pt x="387" y="494"/>
                        <a:pt x="383" y="496"/>
                      </a:cubicBezTo>
                      <a:cubicBezTo>
                        <a:pt x="379" y="498"/>
                        <a:pt x="373" y="497"/>
                        <a:pt x="365" y="494"/>
                      </a:cubicBezTo>
                      <a:cubicBezTo>
                        <a:pt x="351" y="488"/>
                        <a:pt x="351" y="488"/>
                        <a:pt x="351" y="488"/>
                      </a:cubicBezTo>
                      <a:cubicBezTo>
                        <a:pt x="341" y="510"/>
                        <a:pt x="341" y="510"/>
                        <a:pt x="341" y="510"/>
                      </a:cubicBezTo>
                      <a:cubicBezTo>
                        <a:pt x="334" y="507"/>
                        <a:pt x="334" y="507"/>
                        <a:pt x="334" y="507"/>
                      </a:cubicBezTo>
                      <a:close/>
                      <a:moveTo>
                        <a:pt x="354" y="481"/>
                      </a:moveTo>
                      <a:cubicBezTo>
                        <a:pt x="368" y="487"/>
                        <a:pt x="368" y="487"/>
                        <a:pt x="368" y="487"/>
                      </a:cubicBezTo>
                      <a:cubicBezTo>
                        <a:pt x="373" y="489"/>
                        <a:pt x="376" y="490"/>
                        <a:pt x="379" y="489"/>
                      </a:cubicBezTo>
                      <a:cubicBezTo>
                        <a:pt x="382" y="488"/>
                        <a:pt x="384" y="486"/>
                        <a:pt x="385" y="483"/>
                      </a:cubicBezTo>
                      <a:cubicBezTo>
                        <a:pt x="386" y="481"/>
                        <a:pt x="386" y="478"/>
                        <a:pt x="386" y="476"/>
                      </a:cubicBezTo>
                      <a:cubicBezTo>
                        <a:pt x="385" y="474"/>
                        <a:pt x="384" y="473"/>
                        <a:pt x="383" y="471"/>
                      </a:cubicBezTo>
                      <a:cubicBezTo>
                        <a:pt x="382" y="470"/>
                        <a:pt x="379" y="469"/>
                        <a:pt x="376" y="468"/>
                      </a:cubicBezTo>
                      <a:cubicBezTo>
                        <a:pt x="362" y="462"/>
                        <a:pt x="362" y="462"/>
                        <a:pt x="362" y="462"/>
                      </a:cubicBezTo>
                      <a:cubicBezTo>
                        <a:pt x="354" y="481"/>
                        <a:pt x="354" y="481"/>
                        <a:pt x="354" y="481"/>
                      </a:cubicBezTo>
                      <a:close/>
                      <a:moveTo>
                        <a:pt x="392" y="530"/>
                      </a:moveTo>
                      <a:cubicBezTo>
                        <a:pt x="410" y="474"/>
                        <a:pt x="410" y="474"/>
                        <a:pt x="410" y="474"/>
                      </a:cubicBezTo>
                      <a:cubicBezTo>
                        <a:pt x="451" y="488"/>
                        <a:pt x="451" y="488"/>
                        <a:pt x="451" y="488"/>
                      </a:cubicBezTo>
                      <a:cubicBezTo>
                        <a:pt x="449" y="494"/>
                        <a:pt x="449" y="494"/>
                        <a:pt x="449" y="494"/>
                      </a:cubicBezTo>
                      <a:cubicBezTo>
                        <a:pt x="416" y="483"/>
                        <a:pt x="416" y="483"/>
                        <a:pt x="416" y="483"/>
                      </a:cubicBezTo>
                      <a:cubicBezTo>
                        <a:pt x="410" y="500"/>
                        <a:pt x="410" y="500"/>
                        <a:pt x="410" y="500"/>
                      </a:cubicBezTo>
                      <a:cubicBezTo>
                        <a:pt x="441" y="511"/>
                        <a:pt x="441" y="511"/>
                        <a:pt x="441" y="511"/>
                      </a:cubicBezTo>
                      <a:cubicBezTo>
                        <a:pt x="439" y="517"/>
                        <a:pt x="439" y="517"/>
                        <a:pt x="439" y="517"/>
                      </a:cubicBezTo>
                      <a:cubicBezTo>
                        <a:pt x="408" y="507"/>
                        <a:pt x="408" y="507"/>
                        <a:pt x="408" y="507"/>
                      </a:cubicBezTo>
                      <a:cubicBezTo>
                        <a:pt x="401" y="526"/>
                        <a:pt x="401" y="526"/>
                        <a:pt x="401" y="526"/>
                      </a:cubicBezTo>
                      <a:cubicBezTo>
                        <a:pt x="436" y="538"/>
                        <a:pt x="436" y="538"/>
                        <a:pt x="436" y="538"/>
                      </a:cubicBezTo>
                      <a:cubicBezTo>
                        <a:pt x="434" y="544"/>
                        <a:pt x="434" y="544"/>
                        <a:pt x="434" y="544"/>
                      </a:cubicBezTo>
                      <a:cubicBezTo>
                        <a:pt x="392" y="530"/>
                        <a:pt x="392" y="530"/>
                        <a:pt x="392" y="530"/>
                      </a:cubicBezTo>
                      <a:close/>
                      <a:moveTo>
                        <a:pt x="466" y="551"/>
                      </a:moveTo>
                      <a:cubicBezTo>
                        <a:pt x="477" y="501"/>
                        <a:pt x="477" y="501"/>
                        <a:pt x="477" y="501"/>
                      </a:cubicBezTo>
                      <a:cubicBezTo>
                        <a:pt x="458" y="496"/>
                        <a:pt x="458" y="496"/>
                        <a:pt x="458" y="496"/>
                      </a:cubicBezTo>
                      <a:cubicBezTo>
                        <a:pt x="460" y="489"/>
                        <a:pt x="460" y="489"/>
                        <a:pt x="460" y="489"/>
                      </a:cubicBezTo>
                      <a:cubicBezTo>
                        <a:pt x="505" y="500"/>
                        <a:pt x="505" y="500"/>
                        <a:pt x="505" y="500"/>
                      </a:cubicBezTo>
                      <a:cubicBezTo>
                        <a:pt x="504" y="506"/>
                        <a:pt x="504" y="506"/>
                        <a:pt x="504" y="506"/>
                      </a:cubicBezTo>
                      <a:cubicBezTo>
                        <a:pt x="485" y="502"/>
                        <a:pt x="485" y="502"/>
                        <a:pt x="485" y="502"/>
                      </a:cubicBezTo>
                      <a:cubicBezTo>
                        <a:pt x="473" y="553"/>
                        <a:pt x="473" y="553"/>
                        <a:pt x="473" y="553"/>
                      </a:cubicBezTo>
                      <a:cubicBezTo>
                        <a:pt x="466" y="551"/>
                        <a:pt x="466" y="551"/>
                        <a:pt x="466" y="551"/>
                      </a:cubicBezTo>
                      <a:close/>
                      <a:moveTo>
                        <a:pt x="508" y="560"/>
                      </a:moveTo>
                      <a:cubicBezTo>
                        <a:pt x="513" y="501"/>
                        <a:pt x="513" y="501"/>
                        <a:pt x="513" y="501"/>
                      </a:cubicBezTo>
                      <a:cubicBezTo>
                        <a:pt x="539" y="503"/>
                        <a:pt x="539" y="503"/>
                        <a:pt x="539" y="503"/>
                      </a:cubicBezTo>
                      <a:cubicBezTo>
                        <a:pt x="545" y="504"/>
                        <a:pt x="549" y="505"/>
                        <a:pt x="551" y="506"/>
                      </a:cubicBezTo>
                      <a:cubicBezTo>
                        <a:pt x="554" y="508"/>
                        <a:pt x="556" y="510"/>
                        <a:pt x="557" y="512"/>
                      </a:cubicBezTo>
                      <a:cubicBezTo>
                        <a:pt x="559" y="515"/>
                        <a:pt x="559" y="518"/>
                        <a:pt x="559" y="522"/>
                      </a:cubicBezTo>
                      <a:cubicBezTo>
                        <a:pt x="559" y="526"/>
                        <a:pt x="557" y="529"/>
                        <a:pt x="554" y="532"/>
                      </a:cubicBezTo>
                      <a:cubicBezTo>
                        <a:pt x="551" y="534"/>
                        <a:pt x="547" y="536"/>
                        <a:pt x="541" y="536"/>
                      </a:cubicBezTo>
                      <a:cubicBezTo>
                        <a:pt x="543" y="537"/>
                        <a:pt x="544" y="538"/>
                        <a:pt x="545" y="539"/>
                      </a:cubicBezTo>
                      <a:cubicBezTo>
                        <a:pt x="547" y="542"/>
                        <a:pt x="549" y="545"/>
                        <a:pt x="551" y="548"/>
                      </a:cubicBezTo>
                      <a:cubicBezTo>
                        <a:pt x="560" y="565"/>
                        <a:pt x="560" y="565"/>
                        <a:pt x="560" y="565"/>
                      </a:cubicBezTo>
                      <a:cubicBezTo>
                        <a:pt x="550" y="564"/>
                        <a:pt x="550" y="564"/>
                        <a:pt x="550" y="564"/>
                      </a:cubicBezTo>
                      <a:cubicBezTo>
                        <a:pt x="543" y="551"/>
                        <a:pt x="543" y="551"/>
                        <a:pt x="543" y="551"/>
                      </a:cubicBezTo>
                      <a:cubicBezTo>
                        <a:pt x="541" y="547"/>
                        <a:pt x="540" y="544"/>
                        <a:pt x="538" y="542"/>
                      </a:cubicBezTo>
                      <a:cubicBezTo>
                        <a:pt x="537" y="540"/>
                        <a:pt x="536" y="539"/>
                        <a:pt x="535" y="538"/>
                      </a:cubicBezTo>
                      <a:cubicBezTo>
                        <a:pt x="534" y="537"/>
                        <a:pt x="533" y="536"/>
                        <a:pt x="531" y="536"/>
                      </a:cubicBezTo>
                      <a:cubicBezTo>
                        <a:pt x="531" y="536"/>
                        <a:pt x="529" y="536"/>
                        <a:pt x="527" y="535"/>
                      </a:cubicBezTo>
                      <a:cubicBezTo>
                        <a:pt x="518" y="534"/>
                        <a:pt x="518" y="534"/>
                        <a:pt x="518" y="534"/>
                      </a:cubicBezTo>
                      <a:cubicBezTo>
                        <a:pt x="516" y="561"/>
                        <a:pt x="516" y="561"/>
                        <a:pt x="516" y="561"/>
                      </a:cubicBezTo>
                      <a:cubicBezTo>
                        <a:pt x="508" y="560"/>
                        <a:pt x="508" y="560"/>
                        <a:pt x="508" y="560"/>
                      </a:cubicBezTo>
                      <a:close/>
                      <a:moveTo>
                        <a:pt x="519" y="528"/>
                      </a:moveTo>
                      <a:cubicBezTo>
                        <a:pt x="535" y="529"/>
                        <a:pt x="535" y="529"/>
                        <a:pt x="535" y="529"/>
                      </a:cubicBezTo>
                      <a:cubicBezTo>
                        <a:pt x="539" y="530"/>
                        <a:pt x="542" y="530"/>
                        <a:pt x="544" y="529"/>
                      </a:cubicBezTo>
                      <a:cubicBezTo>
                        <a:pt x="546" y="528"/>
                        <a:pt x="548" y="527"/>
                        <a:pt x="549" y="526"/>
                      </a:cubicBezTo>
                      <a:cubicBezTo>
                        <a:pt x="550" y="524"/>
                        <a:pt x="551" y="523"/>
                        <a:pt x="551" y="521"/>
                      </a:cubicBezTo>
                      <a:cubicBezTo>
                        <a:pt x="551" y="518"/>
                        <a:pt x="550" y="516"/>
                        <a:pt x="549" y="514"/>
                      </a:cubicBezTo>
                      <a:cubicBezTo>
                        <a:pt x="547" y="512"/>
                        <a:pt x="544" y="510"/>
                        <a:pt x="539" y="510"/>
                      </a:cubicBezTo>
                      <a:cubicBezTo>
                        <a:pt x="521" y="508"/>
                        <a:pt x="521" y="508"/>
                        <a:pt x="521" y="508"/>
                      </a:cubicBezTo>
                      <a:cubicBezTo>
                        <a:pt x="519" y="528"/>
                        <a:pt x="519" y="528"/>
                        <a:pt x="519" y="528"/>
                      </a:cubicBezTo>
                      <a:close/>
                      <a:moveTo>
                        <a:pt x="571" y="537"/>
                      </a:moveTo>
                      <a:cubicBezTo>
                        <a:pt x="571" y="528"/>
                        <a:pt x="574" y="520"/>
                        <a:pt x="579" y="514"/>
                      </a:cubicBezTo>
                      <a:cubicBezTo>
                        <a:pt x="584" y="509"/>
                        <a:pt x="591" y="506"/>
                        <a:pt x="599" y="506"/>
                      </a:cubicBezTo>
                      <a:cubicBezTo>
                        <a:pt x="605" y="506"/>
                        <a:pt x="610" y="507"/>
                        <a:pt x="614" y="510"/>
                      </a:cubicBezTo>
                      <a:cubicBezTo>
                        <a:pt x="619" y="512"/>
                        <a:pt x="622" y="516"/>
                        <a:pt x="624" y="520"/>
                      </a:cubicBezTo>
                      <a:cubicBezTo>
                        <a:pt x="627" y="525"/>
                        <a:pt x="628" y="530"/>
                        <a:pt x="628" y="536"/>
                      </a:cubicBezTo>
                      <a:cubicBezTo>
                        <a:pt x="628" y="542"/>
                        <a:pt x="627" y="548"/>
                        <a:pt x="624" y="552"/>
                      </a:cubicBezTo>
                      <a:cubicBezTo>
                        <a:pt x="622" y="557"/>
                        <a:pt x="619" y="561"/>
                        <a:pt x="614" y="563"/>
                      </a:cubicBezTo>
                      <a:cubicBezTo>
                        <a:pt x="610" y="566"/>
                        <a:pt x="605" y="567"/>
                        <a:pt x="600" y="567"/>
                      </a:cubicBezTo>
                      <a:cubicBezTo>
                        <a:pt x="594" y="567"/>
                        <a:pt x="589" y="566"/>
                        <a:pt x="585" y="563"/>
                      </a:cubicBezTo>
                      <a:cubicBezTo>
                        <a:pt x="581" y="560"/>
                        <a:pt x="577" y="557"/>
                        <a:pt x="575" y="552"/>
                      </a:cubicBezTo>
                      <a:cubicBezTo>
                        <a:pt x="573" y="548"/>
                        <a:pt x="571" y="543"/>
                        <a:pt x="571" y="537"/>
                      </a:cubicBezTo>
                      <a:close/>
                      <a:moveTo>
                        <a:pt x="579" y="537"/>
                      </a:moveTo>
                      <a:cubicBezTo>
                        <a:pt x="579" y="545"/>
                        <a:pt x="581" y="550"/>
                        <a:pt x="585" y="554"/>
                      </a:cubicBezTo>
                      <a:cubicBezTo>
                        <a:pt x="589" y="558"/>
                        <a:pt x="594" y="560"/>
                        <a:pt x="600" y="560"/>
                      </a:cubicBezTo>
                      <a:cubicBezTo>
                        <a:pt x="606" y="560"/>
                        <a:pt x="611" y="558"/>
                        <a:pt x="614" y="554"/>
                      </a:cubicBezTo>
                      <a:cubicBezTo>
                        <a:pt x="618" y="550"/>
                        <a:pt x="620" y="544"/>
                        <a:pt x="620" y="536"/>
                      </a:cubicBezTo>
                      <a:cubicBezTo>
                        <a:pt x="620" y="531"/>
                        <a:pt x="619" y="527"/>
                        <a:pt x="617" y="524"/>
                      </a:cubicBezTo>
                      <a:cubicBezTo>
                        <a:pt x="616" y="520"/>
                        <a:pt x="613" y="517"/>
                        <a:pt x="610" y="515"/>
                      </a:cubicBezTo>
                      <a:cubicBezTo>
                        <a:pt x="607" y="513"/>
                        <a:pt x="603" y="513"/>
                        <a:pt x="600" y="513"/>
                      </a:cubicBezTo>
                      <a:cubicBezTo>
                        <a:pt x="594" y="513"/>
                        <a:pt x="589" y="515"/>
                        <a:pt x="585" y="518"/>
                      </a:cubicBezTo>
                      <a:cubicBezTo>
                        <a:pt x="581" y="522"/>
                        <a:pt x="579" y="529"/>
                        <a:pt x="579" y="537"/>
                      </a:cubicBezTo>
                      <a:close/>
                      <a:moveTo>
                        <a:pt x="645" y="564"/>
                      </a:moveTo>
                      <a:cubicBezTo>
                        <a:pt x="638" y="505"/>
                        <a:pt x="638" y="505"/>
                        <a:pt x="638" y="505"/>
                      </a:cubicBezTo>
                      <a:cubicBezTo>
                        <a:pt x="646" y="504"/>
                        <a:pt x="646" y="504"/>
                        <a:pt x="646" y="504"/>
                      </a:cubicBezTo>
                      <a:cubicBezTo>
                        <a:pt x="652" y="556"/>
                        <a:pt x="652" y="556"/>
                        <a:pt x="652" y="556"/>
                      </a:cubicBezTo>
                      <a:cubicBezTo>
                        <a:pt x="681" y="553"/>
                        <a:pt x="681" y="553"/>
                        <a:pt x="681" y="553"/>
                      </a:cubicBezTo>
                      <a:cubicBezTo>
                        <a:pt x="682" y="560"/>
                        <a:pt x="682" y="560"/>
                        <a:pt x="682" y="560"/>
                      </a:cubicBezTo>
                      <a:cubicBezTo>
                        <a:pt x="645" y="564"/>
                        <a:pt x="645" y="564"/>
                        <a:pt x="645" y="564"/>
                      </a:cubicBezTo>
                      <a:close/>
                      <a:moveTo>
                        <a:pt x="698" y="557"/>
                      </a:moveTo>
                      <a:cubicBezTo>
                        <a:pt x="686" y="499"/>
                        <a:pt x="686" y="499"/>
                        <a:pt x="686" y="499"/>
                      </a:cubicBezTo>
                      <a:cubicBezTo>
                        <a:pt x="728" y="491"/>
                        <a:pt x="728" y="491"/>
                        <a:pt x="728" y="491"/>
                      </a:cubicBezTo>
                      <a:cubicBezTo>
                        <a:pt x="729" y="497"/>
                        <a:pt x="729" y="497"/>
                        <a:pt x="729" y="497"/>
                      </a:cubicBezTo>
                      <a:cubicBezTo>
                        <a:pt x="695" y="504"/>
                        <a:pt x="695" y="504"/>
                        <a:pt x="695" y="504"/>
                      </a:cubicBezTo>
                      <a:cubicBezTo>
                        <a:pt x="699" y="522"/>
                        <a:pt x="699" y="522"/>
                        <a:pt x="699" y="522"/>
                      </a:cubicBezTo>
                      <a:cubicBezTo>
                        <a:pt x="731" y="516"/>
                        <a:pt x="731" y="516"/>
                        <a:pt x="731" y="516"/>
                      </a:cubicBezTo>
                      <a:cubicBezTo>
                        <a:pt x="732" y="522"/>
                        <a:pt x="732" y="522"/>
                        <a:pt x="732" y="522"/>
                      </a:cubicBezTo>
                      <a:cubicBezTo>
                        <a:pt x="700" y="529"/>
                        <a:pt x="700" y="529"/>
                        <a:pt x="700" y="529"/>
                      </a:cubicBezTo>
                      <a:cubicBezTo>
                        <a:pt x="704" y="549"/>
                        <a:pt x="704" y="549"/>
                        <a:pt x="704" y="549"/>
                      </a:cubicBezTo>
                      <a:cubicBezTo>
                        <a:pt x="740" y="541"/>
                        <a:pt x="740" y="541"/>
                        <a:pt x="740" y="541"/>
                      </a:cubicBezTo>
                      <a:cubicBezTo>
                        <a:pt x="741" y="548"/>
                        <a:pt x="741" y="548"/>
                        <a:pt x="741" y="548"/>
                      </a:cubicBezTo>
                      <a:cubicBezTo>
                        <a:pt x="698" y="557"/>
                        <a:pt x="698" y="557"/>
                        <a:pt x="698" y="557"/>
                      </a:cubicBezTo>
                      <a:close/>
                      <a:moveTo>
                        <a:pt x="778" y="476"/>
                      </a:moveTo>
                      <a:cubicBezTo>
                        <a:pt x="785" y="473"/>
                        <a:pt x="785" y="473"/>
                        <a:pt x="785" y="473"/>
                      </a:cubicBezTo>
                      <a:cubicBezTo>
                        <a:pt x="796" y="506"/>
                        <a:pt x="796" y="506"/>
                        <a:pt x="796" y="506"/>
                      </a:cubicBezTo>
                      <a:cubicBezTo>
                        <a:pt x="797" y="512"/>
                        <a:pt x="798" y="516"/>
                        <a:pt x="798" y="520"/>
                      </a:cubicBezTo>
                      <a:cubicBezTo>
                        <a:pt x="798" y="524"/>
                        <a:pt x="796" y="527"/>
                        <a:pt x="794" y="530"/>
                      </a:cubicBezTo>
                      <a:cubicBezTo>
                        <a:pt x="791" y="533"/>
                        <a:pt x="787" y="536"/>
                        <a:pt x="781" y="538"/>
                      </a:cubicBezTo>
                      <a:cubicBezTo>
                        <a:pt x="776" y="539"/>
                        <a:pt x="772" y="540"/>
                        <a:pt x="768" y="539"/>
                      </a:cubicBezTo>
                      <a:cubicBezTo>
                        <a:pt x="764" y="538"/>
                        <a:pt x="760" y="536"/>
                        <a:pt x="758" y="533"/>
                      </a:cubicBezTo>
                      <a:cubicBezTo>
                        <a:pt x="755" y="530"/>
                        <a:pt x="753" y="526"/>
                        <a:pt x="751" y="520"/>
                      </a:cubicBezTo>
                      <a:cubicBezTo>
                        <a:pt x="741" y="487"/>
                        <a:pt x="741" y="487"/>
                        <a:pt x="741" y="487"/>
                      </a:cubicBezTo>
                      <a:cubicBezTo>
                        <a:pt x="748" y="485"/>
                        <a:pt x="748" y="485"/>
                        <a:pt x="748" y="485"/>
                      </a:cubicBezTo>
                      <a:cubicBezTo>
                        <a:pt x="759" y="517"/>
                        <a:pt x="759" y="517"/>
                        <a:pt x="759" y="517"/>
                      </a:cubicBezTo>
                      <a:cubicBezTo>
                        <a:pt x="760" y="522"/>
                        <a:pt x="762" y="526"/>
                        <a:pt x="764" y="528"/>
                      </a:cubicBezTo>
                      <a:cubicBezTo>
                        <a:pt x="765" y="530"/>
                        <a:pt x="767" y="531"/>
                        <a:pt x="770" y="532"/>
                      </a:cubicBezTo>
                      <a:cubicBezTo>
                        <a:pt x="773" y="532"/>
                        <a:pt x="775" y="532"/>
                        <a:pt x="779" y="531"/>
                      </a:cubicBezTo>
                      <a:cubicBezTo>
                        <a:pt x="784" y="529"/>
                        <a:pt x="788" y="527"/>
                        <a:pt x="789" y="524"/>
                      </a:cubicBezTo>
                      <a:cubicBezTo>
                        <a:pt x="791" y="520"/>
                        <a:pt x="790" y="515"/>
                        <a:pt x="788" y="508"/>
                      </a:cubicBezTo>
                      <a:cubicBezTo>
                        <a:pt x="778" y="476"/>
                        <a:pt x="778" y="476"/>
                        <a:pt x="778" y="476"/>
                      </a:cubicBezTo>
                      <a:close/>
                      <a:moveTo>
                        <a:pt x="821" y="522"/>
                      </a:moveTo>
                      <a:cubicBezTo>
                        <a:pt x="796" y="469"/>
                        <a:pt x="796" y="469"/>
                        <a:pt x="796" y="469"/>
                      </a:cubicBezTo>
                      <a:cubicBezTo>
                        <a:pt x="807" y="464"/>
                        <a:pt x="807" y="464"/>
                        <a:pt x="807" y="464"/>
                      </a:cubicBezTo>
                      <a:cubicBezTo>
                        <a:pt x="837" y="495"/>
                        <a:pt x="837" y="495"/>
                        <a:pt x="837" y="495"/>
                      </a:cubicBezTo>
                      <a:cubicBezTo>
                        <a:pt x="840" y="498"/>
                        <a:pt x="842" y="501"/>
                        <a:pt x="844" y="502"/>
                      </a:cubicBezTo>
                      <a:cubicBezTo>
                        <a:pt x="843" y="500"/>
                        <a:pt x="843" y="497"/>
                        <a:pt x="842" y="492"/>
                      </a:cubicBezTo>
                      <a:cubicBezTo>
                        <a:pt x="837" y="449"/>
                        <a:pt x="837" y="449"/>
                        <a:pt x="837" y="449"/>
                      </a:cubicBezTo>
                      <a:cubicBezTo>
                        <a:pt x="847" y="444"/>
                        <a:pt x="847" y="444"/>
                        <a:pt x="847" y="444"/>
                      </a:cubicBezTo>
                      <a:cubicBezTo>
                        <a:pt x="872" y="498"/>
                        <a:pt x="872" y="498"/>
                        <a:pt x="872" y="498"/>
                      </a:cubicBezTo>
                      <a:cubicBezTo>
                        <a:pt x="866" y="501"/>
                        <a:pt x="866" y="501"/>
                        <a:pt x="866" y="501"/>
                      </a:cubicBezTo>
                      <a:cubicBezTo>
                        <a:pt x="844" y="456"/>
                        <a:pt x="844" y="456"/>
                        <a:pt x="844" y="456"/>
                      </a:cubicBezTo>
                      <a:cubicBezTo>
                        <a:pt x="850" y="509"/>
                        <a:pt x="850" y="509"/>
                        <a:pt x="850" y="509"/>
                      </a:cubicBezTo>
                      <a:cubicBezTo>
                        <a:pt x="844" y="512"/>
                        <a:pt x="844" y="512"/>
                        <a:pt x="844" y="512"/>
                      </a:cubicBezTo>
                      <a:cubicBezTo>
                        <a:pt x="807" y="473"/>
                        <a:pt x="807" y="473"/>
                        <a:pt x="807" y="473"/>
                      </a:cubicBezTo>
                      <a:cubicBezTo>
                        <a:pt x="828" y="519"/>
                        <a:pt x="828" y="519"/>
                        <a:pt x="828" y="519"/>
                      </a:cubicBezTo>
                      <a:cubicBezTo>
                        <a:pt x="821" y="522"/>
                        <a:pt x="821" y="522"/>
                        <a:pt x="821" y="522"/>
                      </a:cubicBezTo>
                      <a:close/>
                      <a:moveTo>
                        <a:pt x="922" y="397"/>
                      </a:moveTo>
                      <a:cubicBezTo>
                        <a:pt x="928" y="392"/>
                        <a:pt x="928" y="392"/>
                        <a:pt x="928" y="392"/>
                      </a:cubicBezTo>
                      <a:cubicBezTo>
                        <a:pt x="948" y="419"/>
                        <a:pt x="948" y="419"/>
                        <a:pt x="948" y="419"/>
                      </a:cubicBezTo>
                      <a:cubicBezTo>
                        <a:pt x="952" y="424"/>
                        <a:pt x="954" y="428"/>
                        <a:pt x="955" y="432"/>
                      </a:cubicBezTo>
                      <a:cubicBezTo>
                        <a:pt x="956" y="436"/>
                        <a:pt x="956" y="439"/>
                        <a:pt x="954" y="443"/>
                      </a:cubicBezTo>
                      <a:cubicBezTo>
                        <a:pt x="953" y="447"/>
                        <a:pt x="950" y="451"/>
                        <a:pt x="945" y="454"/>
                      </a:cubicBezTo>
                      <a:cubicBezTo>
                        <a:pt x="941" y="457"/>
                        <a:pt x="936" y="459"/>
                        <a:pt x="932" y="460"/>
                      </a:cubicBezTo>
                      <a:cubicBezTo>
                        <a:pt x="928" y="460"/>
                        <a:pt x="925" y="460"/>
                        <a:pt x="921" y="458"/>
                      </a:cubicBezTo>
                      <a:cubicBezTo>
                        <a:pt x="918" y="456"/>
                        <a:pt x="915" y="452"/>
                        <a:pt x="911" y="447"/>
                      </a:cubicBezTo>
                      <a:cubicBezTo>
                        <a:pt x="890" y="420"/>
                        <a:pt x="890" y="420"/>
                        <a:pt x="890" y="420"/>
                      </a:cubicBezTo>
                      <a:cubicBezTo>
                        <a:pt x="897" y="415"/>
                        <a:pt x="897" y="415"/>
                        <a:pt x="897" y="415"/>
                      </a:cubicBezTo>
                      <a:cubicBezTo>
                        <a:pt x="917" y="442"/>
                        <a:pt x="917" y="442"/>
                        <a:pt x="917" y="442"/>
                      </a:cubicBezTo>
                      <a:cubicBezTo>
                        <a:pt x="920" y="447"/>
                        <a:pt x="923" y="449"/>
                        <a:pt x="925" y="451"/>
                      </a:cubicBezTo>
                      <a:cubicBezTo>
                        <a:pt x="927" y="452"/>
                        <a:pt x="930" y="453"/>
                        <a:pt x="932" y="452"/>
                      </a:cubicBezTo>
                      <a:cubicBezTo>
                        <a:pt x="935" y="452"/>
                        <a:pt x="938" y="451"/>
                        <a:pt x="940" y="449"/>
                      </a:cubicBezTo>
                      <a:cubicBezTo>
                        <a:pt x="945" y="445"/>
                        <a:pt x="947" y="442"/>
                        <a:pt x="948" y="438"/>
                      </a:cubicBezTo>
                      <a:cubicBezTo>
                        <a:pt x="948" y="435"/>
                        <a:pt x="946" y="430"/>
                        <a:pt x="942" y="424"/>
                      </a:cubicBezTo>
                      <a:cubicBezTo>
                        <a:pt x="922" y="397"/>
                        <a:pt x="922" y="397"/>
                        <a:pt x="922" y="397"/>
                      </a:cubicBezTo>
                      <a:close/>
                      <a:moveTo>
                        <a:pt x="978" y="427"/>
                      </a:moveTo>
                      <a:cubicBezTo>
                        <a:pt x="938" y="384"/>
                        <a:pt x="938" y="384"/>
                        <a:pt x="938" y="384"/>
                      </a:cubicBezTo>
                      <a:cubicBezTo>
                        <a:pt x="944" y="378"/>
                        <a:pt x="944" y="378"/>
                        <a:pt x="944" y="378"/>
                      </a:cubicBezTo>
                      <a:cubicBezTo>
                        <a:pt x="999" y="391"/>
                        <a:pt x="999" y="391"/>
                        <a:pt x="999" y="391"/>
                      </a:cubicBezTo>
                      <a:cubicBezTo>
                        <a:pt x="967" y="357"/>
                        <a:pt x="967" y="357"/>
                        <a:pt x="967" y="357"/>
                      </a:cubicBezTo>
                      <a:cubicBezTo>
                        <a:pt x="973" y="352"/>
                        <a:pt x="973" y="352"/>
                        <a:pt x="973" y="352"/>
                      </a:cubicBezTo>
                      <a:cubicBezTo>
                        <a:pt x="1013" y="396"/>
                        <a:pt x="1013" y="396"/>
                        <a:pt x="1013" y="396"/>
                      </a:cubicBezTo>
                      <a:cubicBezTo>
                        <a:pt x="1007" y="401"/>
                        <a:pt x="1007" y="401"/>
                        <a:pt x="1007" y="401"/>
                      </a:cubicBezTo>
                      <a:cubicBezTo>
                        <a:pt x="953" y="388"/>
                        <a:pt x="953" y="388"/>
                        <a:pt x="953" y="388"/>
                      </a:cubicBezTo>
                      <a:cubicBezTo>
                        <a:pt x="984" y="422"/>
                        <a:pt x="984" y="422"/>
                        <a:pt x="984" y="422"/>
                      </a:cubicBezTo>
                      <a:cubicBezTo>
                        <a:pt x="978" y="427"/>
                        <a:pt x="978" y="427"/>
                        <a:pt x="978" y="427"/>
                      </a:cubicBezTo>
                      <a:close/>
                      <a:moveTo>
                        <a:pt x="1028" y="380"/>
                      </a:moveTo>
                      <a:cubicBezTo>
                        <a:pt x="984" y="341"/>
                        <a:pt x="984" y="341"/>
                        <a:pt x="984" y="341"/>
                      </a:cubicBezTo>
                      <a:cubicBezTo>
                        <a:pt x="990" y="335"/>
                        <a:pt x="990" y="335"/>
                        <a:pt x="990" y="335"/>
                      </a:cubicBezTo>
                      <a:cubicBezTo>
                        <a:pt x="1033" y="375"/>
                        <a:pt x="1033" y="375"/>
                        <a:pt x="1033" y="375"/>
                      </a:cubicBezTo>
                      <a:cubicBezTo>
                        <a:pt x="1028" y="380"/>
                        <a:pt x="1028" y="380"/>
                        <a:pt x="1028" y="380"/>
                      </a:cubicBezTo>
                      <a:close/>
                      <a:moveTo>
                        <a:pt x="1058" y="346"/>
                      </a:moveTo>
                      <a:cubicBezTo>
                        <a:pt x="998" y="326"/>
                        <a:pt x="998" y="326"/>
                        <a:pt x="998" y="326"/>
                      </a:cubicBezTo>
                      <a:cubicBezTo>
                        <a:pt x="1003" y="319"/>
                        <a:pt x="1003" y="319"/>
                        <a:pt x="1003" y="319"/>
                      </a:cubicBezTo>
                      <a:cubicBezTo>
                        <a:pt x="1046" y="335"/>
                        <a:pt x="1046" y="335"/>
                        <a:pt x="1046" y="335"/>
                      </a:cubicBezTo>
                      <a:cubicBezTo>
                        <a:pt x="1050" y="336"/>
                        <a:pt x="1053" y="337"/>
                        <a:pt x="1056" y="339"/>
                      </a:cubicBezTo>
                      <a:cubicBezTo>
                        <a:pt x="1054" y="336"/>
                        <a:pt x="1052" y="333"/>
                        <a:pt x="1050" y="330"/>
                      </a:cubicBezTo>
                      <a:cubicBezTo>
                        <a:pt x="1027" y="290"/>
                        <a:pt x="1027" y="290"/>
                        <a:pt x="1027" y="290"/>
                      </a:cubicBezTo>
                      <a:cubicBezTo>
                        <a:pt x="1033" y="284"/>
                        <a:pt x="1033" y="284"/>
                        <a:pt x="1033" y="284"/>
                      </a:cubicBezTo>
                      <a:cubicBezTo>
                        <a:pt x="1063" y="340"/>
                        <a:pt x="1063" y="340"/>
                        <a:pt x="1063" y="340"/>
                      </a:cubicBezTo>
                      <a:cubicBezTo>
                        <a:pt x="1058" y="346"/>
                        <a:pt x="1058" y="346"/>
                        <a:pt x="1058" y="346"/>
                      </a:cubicBezTo>
                      <a:close/>
                      <a:moveTo>
                        <a:pt x="1087" y="310"/>
                      </a:moveTo>
                      <a:cubicBezTo>
                        <a:pt x="1036" y="279"/>
                        <a:pt x="1036" y="279"/>
                        <a:pt x="1036" y="279"/>
                      </a:cubicBezTo>
                      <a:cubicBezTo>
                        <a:pt x="1059" y="243"/>
                        <a:pt x="1059" y="243"/>
                        <a:pt x="1059" y="243"/>
                      </a:cubicBezTo>
                      <a:cubicBezTo>
                        <a:pt x="1065" y="247"/>
                        <a:pt x="1065" y="247"/>
                        <a:pt x="1065" y="247"/>
                      </a:cubicBezTo>
                      <a:cubicBezTo>
                        <a:pt x="1046" y="276"/>
                        <a:pt x="1046" y="276"/>
                        <a:pt x="1046" y="276"/>
                      </a:cubicBezTo>
                      <a:cubicBezTo>
                        <a:pt x="1062" y="286"/>
                        <a:pt x="1062" y="286"/>
                        <a:pt x="1062" y="286"/>
                      </a:cubicBezTo>
                      <a:cubicBezTo>
                        <a:pt x="1079" y="258"/>
                        <a:pt x="1079" y="258"/>
                        <a:pt x="1079" y="258"/>
                      </a:cubicBezTo>
                      <a:cubicBezTo>
                        <a:pt x="1085" y="261"/>
                        <a:pt x="1085" y="261"/>
                        <a:pt x="1085" y="261"/>
                      </a:cubicBezTo>
                      <a:cubicBezTo>
                        <a:pt x="1068" y="289"/>
                        <a:pt x="1068" y="289"/>
                        <a:pt x="1068" y="289"/>
                      </a:cubicBezTo>
                      <a:cubicBezTo>
                        <a:pt x="1085" y="300"/>
                        <a:pt x="1085" y="300"/>
                        <a:pt x="1085" y="300"/>
                      </a:cubicBezTo>
                      <a:cubicBezTo>
                        <a:pt x="1104" y="269"/>
                        <a:pt x="1104" y="269"/>
                        <a:pt x="1104" y="269"/>
                      </a:cubicBezTo>
                      <a:cubicBezTo>
                        <a:pt x="1110" y="273"/>
                        <a:pt x="1110" y="273"/>
                        <a:pt x="1110" y="273"/>
                      </a:cubicBezTo>
                      <a:cubicBezTo>
                        <a:pt x="1087" y="310"/>
                        <a:pt x="1087" y="310"/>
                        <a:pt x="1087" y="310"/>
                      </a:cubicBezTo>
                      <a:close/>
                      <a:moveTo>
                        <a:pt x="1119" y="258"/>
                      </a:moveTo>
                      <a:cubicBezTo>
                        <a:pt x="1066" y="232"/>
                        <a:pt x="1066" y="232"/>
                        <a:pt x="1066" y="232"/>
                      </a:cubicBezTo>
                      <a:cubicBezTo>
                        <a:pt x="1077" y="208"/>
                        <a:pt x="1077" y="208"/>
                        <a:pt x="1077" y="208"/>
                      </a:cubicBezTo>
                      <a:cubicBezTo>
                        <a:pt x="1079" y="204"/>
                        <a:pt x="1081" y="200"/>
                        <a:pt x="1084" y="198"/>
                      </a:cubicBezTo>
                      <a:cubicBezTo>
                        <a:pt x="1086" y="196"/>
                        <a:pt x="1088" y="195"/>
                        <a:pt x="1091" y="195"/>
                      </a:cubicBezTo>
                      <a:cubicBezTo>
                        <a:pt x="1095" y="194"/>
                        <a:pt x="1098" y="195"/>
                        <a:pt x="1101" y="196"/>
                      </a:cubicBezTo>
                      <a:cubicBezTo>
                        <a:pt x="1104" y="198"/>
                        <a:pt x="1107" y="201"/>
                        <a:pt x="1108" y="205"/>
                      </a:cubicBezTo>
                      <a:cubicBezTo>
                        <a:pt x="1110" y="208"/>
                        <a:pt x="1110" y="213"/>
                        <a:pt x="1108" y="218"/>
                      </a:cubicBezTo>
                      <a:cubicBezTo>
                        <a:pt x="1110" y="217"/>
                        <a:pt x="1111" y="216"/>
                        <a:pt x="1113" y="215"/>
                      </a:cubicBezTo>
                      <a:cubicBezTo>
                        <a:pt x="1116" y="214"/>
                        <a:pt x="1119" y="213"/>
                        <a:pt x="1123" y="213"/>
                      </a:cubicBezTo>
                      <a:cubicBezTo>
                        <a:pt x="1142" y="211"/>
                        <a:pt x="1142" y="211"/>
                        <a:pt x="1142" y="211"/>
                      </a:cubicBezTo>
                      <a:cubicBezTo>
                        <a:pt x="1137" y="219"/>
                        <a:pt x="1137" y="219"/>
                        <a:pt x="1137" y="219"/>
                      </a:cubicBezTo>
                      <a:cubicBezTo>
                        <a:pt x="1123" y="221"/>
                        <a:pt x="1123" y="221"/>
                        <a:pt x="1123" y="221"/>
                      </a:cubicBezTo>
                      <a:cubicBezTo>
                        <a:pt x="1119" y="222"/>
                        <a:pt x="1115" y="222"/>
                        <a:pt x="1113" y="223"/>
                      </a:cubicBezTo>
                      <a:cubicBezTo>
                        <a:pt x="1111" y="223"/>
                        <a:pt x="1109" y="224"/>
                        <a:pt x="1108" y="225"/>
                      </a:cubicBezTo>
                      <a:cubicBezTo>
                        <a:pt x="1107" y="225"/>
                        <a:pt x="1106" y="226"/>
                        <a:pt x="1105" y="227"/>
                      </a:cubicBezTo>
                      <a:cubicBezTo>
                        <a:pt x="1104" y="228"/>
                        <a:pt x="1104" y="229"/>
                        <a:pt x="1103" y="231"/>
                      </a:cubicBezTo>
                      <a:cubicBezTo>
                        <a:pt x="1099" y="239"/>
                        <a:pt x="1099" y="239"/>
                        <a:pt x="1099" y="239"/>
                      </a:cubicBezTo>
                      <a:cubicBezTo>
                        <a:pt x="1122" y="251"/>
                        <a:pt x="1122" y="251"/>
                        <a:pt x="1122" y="251"/>
                      </a:cubicBezTo>
                      <a:cubicBezTo>
                        <a:pt x="1119" y="258"/>
                        <a:pt x="1119" y="258"/>
                        <a:pt x="1119" y="258"/>
                      </a:cubicBezTo>
                      <a:close/>
                      <a:moveTo>
                        <a:pt x="1093" y="236"/>
                      </a:moveTo>
                      <a:cubicBezTo>
                        <a:pt x="1100" y="221"/>
                        <a:pt x="1100" y="221"/>
                        <a:pt x="1100" y="221"/>
                      </a:cubicBezTo>
                      <a:cubicBezTo>
                        <a:pt x="1101" y="218"/>
                        <a:pt x="1102" y="215"/>
                        <a:pt x="1102" y="213"/>
                      </a:cubicBezTo>
                      <a:cubicBezTo>
                        <a:pt x="1103" y="211"/>
                        <a:pt x="1102" y="209"/>
                        <a:pt x="1101" y="207"/>
                      </a:cubicBezTo>
                      <a:cubicBezTo>
                        <a:pt x="1100" y="206"/>
                        <a:pt x="1099" y="205"/>
                        <a:pt x="1097" y="204"/>
                      </a:cubicBezTo>
                      <a:cubicBezTo>
                        <a:pt x="1095" y="202"/>
                        <a:pt x="1092" y="202"/>
                        <a:pt x="1090" y="203"/>
                      </a:cubicBezTo>
                      <a:cubicBezTo>
                        <a:pt x="1087" y="205"/>
                        <a:pt x="1085" y="207"/>
                        <a:pt x="1083" y="211"/>
                      </a:cubicBezTo>
                      <a:cubicBezTo>
                        <a:pt x="1075" y="228"/>
                        <a:pt x="1075" y="228"/>
                        <a:pt x="1075" y="228"/>
                      </a:cubicBezTo>
                      <a:cubicBezTo>
                        <a:pt x="1093" y="236"/>
                        <a:pt x="1093" y="236"/>
                        <a:pt x="1093" y="236"/>
                      </a:cubicBezTo>
                      <a:close/>
                      <a:moveTo>
                        <a:pt x="1129" y="193"/>
                      </a:moveTo>
                      <a:cubicBezTo>
                        <a:pt x="1131" y="186"/>
                        <a:pt x="1131" y="186"/>
                        <a:pt x="1131" y="186"/>
                      </a:cubicBezTo>
                      <a:cubicBezTo>
                        <a:pt x="1134" y="187"/>
                        <a:pt x="1137" y="187"/>
                        <a:pt x="1139" y="186"/>
                      </a:cubicBezTo>
                      <a:cubicBezTo>
                        <a:pt x="1141" y="186"/>
                        <a:pt x="1143" y="184"/>
                        <a:pt x="1145" y="182"/>
                      </a:cubicBezTo>
                      <a:cubicBezTo>
                        <a:pt x="1147" y="180"/>
                        <a:pt x="1149" y="177"/>
                        <a:pt x="1150" y="174"/>
                      </a:cubicBezTo>
                      <a:cubicBezTo>
                        <a:pt x="1151" y="171"/>
                        <a:pt x="1152" y="169"/>
                        <a:pt x="1152" y="166"/>
                      </a:cubicBezTo>
                      <a:cubicBezTo>
                        <a:pt x="1152" y="164"/>
                        <a:pt x="1151" y="162"/>
                        <a:pt x="1150" y="160"/>
                      </a:cubicBezTo>
                      <a:cubicBezTo>
                        <a:pt x="1149" y="159"/>
                        <a:pt x="1147" y="158"/>
                        <a:pt x="1146" y="157"/>
                      </a:cubicBezTo>
                      <a:cubicBezTo>
                        <a:pt x="1144" y="156"/>
                        <a:pt x="1142" y="156"/>
                        <a:pt x="1141" y="157"/>
                      </a:cubicBezTo>
                      <a:cubicBezTo>
                        <a:pt x="1139" y="157"/>
                        <a:pt x="1137" y="159"/>
                        <a:pt x="1136" y="161"/>
                      </a:cubicBezTo>
                      <a:cubicBezTo>
                        <a:pt x="1134" y="162"/>
                        <a:pt x="1132" y="165"/>
                        <a:pt x="1129" y="169"/>
                      </a:cubicBezTo>
                      <a:cubicBezTo>
                        <a:pt x="1126" y="174"/>
                        <a:pt x="1124" y="177"/>
                        <a:pt x="1122" y="179"/>
                      </a:cubicBezTo>
                      <a:cubicBezTo>
                        <a:pt x="1119" y="181"/>
                        <a:pt x="1117" y="182"/>
                        <a:pt x="1114" y="183"/>
                      </a:cubicBezTo>
                      <a:cubicBezTo>
                        <a:pt x="1112" y="183"/>
                        <a:pt x="1109" y="183"/>
                        <a:pt x="1107" y="182"/>
                      </a:cubicBezTo>
                      <a:cubicBezTo>
                        <a:pt x="1104" y="181"/>
                        <a:pt x="1102" y="179"/>
                        <a:pt x="1100" y="177"/>
                      </a:cubicBezTo>
                      <a:cubicBezTo>
                        <a:pt x="1098" y="174"/>
                        <a:pt x="1097" y="171"/>
                        <a:pt x="1097" y="168"/>
                      </a:cubicBezTo>
                      <a:cubicBezTo>
                        <a:pt x="1097" y="164"/>
                        <a:pt x="1097" y="161"/>
                        <a:pt x="1099" y="157"/>
                      </a:cubicBezTo>
                      <a:cubicBezTo>
                        <a:pt x="1100" y="153"/>
                        <a:pt x="1102" y="150"/>
                        <a:pt x="1105" y="147"/>
                      </a:cubicBezTo>
                      <a:cubicBezTo>
                        <a:pt x="1107" y="144"/>
                        <a:pt x="1110" y="143"/>
                        <a:pt x="1113" y="142"/>
                      </a:cubicBezTo>
                      <a:cubicBezTo>
                        <a:pt x="1116" y="141"/>
                        <a:pt x="1120" y="141"/>
                        <a:pt x="1123" y="142"/>
                      </a:cubicBezTo>
                      <a:cubicBezTo>
                        <a:pt x="1121" y="150"/>
                        <a:pt x="1121" y="150"/>
                        <a:pt x="1121" y="150"/>
                      </a:cubicBezTo>
                      <a:cubicBezTo>
                        <a:pt x="1117" y="149"/>
                        <a:pt x="1114" y="149"/>
                        <a:pt x="1112" y="150"/>
                      </a:cubicBezTo>
                      <a:cubicBezTo>
                        <a:pt x="1109" y="152"/>
                        <a:pt x="1107" y="155"/>
                        <a:pt x="1105" y="159"/>
                      </a:cubicBezTo>
                      <a:cubicBezTo>
                        <a:pt x="1104" y="164"/>
                        <a:pt x="1103" y="167"/>
                        <a:pt x="1104" y="170"/>
                      </a:cubicBezTo>
                      <a:cubicBezTo>
                        <a:pt x="1105" y="172"/>
                        <a:pt x="1107" y="174"/>
                        <a:pt x="1109" y="175"/>
                      </a:cubicBezTo>
                      <a:cubicBezTo>
                        <a:pt x="1111" y="176"/>
                        <a:pt x="1113" y="176"/>
                        <a:pt x="1115" y="175"/>
                      </a:cubicBezTo>
                      <a:cubicBezTo>
                        <a:pt x="1116" y="174"/>
                        <a:pt x="1119" y="171"/>
                        <a:pt x="1123" y="165"/>
                      </a:cubicBezTo>
                      <a:cubicBezTo>
                        <a:pt x="1126" y="160"/>
                        <a:pt x="1129" y="156"/>
                        <a:pt x="1131" y="154"/>
                      </a:cubicBezTo>
                      <a:cubicBezTo>
                        <a:pt x="1133" y="151"/>
                        <a:pt x="1136" y="150"/>
                        <a:pt x="1139" y="149"/>
                      </a:cubicBezTo>
                      <a:cubicBezTo>
                        <a:pt x="1142" y="148"/>
                        <a:pt x="1145" y="149"/>
                        <a:pt x="1148" y="150"/>
                      </a:cubicBezTo>
                      <a:cubicBezTo>
                        <a:pt x="1151" y="151"/>
                        <a:pt x="1153" y="153"/>
                        <a:pt x="1155" y="155"/>
                      </a:cubicBezTo>
                      <a:cubicBezTo>
                        <a:pt x="1157" y="158"/>
                        <a:pt x="1158" y="161"/>
                        <a:pt x="1159" y="165"/>
                      </a:cubicBezTo>
                      <a:cubicBezTo>
                        <a:pt x="1159" y="169"/>
                        <a:pt x="1158" y="172"/>
                        <a:pt x="1157" y="176"/>
                      </a:cubicBezTo>
                      <a:cubicBezTo>
                        <a:pt x="1155" y="181"/>
                        <a:pt x="1153" y="185"/>
                        <a:pt x="1150" y="188"/>
                      </a:cubicBezTo>
                      <a:cubicBezTo>
                        <a:pt x="1147" y="191"/>
                        <a:pt x="1144" y="193"/>
                        <a:pt x="1140" y="194"/>
                      </a:cubicBezTo>
                      <a:cubicBezTo>
                        <a:pt x="1137" y="195"/>
                        <a:pt x="1133" y="194"/>
                        <a:pt x="1129" y="193"/>
                      </a:cubicBezTo>
                      <a:close/>
                      <a:moveTo>
                        <a:pt x="1169" y="138"/>
                      </a:moveTo>
                      <a:cubicBezTo>
                        <a:pt x="1111" y="123"/>
                        <a:pt x="1111" y="123"/>
                        <a:pt x="1111" y="123"/>
                      </a:cubicBezTo>
                      <a:cubicBezTo>
                        <a:pt x="1113" y="115"/>
                        <a:pt x="1113" y="115"/>
                        <a:pt x="1113" y="115"/>
                      </a:cubicBezTo>
                      <a:cubicBezTo>
                        <a:pt x="1171" y="130"/>
                        <a:pt x="1171" y="130"/>
                        <a:pt x="1171" y="130"/>
                      </a:cubicBezTo>
                      <a:cubicBezTo>
                        <a:pt x="1169" y="138"/>
                        <a:pt x="1169" y="138"/>
                        <a:pt x="1169" y="138"/>
                      </a:cubicBezTo>
                      <a:close/>
                      <a:moveTo>
                        <a:pt x="1179" y="95"/>
                      </a:moveTo>
                      <a:cubicBezTo>
                        <a:pt x="1128" y="85"/>
                        <a:pt x="1128" y="85"/>
                        <a:pt x="1128" y="85"/>
                      </a:cubicBezTo>
                      <a:cubicBezTo>
                        <a:pt x="1124" y="104"/>
                        <a:pt x="1124" y="104"/>
                        <a:pt x="1124" y="104"/>
                      </a:cubicBezTo>
                      <a:cubicBezTo>
                        <a:pt x="1117" y="102"/>
                        <a:pt x="1117" y="102"/>
                        <a:pt x="1117" y="102"/>
                      </a:cubicBezTo>
                      <a:cubicBezTo>
                        <a:pt x="1127" y="57"/>
                        <a:pt x="1127" y="57"/>
                        <a:pt x="1127" y="57"/>
                      </a:cubicBezTo>
                      <a:cubicBezTo>
                        <a:pt x="1134" y="58"/>
                        <a:pt x="1134" y="58"/>
                        <a:pt x="1134" y="58"/>
                      </a:cubicBezTo>
                      <a:cubicBezTo>
                        <a:pt x="1130" y="77"/>
                        <a:pt x="1130" y="77"/>
                        <a:pt x="1130" y="77"/>
                      </a:cubicBezTo>
                      <a:cubicBezTo>
                        <a:pt x="1181" y="88"/>
                        <a:pt x="1181" y="88"/>
                        <a:pt x="1181" y="88"/>
                      </a:cubicBezTo>
                      <a:cubicBezTo>
                        <a:pt x="1179" y="95"/>
                        <a:pt x="1179" y="95"/>
                        <a:pt x="1179" y="95"/>
                      </a:cubicBezTo>
                      <a:close/>
                      <a:moveTo>
                        <a:pt x="1189" y="37"/>
                      </a:moveTo>
                      <a:cubicBezTo>
                        <a:pt x="1164" y="35"/>
                        <a:pt x="1164" y="35"/>
                        <a:pt x="1164" y="35"/>
                      </a:cubicBezTo>
                      <a:cubicBezTo>
                        <a:pt x="1128" y="54"/>
                        <a:pt x="1128" y="54"/>
                        <a:pt x="1128" y="54"/>
                      </a:cubicBezTo>
                      <a:cubicBezTo>
                        <a:pt x="1129" y="45"/>
                        <a:pt x="1129" y="45"/>
                        <a:pt x="1129" y="45"/>
                      </a:cubicBezTo>
                      <a:cubicBezTo>
                        <a:pt x="1148" y="35"/>
                        <a:pt x="1148" y="35"/>
                        <a:pt x="1148" y="35"/>
                      </a:cubicBezTo>
                      <a:cubicBezTo>
                        <a:pt x="1152" y="33"/>
                        <a:pt x="1155" y="31"/>
                        <a:pt x="1159" y="30"/>
                      </a:cubicBezTo>
                      <a:cubicBezTo>
                        <a:pt x="1156" y="28"/>
                        <a:pt x="1152" y="25"/>
                        <a:pt x="1149" y="23"/>
                      </a:cubicBezTo>
                      <a:cubicBezTo>
                        <a:pt x="1133" y="9"/>
                        <a:pt x="1133" y="9"/>
                        <a:pt x="1133" y="9"/>
                      </a:cubicBezTo>
                      <a:cubicBezTo>
                        <a:pt x="1133" y="0"/>
                        <a:pt x="1133" y="0"/>
                        <a:pt x="1133" y="0"/>
                      </a:cubicBezTo>
                      <a:cubicBezTo>
                        <a:pt x="1165" y="27"/>
                        <a:pt x="1165" y="27"/>
                        <a:pt x="1165" y="27"/>
                      </a:cubicBezTo>
                      <a:cubicBezTo>
                        <a:pt x="1190" y="30"/>
                        <a:pt x="1190" y="30"/>
                        <a:pt x="1190" y="30"/>
                      </a:cubicBezTo>
                      <a:cubicBezTo>
                        <a:pt x="1189" y="37"/>
                        <a:pt x="1189" y="37"/>
                        <a:pt x="1189" y="37"/>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sp>
              <p:nvSpPr>
                <p:cNvPr id="40" name="Freeform 10"/>
                <p:cNvSpPr>
                  <a:spLocks noEditPoints="1"/>
                </p:cNvSpPr>
                <p:nvPr/>
              </p:nvSpPr>
              <p:spPr bwMode="auto">
                <a:xfrm>
                  <a:off x="3613942" y="2699541"/>
                  <a:ext cx="1717676" cy="1592264"/>
                </a:xfrm>
                <a:custGeom>
                  <a:avLst/>
                  <a:gdLst>
                    <a:gd name="T0" fmla="*/ 661 w 797"/>
                    <a:gd name="T1" fmla="*/ 164 h 737"/>
                    <a:gd name="T2" fmla="*/ 507 w 797"/>
                    <a:gd name="T3" fmla="*/ 633 h 737"/>
                    <a:gd name="T4" fmla="*/ 157 w 797"/>
                    <a:gd name="T5" fmla="*/ 326 h 737"/>
                    <a:gd name="T6" fmla="*/ 459 w 797"/>
                    <a:gd name="T7" fmla="*/ 542 h 737"/>
                    <a:gd name="T8" fmla="*/ 563 w 797"/>
                    <a:gd name="T9" fmla="*/ 153 h 737"/>
                    <a:gd name="T10" fmla="*/ 595 w 797"/>
                    <a:gd name="T11" fmla="*/ 251 h 737"/>
                    <a:gd name="T12" fmla="*/ 349 w 797"/>
                    <a:gd name="T13" fmla="*/ 519 h 737"/>
                    <a:gd name="T14" fmla="*/ 425 w 797"/>
                    <a:gd name="T15" fmla="*/ 267 h 737"/>
                    <a:gd name="T16" fmla="*/ 161 w 797"/>
                    <a:gd name="T17" fmla="*/ 585 h 737"/>
                    <a:gd name="T18" fmla="*/ 201 w 797"/>
                    <a:gd name="T19" fmla="*/ 321 h 737"/>
                    <a:gd name="T20" fmla="*/ 412 w 797"/>
                    <a:gd name="T21" fmla="*/ 40 h 737"/>
                    <a:gd name="T22" fmla="*/ 543 w 797"/>
                    <a:gd name="T23" fmla="*/ 0 h 737"/>
                    <a:gd name="T24" fmla="*/ 404 w 797"/>
                    <a:gd name="T25" fmla="*/ 53 h 737"/>
                    <a:gd name="T26" fmla="*/ 577 w 797"/>
                    <a:gd name="T27" fmla="*/ 2 h 737"/>
                    <a:gd name="T28" fmla="*/ 477 w 797"/>
                    <a:gd name="T29" fmla="*/ 40 h 737"/>
                    <a:gd name="T30" fmla="*/ 490 w 797"/>
                    <a:gd name="T31" fmla="*/ 42 h 737"/>
                    <a:gd name="T32" fmla="*/ 464 w 797"/>
                    <a:gd name="T33" fmla="*/ 57 h 737"/>
                    <a:gd name="T34" fmla="*/ 680 w 797"/>
                    <a:gd name="T35" fmla="*/ 11 h 737"/>
                    <a:gd name="T36" fmla="*/ 483 w 797"/>
                    <a:gd name="T37" fmla="*/ 60 h 737"/>
                    <a:gd name="T38" fmla="*/ 626 w 797"/>
                    <a:gd name="T39" fmla="*/ 29 h 737"/>
                    <a:gd name="T40" fmla="*/ 649 w 797"/>
                    <a:gd name="T41" fmla="*/ 34 h 737"/>
                    <a:gd name="T42" fmla="*/ 673 w 797"/>
                    <a:gd name="T43" fmla="*/ 44 h 737"/>
                    <a:gd name="T44" fmla="*/ 764 w 797"/>
                    <a:gd name="T45" fmla="*/ 45 h 737"/>
                    <a:gd name="T46" fmla="*/ 709 w 797"/>
                    <a:gd name="T47" fmla="*/ 47 h 737"/>
                    <a:gd name="T48" fmla="*/ 708 w 797"/>
                    <a:gd name="T49" fmla="*/ 59 h 737"/>
                    <a:gd name="T50" fmla="*/ 512 w 797"/>
                    <a:gd name="T51" fmla="*/ 93 h 737"/>
                    <a:gd name="T52" fmla="*/ 620 w 797"/>
                    <a:gd name="T53" fmla="*/ 76 h 737"/>
                    <a:gd name="T54" fmla="*/ 797 w 797"/>
                    <a:gd name="T55" fmla="*/ 75 h 737"/>
                    <a:gd name="T56" fmla="*/ 316 w 797"/>
                    <a:gd name="T57" fmla="*/ 183 h 737"/>
                    <a:gd name="T58" fmla="*/ 288 w 797"/>
                    <a:gd name="T59" fmla="*/ 306 h 737"/>
                    <a:gd name="T60" fmla="*/ 273 w 797"/>
                    <a:gd name="T61" fmla="*/ 258 h 737"/>
                    <a:gd name="T62" fmla="*/ 437 w 797"/>
                    <a:gd name="T63" fmla="*/ 2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7" h="737">
                      <a:moveTo>
                        <a:pt x="563" y="153"/>
                      </a:moveTo>
                      <a:cubicBezTo>
                        <a:pt x="596" y="154"/>
                        <a:pt x="629" y="155"/>
                        <a:pt x="661" y="164"/>
                      </a:cubicBezTo>
                      <a:cubicBezTo>
                        <a:pt x="734" y="186"/>
                        <a:pt x="782" y="256"/>
                        <a:pt x="772" y="332"/>
                      </a:cubicBezTo>
                      <a:cubicBezTo>
                        <a:pt x="758" y="435"/>
                        <a:pt x="656" y="560"/>
                        <a:pt x="507" y="633"/>
                      </a:cubicBezTo>
                      <a:cubicBezTo>
                        <a:pt x="312" y="737"/>
                        <a:pt x="104" y="734"/>
                        <a:pt x="45" y="621"/>
                      </a:cubicBezTo>
                      <a:cubicBezTo>
                        <a:pt x="0" y="538"/>
                        <a:pt x="37" y="411"/>
                        <a:pt x="157" y="326"/>
                      </a:cubicBezTo>
                      <a:cubicBezTo>
                        <a:pt x="112" y="366"/>
                        <a:pt x="50" y="469"/>
                        <a:pt x="84" y="540"/>
                      </a:cubicBezTo>
                      <a:cubicBezTo>
                        <a:pt x="139" y="648"/>
                        <a:pt x="302" y="634"/>
                        <a:pt x="459" y="542"/>
                      </a:cubicBezTo>
                      <a:cubicBezTo>
                        <a:pt x="562" y="484"/>
                        <a:pt x="635" y="405"/>
                        <a:pt x="666" y="338"/>
                      </a:cubicBezTo>
                      <a:cubicBezTo>
                        <a:pt x="717" y="229"/>
                        <a:pt x="648" y="173"/>
                        <a:pt x="563" y="153"/>
                      </a:cubicBezTo>
                      <a:close/>
                      <a:moveTo>
                        <a:pt x="437" y="237"/>
                      </a:moveTo>
                      <a:cubicBezTo>
                        <a:pt x="491" y="211"/>
                        <a:pt x="569" y="197"/>
                        <a:pt x="595" y="251"/>
                      </a:cubicBezTo>
                      <a:cubicBezTo>
                        <a:pt x="622" y="313"/>
                        <a:pt x="587" y="385"/>
                        <a:pt x="539" y="432"/>
                      </a:cubicBezTo>
                      <a:cubicBezTo>
                        <a:pt x="477" y="493"/>
                        <a:pt x="405" y="515"/>
                        <a:pt x="349" y="519"/>
                      </a:cubicBezTo>
                      <a:cubicBezTo>
                        <a:pt x="422" y="497"/>
                        <a:pt x="544" y="392"/>
                        <a:pt x="524" y="299"/>
                      </a:cubicBezTo>
                      <a:cubicBezTo>
                        <a:pt x="512" y="246"/>
                        <a:pt x="463" y="255"/>
                        <a:pt x="425" y="267"/>
                      </a:cubicBezTo>
                      <a:cubicBezTo>
                        <a:pt x="297" y="586"/>
                        <a:pt x="297" y="586"/>
                        <a:pt x="297" y="586"/>
                      </a:cubicBezTo>
                      <a:cubicBezTo>
                        <a:pt x="259" y="602"/>
                        <a:pt x="200" y="599"/>
                        <a:pt x="161" y="585"/>
                      </a:cubicBezTo>
                      <a:cubicBezTo>
                        <a:pt x="280" y="326"/>
                        <a:pt x="280" y="326"/>
                        <a:pt x="280" y="326"/>
                      </a:cubicBezTo>
                      <a:cubicBezTo>
                        <a:pt x="260" y="329"/>
                        <a:pt x="227" y="334"/>
                        <a:pt x="201" y="321"/>
                      </a:cubicBezTo>
                      <a:cubicBezTo>
                        <a:pt x="158" y="299"/>
                        <a:pt x="166" y="247"/>
                        <a:pt x="192" y="211"/>
                      </a:cubicBezTo>
                      <a:cubicBezTo>
                        <a:pt x="247" y="133"/>
                        <a:pt x="325" y="77"/>
                        <a:pt x="412" y="40"/>
                      </a:cubicBezTo>
                      <a:cubicBezTo>
                        <a:pt x="448" y="25"/>
                        <a:pt x="483" y="13"/>
                        <a:pt x="520" y="3"/>
                      </a:cubicBezTo>
                      <a:cubicBezTo>
                        <a:pt x="525" y="2"/>
                        <a:pt x="537" y="0"/>
                        <a:pt x="543" y="0"/>
                      </a:cubicBezTo>
                      <a:cubicBezTo>
                        <a:pt x="536" y="3"/>
                        <a:pt x="528" y="4"/>
                        <a:pt x="524" y="5"/>
                      </a:cubicBezTo>
                      <a:cubicBezTo>
                        <a:pt x="488" y="15"/>
                        <a:pt x="429" y="37"/>
                        <a:pt x="404" y="53"/>
                      </a:cubicBezTo>
                      <a:cubicBezTo>
                        <a:pt x="401" y="54"/>
                        <a:pt x="399" y="57"/>
                        <a:pt x="395" y="60"/>
                      </a:cubicBezTo>
                      <a:cubicBezTo>
                        <a:pt x="400" y="59"/>
                        <a:pt x="508" y="8"/>
                        <a:pt x="577" y="2"/>
                      </a:cubicBezTo>
                      <a:cubicBezTo>
                        <a:pt x="517" y="18"/>
                        <a:pt x="424" y="51"/>
                        <a:pt x="430" y="58"/>
                      </a:cubicBezTo>
                      <a:cubicBezTo>
                        <a:pt x="430" y="58"/>
                        <a:pt x="455" y="49"/>
                        <a:pt x="477" y="40"/>
                      </a:cubicBezTo>
                      <a:cubicBezTo>
                        <a:pt x="529" y="20"/>
                        <a:pt x="582" y="3"/>
                        <a:pt x="642" y="1"/>
                      </a:cubicBezTo>
                      <a:cubicBezTo>
                        <a:pt x="590" y="9"/>
                        <a:pt x="539" y="23"/>
                        <a:pt x="490" y="42"/>
                      </a:cubicBezTo>
                      <a:cubicBezTo>
                        <a:pt x="476" y="48"/>
                        <a:pt x="462" y="54"/>
                        <a:pt x="458" y="57"/>
                      </a:cubicBezTo>
                      <a:cubicBezTo>
                        <a:pt x="460" y="57"/>
                        <a:pt x="462" y="57"/>
                        <a:pt x="464" y="57"/>
                      </a:cubicBezTo>
                      <a:cubicBezTo>
                        <a:pt x="491" y="48"/>
                        <a:pt x="541" y="30"/>
                        <a:pt x="578" y="23"/>
                      </a:cubicBezTo>
                      <a:cubicBezTo>
                        <a:pt x="602" y="18"/>
                        <a:pt x="643" y="8"/>
                        <a:pt x="680" y="11"/>
                      </a:cubicBezTo>
                      <a:cubicBezTo>
                        <a:pt x="680" y="10"/>
                        <a:pt x="626" y="18"/>
                        <a:pt x="615" y="20"/>
                      </a:cubicBezTo>
                      <a:cubicBezTo>
                        <a:pt x="582" y="27"/>
                        <a:pt x="503" y="46"/>
                        <a:pt x="483" y="60"/>
                      </a:cubicBezTo>
                      <a:cubicBezTo>
                        <a:pt x="503" y="55"/>
                        <a:pt x="523" y="49"/>
                        <a:pt x="544" y="44"/>
                      </a:cubicBezTo>
                      <a:cubicBezTo>
                        <a:pt x="572" y="37"/>
                        <a:pt x="606" y="30"/>
                        <a:pt x="626" y="29"/>
                      </a:cubicBezTo>
                      <a:cubicBezTo>
                        <a:pt x="626" y="28"/>
                        <a:pt x="512" y="54"/>
                        <a:pt x="498" y="67"/>
                      </a:cubicBezTo>
                      <a:cubicBezTo>
                        <a:pt x="552" y="51"/>
                        <a:pt x="600" y="37"/>
                        <a:pt x="649" y="34"/>
                      </a:cubicBezTo>
                      <a:cubicBezTo>
                        <a:pt x="648" y="36"/>
                        <a:pt x="541" y="54"/>
                        <a:pt x="522" y="69"/>
                      </a:cubicBezTo>
                      <a:cubicBezTo>
                        <a:pt x="514" y="68"/>
                        <a:pt x="627" y="46"/>
                        <a:pt x="673" y="44"/>
                      </a:cubicBezTo>
                      <a:cubicBezTo>
                        <a:pt x="701" y="42"/>
                        <a:pt x="768" y="42"/>
                        <a:pt x="771" y="45"/>
                      </a:cubicBezTo>
                      <a:cubicBezTo>
                        <a:pt x="771" y="45"/>
                        <a:pt x="764" y="45"/>
                        <a:pt x="764" y="45"/>
                      </a:cubicBezTo>
                      <a:cubicBezTo>
                        <a:pt x="764" y="45"/>
                        <a:pt x="763" y="45"/>
                        <a:pt x="763" y="45"/>
                      </a:cubicBezTo>
                      <a:cubicBezTo>
                        <a:pt x="745" y="45"/>
                        <a:pt x="727" y="46"/>
                        <a:pt x="709" y="47"/>
                      </a:cubicBezTo>
                      <a:cubicBezTo>
                        <a:pt x="666" y="50"/>
                        <a:pt x="566" y="63"/>
                        <a:pt x="543" y="73"/>
                      </a:cubicBezTo>
                      <a:cubicBezTo>
                        <a:pt x="553" y="70"/>
                        <a:pt x="667" y="55"/>
                        <a:pt x="708" y="59"/>
                      </a:cubicBezTo>
                      <a:cubicBezTo>
                        <a:pt x="662" y="61"/>
                        <a:pt x="576" y="70"/>
                        <a:pt x="532" y="85"/>
                      </a:cubicBezTo>
                      <a:cubicBezTo>
                        <a:pt x="530" y="85"/>
                        <a:pt x="512" y="92"/>
                        <a:pt x="512" y="93"/>
                      </a:cubicBezTo>
                      <a:cubicBezTo>
                        <a:pt x="524" y="93"/>
                        <a:pt x="539" y="88"/>
                        <a:pt x="550" y="86"/>
                      </a:cubicBezTo>
                      <a:cubicBezTo>
                        <a:pt x="569" y="83"/>
                        <a:pt x="594" y="79"/>
                        <a:pt x="620" y="76"/>
                      </a:cubicBezTo>
                      <a:cubicBezTo>
                        <a:pt x="682" y="69"/>
                        <a:pt x="758" y="70"/>
                        <a:pt x="786" y="73"/>
                      </a:cubicBezTo>
                      <a:cubicBezTo>
                        <a:pt x="786" y="73"/>
                        <a:pt x="797" y="74"/>
                        <a:pt x="797" y="75"/>
                      </a:cubicBezTo>
                      <a:cubicBezTo>
                        <a:pt x="706" y="71"/>
                        <a:pt x="603" y="82"/>
                        <a:pt x="522" y="101"/>
                      </a:cubicBezTo>
                      <a:cubicBezTo>
                        <a:pt x="451" y="118"/>
                        <a:pt x="378" y="146"/>
                        <a:pt x="316" y="183"/>
                      </a:cubicBezTo>
                      <a:cubicBezTo>
                        <a:pt x="299" y="193"/>
                        <a:pt x="216" y="249"/>
                        <a:pt x="226" y="285"/>
                      </a:cubicBezTo>
                      <a:cubicBezTo>
                        <a:pt x="231" y="304"/>
                        <a:pt x="266" y="312"/>
                        <a:pt x="288" y="306"/>
                      </a:cubicBezTo>
                      <a:cubicBezTo>
                        <a:pt x="289" y="304"/>
                        <a:pt x="291" y="299"/>
                        <a:pt x="292" y="293"/>
                      </a:cubicBezTo>
                      <a:cubicBezTo>
                        <a:pt x="297" y="275"/>
                        <a:pt x="280" y="260"/>
                        <a:pt x="273" y="258"/>
                      </a:cubicBezTo>
                      <a:cubicBezTo>
                        <a:pt x="273" y="257"/>
                        <a:pt x="459" y="153"/>
                        <a:pt x="474" y="146"/>
                      </a:cubicBezTo>
                      <a:cubicBezTo>
                        <a:pt x="437" y="237"/>
                        <a:pt x="437" y="237"/>
                        <a:pt x="437" y="237"/>
                      </a:cubicBezTo>
                      <a:close/>
                    </a:path>
                  </a:pathLst>
                </a:custGeom>
                <a:grpFill/>
                <a:ln>
                  <a:noFill/>
                </a:ln>
              </p:spPr>
              <p:txBody>
                <a:bodyPr vert="horz" wrap="square" lIns="91440" tIns="45720" rIns="91440" bIns="45720" numCol="1" anchor="t" anchorCtr="0" compatLnSpc="1"/>
                <a:lstStyle/>
                <a:p>
                  <a:endParaRPr lang="zh-CN" altLang="en-US" dirty="0">
                    <a:solidFill>
                      <a:schemeClr val="bg1"/>
                    </a:solidFill>
                    <a:cs typeface="+mn-ea"/>
                    <a:sym typeface="+mn-lt"/>
                  </a:endParaRPr>
                </a:p>
              </p:txBody>
            </p:sp>
          </p:grpSp>
          <p:sp>
            <p:nvSpPr>
              <p:cNvPr id="35" name="椭圆 34"/>
              <p:cNvSpPr/>
              <p:nvPr/>
            </p:nvSpPr>
            <p:spPr>
              <a:xfrm>
                <a:off x="4700072" y="1033381"/>
                <a:ext cx="564659" cy="564657"/>
              </a:xfrm>
              <a:prstGeom prst="ellipse">
                <a:avLst/>
              </a:prstGeom>
              <a:noFill/>
              <a:ln w="3175">
                <a:solidFill>
                  <a:schemeClr val="bg1">
                    <a:alpha val="9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Freeform 11"/>
              <p:cNvSpPr>
                <a:spLocks noEditPoints="1"/>
              </p:cNvSpPr>
              <p:nvPr/>
            </p:nvSpPr>
            <p:spPr bwMode="auto">
              <a:xfrm>
                <a:off x="4852771" y="1481404"/>
                <a:ext cx="135358" cy="48729"/>
              </a:xfrm>
              <a:custGeom>
                <a:avLst/>
                <a:gdLst>
                  <a:gd name="T0" fmla="*/ 10 w 221"/>
                  <a:gd name="T1" fmla="*/ 47 h 79"/>
                  <a:gd name="T2" fmla="*/ 0 w 221"/>
                  <a:gd name="T3" fmla="*/ 42 h 79"/>
                  <a:gd name="T4" fmla="*/ 21 w 221"/>
                  <a:gd name="T5" fmla="*/ 36 h 79"/>
                  <a:gd name="T6" fmla="*/ 9 w 221"/>
                  <a:gd name="T7" fmla="*/ 79 h 79"/>
                  <a:gd name="T8" fmla="*/ 118 w 221"/>
                  <a:gd name="T9" fmla="*/ 28 h 79"/>
                  <a:gd name="T10" fmla="*/ 141 w 221"/>
                  <a:gd name="T11" fmla="*/ 36 h 79"/>
                  <a:gd name="T12" fmla="*/ 156 w 221"/>
                  <a:gd name="T13" fmla="*/ 42 h 79"/>
                  <a:gd name="T14" fmla="*/ 156 w 221"/>
                  <a:gd name="T15" fmla="*/ 58 h 79"/>
                  <a:gd name="T16" fmla="*/ 117 w 221"/>
                  <a:gd name="T17" fmla="*/ 68 h 79"/>
                  <a:gd name="T18" fmla="*/ 144 w 221"/>
                  <a:gd name="T19" fmla="*/ 59 h 79"/>
                  <a:gd name="T20" fmla="*/ 146 w 221"/>
                  <a:gd name="T21" fmla="*/ 44 h 79"/>
                  <a:gd name="T22" fmla="*/ 136 w 221"/>
                  <a:gd name="T23" fmla="*/ 41 h 79"/>
                  <a:gd name="T24" fmla="*/ 108 w 221"/>
                  <a:gd name="T25" fmla="*/ 27 h 79"/>
                  <a:gd name="T26" fmla="*/ 151 w 221"/>
                  <a:gd name="T27" fmla="*/ 20 h 79"/>
                  <a:gd name="T28" fmla="*/ 78 w 221"/>
                  <a:gd name="T29" fmla="*/ 31 h 79"/>
                  <a:gd name="T30" fmla="*/ 90 w 221"/>
                  <a:gd name="T31" fmla="*/ 39 h 79"/>
                  <a:gd name="T32" fmla="*/ 92 w 221"/>
                  <a:gd name="T33" fmla="*/ 61 h 79"/>
                  <a:gd name="T34" fmla="*/ 77 w 221"/>
                  <a:gd name="T35" fmla="*/ 74 h 79"/>
                  <a:gd name="T36" fmla="*/ 50 w 221"/>
                  <a:gd name="T37" fmla="*/ 73 h 79"/>
                  <a:gd name="T38" fmla="*/ 83 w 221"/>
                  <a:gd name="T39" fmla="*/ 65 h 79"/>
                  <a:gd name="T40" fmla="*/ 78 w 221"/>
                  <a:gd name="T41" fmla="*/ 57 h 79"/>
                  <a:gd name="T42" fmla="*/ 49 w 221"/>
                  <a:gd name="T43" fmla="*/ 53 h 79"/>
                  <a:gd name="T44" fmla="*/ 53 w 221"/>
                  <a:gd name="T45" fmla="*/ 34 h 79"/>
                  <a:gd name="T46" fmla="*/ 77 w 221"/>
                  <a:gd name="T47" fmla="*/ 36 h 79"/>
                  <a:gd name="T48" fmla="*/ 61 w 221"/>
                  <a:gd name="T49" fmla="*/ 37 h 79"/>
                  <a:gd name="T50" fmla="*/ 56 w 221"/>
                  <a:gd name="T51" fmla="*/ 44 h 79"/>
                  <a:gd name="T52" fmla="*/ 58 w 221"/>
                  <a:gd name="T53" fmla="*/ 54 h 79"/>
                  <a:gd name="T54" fmla="*/ 77 w 221"/>
                  <a:gd name="T55" fmla="*/ 54 h 79"/>
                  <a:gd name="T56" fmla="*/ 80 w 221"/>
                  <a:gd name="T57" fmla="*/ 40 h 79"/>
                  <a:gd name="T58" fmla="*/ 188 w 221"/>
                  <a:gd name="T59" fmla="*/ 50 h 79"/>
                  <a:gd name="T60" fmla="*/ 220 w 221"/>
                  <a:gd name="T61" fmla="*/ 32 h 79"/>
                  <a:gd name="T62" fmla="*/ 209 w 221"/>
                  <a:gd name="T63" fmla="*/ 19 h 79"/>
                  <a:gd name="T64" fmla="*/ 212 w 221"/>
                  <a:gd name="T65" fmla="*/ 5 h 79"/>
                  <a:gd name="T66" fmla="*/ 175 w 221"/>
                  <a:gd name="T67" fmla="*/ 10 h 79"/>
                  <a:gd name="T68" fmla="*/ 173 w 221"/>
                  <a:gd name="T69" fmla="*/ 23 h 79"/>
                  <a:gd name="T70" fmla="*/ 177 w 221"/>
                  <a:gd name="T71" fmla="*/ 36 h 79"/>
                  <a:gd name="T72" fmla="*/ 188 w 221"/>
                  <a:gd name="T73" fmla="*/ 50 h 79"/>
                  <a:gd name="T74" fmla="*/ 198 w 221"/>
                  <a:gd name="T75" fmla="*/ 6 h 79"/>
                  <a:gd name="T76" fmla="*/ 204 w 221"/>
                  <a:gd name="T77" fmla="*/ 15 h 79"/>
                  <a:gd name="T78" fmla="*/ 187 w 221"/>
                  <a:gd name="T79" fmla="*/ 24 h 79"/>
                  <a:gd name="T80" fmla="*/ 181 w 221"/>
                  <a:gd name="T81" fmla="*/ 15 h 79"/>
                  <a:gd name="T82" fmla="*/ 193 w 221"/>
                  <a:gd name="T83" fmla="*/ 44 h 79"/>
                  <a:gd name="T84" fmla="*/ 210 w 221"/>
                  <a:gd name="T85" fmla="*/ 35 h 79"/>
                  <a:gd name="T86" fmla="*/ 203 w 221"/>
                  <a:gd name="T87" fmla="*/ 23 h 79"/>
                  <a:gd name="T88" fmla="*/ 186 w 221"/>
                  <a:gd name="T89" fmla="*/ 32 h 79"/>
                  <a:gd name="T90" fmla="*/ 193 w 22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79">
                    <a:moveTo>
                      <a:pt x="9" y="79"/>
                    </a:moveTo>
                    <a:cubicBezTo>
                      <a:pt x="10" y="47"/>
                      <a:pt x="10" y="47"/>
                      <a:pt x="10" y="47"/>
                    </a:cubicBezTo>
                    <a:cubicBezTo>
                      <a:pt x="0" y="46"/>
                      <a:pt x="0" y="46"/>
                      <a:pt x="0" y="46"/>
                    </a:cubicBezTo>
                    <a:cubicBezTo>
                      <a:pt x="0" y="42"/>
                      <a:pt x="0" y="42"/>
                      <a:pt x="0" y="42"/>
                    </a:cubicBezTo>
                    <a:cubicBezTo>
                      <a:pt x="14" y="36"/>
                      <a:pt x="14" y="36"/>
                      <a:pt x="14" y="36"/>
                    </a:cubicBezTo>
                    <a:cubicBezTo>
                      <a:pt x="21" y="36"/>
                      <a:pt x="21" y="36"/>
                      <a:pt x="21" y="36"/>
                    </a:cubicBezTo>
                    <a:cubicBezTo>
                      <a:pt x="20" y="79"/>
                      <a:pt x="20" y="79"/>
                      <a:pt x="20" y="79"/>
                    </a:cubicBezTo>
                    <a:cubicBezTo>
                      <a:pt x="9" y="79"/>
                      <a:pt x="9" y="79"/>
                      <a:pt x="9" y="79"/>
                    </a:cubicBezTo>
                    <a:close/>
                    <a:moveTo>
                      <a:pt x="151" y="20"/>
                    </a:moveTo>
                    <a:cubicBezTo>
                      <a:pt x="118" y="28"/>
                      <a:pt x="118" y="28"/>
                      <a:pt x="118" y="28"/>
                    </a:cubicBezTo>
                    <a:cubicBezTo>
                      <a:pt x="121" y="41"/>
                      <a:pt x="121" y="41"/>
                      <a:pt x="121" y="41"/>
                    </a:cubicBezTo>
                    <a:cubicBezTo>
                      <a:pt x="141" y="36"/>
                      <a:pt x="141" y="36"/>
                      <a:pt x="141" y="36"/>
                    </a:cubicBezTo>
                    <a:cubicBezTo>
                      <a:pt x="144" y="36"/>
                      <a:pt x="147" y="35"/>
                      <a:pt x="149" y="35"/>
                    </a:cubicBezTo>
                    <a:cubicBezTo>
                      <a:pt x="153" y="36"/>
                      <a:pt x="156" y="39"/>
                      <a:pt x="156" y="42"/>
                    </a:cubicBezTo>
                    <a:cubicBezTo>
                      <a:pt x="158" y="50"/>
                      <a:pt x="158" y="50"/>
                      <a:pt x="158" y="50"/>
                    </a:cubicBezTo>
                    <a:cubicBezTo>
                      <a:pt x="159" y="53"/>
                      <a:pt x="158" y="56"/>
                      <a:pt x="156" y="58"/>
                    </a:cubicBezTo>
                    <a:cubicBezTo>
                      <a:pt x="155" y="59"/>
                      <a:pt x="153" y="60"/>
                      <a:pt x="151" y="60"/>
                    </a:cubicBezTo>
                    <a:cubicBezTo>
                      <a:pt x="117" y="68"/>
                      <a:pt x="117" y="68"/>
                      <a:pt x="117" y="68"/>
                    </a:cubicBezTo>
                    <a:cubicBezTo>
                      <a:pt x="116" y="65"/>
                      <a:pt x="116" y="65"/>
                      <a:pt x="116" y="65"/>
                    </a:cubicBezTo>
                    <a:cubicBezTo>
                      <a:pt x="125" y="63"/>
                      <a:pt x="135" y="61"/>
                      <a:pt x="144" y="59"/>
                    </a:cubicBezTo>
                    <a:cubicBezTo>
                      <a:pt x="147" y="58"/>
                      <a:pt x="149" y="56"/>
                      <a:pt x="148" y="53"/>
                    </a:cubicBezTo>
                    <a:cubicBezTo>
                      <a:pt x="146" y="44"/>
                      <a:pt x="146" y="44"/>
                      <a:pt x="146" y="44"/>
                    </a:cubicBezTo>
                    <a:cubicBezTo>
                      <a:pt x="145" y="41"/>
                      <a:pt x="143" y="40"/>
                      <a:pt x="140" y="40"/>
                    </a:cubicBezTo>
                    <a:cubicBezTo>
                      <a:pt x="139" y="41"/>
                      <a:pt x="137" y="41"/>
                      <a:pt x="136" y="41"/>
                    </a:cubicBezTo>
                    <a:cubicBezTo>
                      <a:pt x="112" y="47"/>
                      <a:pt x="112" y="47"/>
                      <a:pt x="112" y="47"/>
                    </a:cubicBezTo>
                    <a:cubicBezTo>
                      <a:pt x="108" y="27"/>
                      <a:pt x="108" y="27"/>
                      <a:pt x="108" y="27"/>
                    </a:cubicBezTo>
                    <a:cubicBezTo>
                      <a:pt x="151" y="17"/>
                      <a:pt x="151" y="17"/>
                      <a:pt x="151" y="17"/>
                    </a:cubicBezTo>
                    <a:cubicBezTo>
                      <a:pt x="151" y="20"/>
                      <a:pt x="151" y="20"/>
                      <a:pt x="151" y="20"/>
                    </a:cubicBezTo>
                    <a:close/>
                    <a:moveTo>
                      <a:pt x="53" y="34"/>
                    </a:moveTo>
                    <a:cubicBezTo>
                      <a:pt x="61" y="33"/>
                      <a:pt x="70" y="32"/>
                      <a:pt x="78" y="31"/>
                    </a:cubicBezTo>
                    <a:cubicBezTo>
                      <a:pt x="81" y="31"/>
                      <a:pt x="82" y="31"/>
                      <a:pt x="83" y="31"/>
                    </a:cubicBezTo>
                    <a:cubicBezTo>
                      <a:pt x="88" y="32"/>
                      <a:pt x="89" y="35"/>
                      <a:pt x="90" y="39"/>
                    </a:cubicBezTo>
                    <a:cubicBezTo>
                      <a:pt x="90" y="40"/>
                      <a:pt x="90" y="42"/>
                      <a:pt x="91" y="44"/>
                    </a:cubicBezTo>
                    <a:cubicBezTo>
                      <a:pt x="92" y="61"/>
                      <a:pt x="92" y="61"/>
                      <a:pt x="92" y="61"/>
                    </a:cubicBezTo>
                    <a:cubicBezTo>
                      <a:pt x="93" y="67"/>
                      <a:pt x="91" y="70"/>
                      <a:pt x="86" y="72"/>
                    </a:cubicBezTo>
                    <a:cubicBezTo>
                      <a:pt x="83" y="73"/>
                      <a:pt x="80" y="74"/>
                      <a:pt x="77" y="74"/>
                    </a:cubicBezTo>
                    <a:cubicBezTo>
                      <a:pt x="68" y="75"/>
                      <a:pt x="59" y="76"/>
                      <a:pt x="51" y="76"/>
                    </a:cubicBezTo>
                    <a:cubicBezTo>
                      <a:pt x="50" y="73"/>
                      <a:pt x="50" y="73"/>
                      <a:pt x="50" y="73"/>
                    </a:cubicBezTo>
                    <a:cubicBezTo>
                      <a:pt x="58" y="72"/>
                      <a:pt x="67" y="72"/>
                      <a:pt x="77" y="71"/>
                    </a:cubicBezTo>
                    <a:cubicBezTo>
                      <a:pt x="81" y="70"/>
                      <a:pt x="83" y="69"/>
                      <a:pt x="83" y="65"/>
                    </a:cubicBezTo>
                    <a:cubicBezTo>
                      <a:pt x="82" y="54"/>
                      <a:pt x="82" y="54"/>
                      <a:pt x="82" y="54"/>
                    </a:cubicBezTo>
                    <a:cubicBezTo>
                      <a:pt x="81" y="56"/>
                      <a:pt x="81" y="57"/>
                      <a:pt x="78" y="57"/>
                    </a:cubicBezTo>
                    <a:cubicBezTo>
                      <a:pt x="70" y="59"/>
                      <a:pt x="63" y="59"/>
                      <a:pt x="56" y="59"/>
                    </a:cubicBezTo>
                    <a:cubicBezTo>
                      <a:pt x="52" y="60"/>
                      <a:pt x="49" y="57"/>
                      <a:pt x="49" y="53"/>
                    </a:cubicBezTo>
                    <a:cubicBezTo>
                      <a:pt x="47" y="41"/>
                      <a:pt x="47" y="41"/>
                      <a:pt x="47" y="41"/>
                    </a:cubicBezTo>
                    <a:cubicBezTo>
                      <a:pt x="47" y="37"/>
                      <a:pt x="50" y="34"/>
                      <a:pt x="53" y="34"/>
                    </a:cubicBezTo>
                    <a:close/>
                    <a:moveTo>
                      <a:pt x="80" y="38"/>
                    </a:moveTo>
                    <a:cubicBezTo>
                      <a:pt x="79" y="37"/>
                      <a:pt x="79" y="36"/>
                      <a:pt x="77" y="36"/>
                    </a:cubicBezTo>
                    <a:cubicBezTo>
                      <a:pt x="76" y="35"/>
                      <a:pt x="75" y="35"/>
                      <a:pt x="73" y="36"/>
                    </a:cubicBezTo>
                    <a:cubicBezTo>
                      <a:pt x="61" y="37"/>
                      <a:pt x="61" y="37"/>
                      <a:pt x="61" y="37"/>
                    </a:cubicBezTo>
                    <a:cubicBezTo>
                      <a:pt x="59" y="37"/>
                      <a:pt x="58" y="37"/>
                      <a:pt x="57" y="38"/>
                    </a:cubicBezTo>
                    <a:cubicBezTo>
                      <a:pt x="56" y="39"/>
                      <a:pt x="56" y="41"/>
                      <a:pt x="56" y="44"/>
                    </a:cubicBezTo>
                    <a:cubicBezTo>
                      <a:pt x="56" y="50"/>
                      <a:pt x="56" y="50"/>
                      <a:pt x="56" y="50"/>
                    </a:cubicBezTo>
                    <a:cubicBezTo>
                      <a:pt x="57" y="52"/>
                      <a:pt x="57" y="53"/>
                      <a:pt x="58" y="54"/>
                    </a:cubicBezTo>
                    <a:cubicBezTo>
                      <a:pt x="59" y="55"/>
                      <a:pt x="60" y="55"/>
                      <a:pt x="62" y="55"/>
                    </a:cubicBezTo>
                    <a:cubicBezTo>
                      <a:pt x="77" y="54"/>
                      <a:pt x="77" y="54"/>
                      <a:pt x="77" y="54"/>
                    </a:cubicBezTo>
                    <a:cubicBezTo>
                      <a:pt x="80" y="53"/>
                      <a:pt x="81" y="51"/>
                      <a:pt x="81" y="48"/>
                    </a:cubicBezTo>
                    <a:cubicBezTo>
                      <a:pt x="80" y="40"/>
                      <a:pt x="80" y="40"/>
                      <a:pt x="80" y="40"/>
                    </a:cubicBezTo>
                    <a:cubicBezTo>
                      <a:pt x="80" y="39"/>
                      <a:pt x="80" y="39"/>
                      <a:pt x="80" y="38"/>
                    </a:cubicBezTo>
                    <a:close/>
                    <a:moveTo>
                      <a:pt x="188" y="50"/>
                    </a:moveTo>
                    <a:cubicBezTo>
                      <a:pt x="216" y="41"/>
                      <a:pt x="216" y="41"/>
                      <a:pt x="216" y="41"/>
                    </a:cubicBezTo>
                    <a:cubicBezTo>
                      <a:pt x="219" y="40"/>
                      <a:pt x="221" y="36"/>
                      <a:pt x="220" y="32"/>
                    </a:cubicBezTo>
                    <a:cubicBezTo>
                      <a:pt x="217" y="23"/>
                      <a:pt x="217" y="23"/>
                      <a:pt x="217" y="23"/>
                    </a:cubicBezTo>
                    <a:cubicBezTo>
                      <a:pt x="216" y="20"/>
                      <a:pt x="213" y="18"/>
                      <a:pt x="209" y="19"/>
                    </a:cubicBezTo>
                    <a:cubicBezTo>
                      <a:pt x="213" y="18"/>
                      <a:pt x="215" y="14"/>
                      <a:pt x="214" y="11"/>
                    </a:cubicBezTo>
                    <a:cubicBezTo>
                      <a:pt x="212" y="5"/>
                      <a:pt x="212" y="5"/>
                      <a:pt x="212" y="5"/>
                    </a:cubicBezTo>
                    <a:cubicBezTo>
                      <a:pt x="211" y="2"/>
                      <a:pt x="207" y="0"/>
                      <a:pt x="204" y="1"/>
                    </a:cubicBezTo>
                    <a:cubicBezTo>
                      <a:pt x="175" y="10"/>
                      <a:pt x="175" y="10"/>
                      <a:pt x="175" y="10"/>
                    </a:cubicBezTo>
                    <a:cubicBezTo>
                      <a:pt x="172" y="11"/>
                      <a:pt x="170" y="14"/>
                      <a:pt x="171" y="18"/>
                    </a:cubicBezTo>
                    <a:cubicBezTo>
                      <a:pt x="173" y="23"/>
                      <a:pt x="173" y="23"/>
                      <a:pt x="173" y="23"/>
                    </a:cubicBezTo>
                    <a:cubicBezTo>
                      <a:pt x="174" y="27"/>
                      <a:pt x="177" y="29"/>
                      <a:pt x="181" y="28"/>
                    </a:cubicBezTo>
                    <a:cubicBezTo>
                      <a:pt x="177" y="29"/>
                      <a:pt x="175" y="33"/>
                      <a:pt x="177" y="36"/>
                    </a:cubicBezTo>
                    <a:cubicBezTo>
                      <a:pt x="179" y="45"/>
                      <a:pt x="179" y="45"/>
                      <a:pt x="179" y="45"/>
                    </a:cubicBezTo>
                    <a:cubicBezTo>
                      <a:pt x="181" y="49"/>
                      <a:pt x="184" y="51"/>
                      <a:pt x="188" y="50"/>
                    </a:cubicBezTo>
                    <a:close/>
                    <a:moveTo>
                      <a:pt x="183" y="11"/>
                    </a:moveTo>
                    <a:cubicBezTo>
                      <a:pt x="198" y="6"/>
                      <a:pt x="198" y="6"/>
                      <a:pt x="198" y="6"/>
                    </a:cubicBezTo>
                    <a:cubicBezTo>
                      <a:pt x="200" y="6"/>
                      <a:pt x="202" y="7"/>
                      <a:pt x="202" y="9"/>
                    </a:cubicBezTo>
                    <a:cubicBezTo>
                      <a:pt x="204" y="15"/>
                      <a:pt x="204" y="15"/>
                      <a:pt x="204" y="15"/>
                    </a:cubicBezTo>
                    <a:cubicBezTo>
                      <a:pt x="205" y="17"/>
                      <a:pt x="204" y="19"/>
                      <a:pt x="202" y="20"/>
                    </a:cubicBezTo>
                    <a:cubicBezTo>
                      <a:pt x="187" y="24"/>
                      <a:pt x="187" y="24"/>
                      <a:pt x="187" y="24"/>
                    </a:cubicBezTo>
                    <a:cubicBezTo>
                      <a:pt x="186" y="25"/>
                      <a:pt x="184" y="24"/>
                      <a:pt x="183" y="22"/>
                    </a:cubicBezTo>
                    <a:cubicBezTo>
                      <a:pt x="181" y="15"/>
                      <a:pt x="181" y="15"/>
                      <a:pt x="181" y="15"/>
                    </a:cubicBezTo>
                    <a:cubicBezTo>
                      <a:pt x="180" y="13"/>
                      <a:pt x="181" y="12"/>
                      <a:pt x="183" y="11"/>
                    </a:cubicBezTo>
                    <a:close/>
                    <a:moveTo>
                      <a:pt x="193" y="44"/>
                    </a:moveTo>
                    <a:cubicBezTo>
                      <a:pt x="208" y="39"/>
                      <a:pt x="208" y="39"/>
                      <a:pt x="208" y="39"/>
                    </a:cubicBezTo>
                    <a:cubicBezTo>
                      <a:pt x="210" y="39"/>
                      <a:pt x="211" y="37"/>
                      <a:pt x="210" y="35"/>
                    </a:cubicBezTo>
                    <a:cubicBezTo>
                      <a:pt x="207" y="25"/>
                      <a:pt x="207" y="25"/>
                      <a:pt x="207" y="25"/>
                    </a:cubicBezTo>
                    <a:cubicBezTo>
                      <a:pt x="207" y="23"/>
                      <a:pt x="205" y="22"/>
                      <a:pt x="203" y="23"/>
                    </a:cubicBezTo>
                    <a:cubicBezTo>
                      <a:pt x="188" y="28"/>
                      <a:pt x="188" y="28"/>
                      <a:pt x="188" y="28"/>
                    </a:cubicBezTo>
                    <a:cubicBezTo>
                      <a:pt x="187" y="28"/>
                      <a:pt x="186" y="30"/>
                      <a:pt x="186" y="32"/>
                    </a:cubicBezTo>
                    <a:cubicBezTo>
                      <a:pt x="189" y="42"/>
                      <a:pt x="189" y="42"/>
                      <a:pt x="189" y="42"/>
                    </a:cubicBezTo>
                    <a:cubicBezTo>
                      <a:pt x="190" y="43"/>
                      <a:pt x="192" y="44"/>
                      <a:pt x="193" y="44"/>
                    </a:cubicBezTo>
                    <a:close/>
                  </a:path>
                </a:pathLst>
              </a:custGeom>
              <a:grpFill/>
              <a:ln>
                <a:noFill/>
              </a:ln>
            </p:spPr>
            <p:txBody>
              <a:bodyPr vert="horz" wrap="square" lIns="91440" tIns="45720" rIns="91440" bIns="45720" numCol="1" anchor="t" anchorCtr="0" compatLnSpc="1"/>
              <a:lstStyle/>
              <a:p>
                <a:endParaRPr lang="zh-CN" altLang="en-US">
                  <a:cs typeface="+mn-ea"/>
                  <a:sym typeface="+mn-lt"/>
                </a:endParaRPr>
              </a:p>
            </p:txBody>
          </p:sp>
        </p:grpSp>
      </p:grpSp>
      <p:cxnSp>
        <p:nvCxnSpPr>
          <p:cNvPr id="41" name="直接连接符 40"/>
          <p:cNvCxnSpPr/>
          <p:nvPr userDrawn="1"/>
        </p:nvCxnSpPr>
        <p:spPr>
          <a:xfrm>
            <a:off x="274824" y="1472168"/>
            <a:ext cx="183197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274824" y="4928890"/>
            <a:ext cx="1838325"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2106799" y="4928890"/>
            <a:ext cx="69292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userDrawn="1"/>
        </p:nvCxnSpPr>
        <p:spPr>
          <a:xfrm>
            <a:off x="5253924" y="4928890"/>
            <a:ext cx="635000"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6"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7"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8"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9"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0"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1"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2"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3"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4"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5"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56"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57" name="矩形: 圆角 56"/>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58" name="文本框 57"/>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60" name="文本框 59"/>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61" name="直接连接符 60"/>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7">
    <p:bg>
      <p:bgRef idx="1001">
        <a:schemeClr val="bg1"/>
      </p:bgRef>
    </p:bg>
    <p:spTree>
      <p:nvGrpSpPr>
        <p:cNvPr id="1" name=""/>
        <p:cNvGrpSpPr/>
        <p:nvPr/>
      </p:nvGrpSpPr>
      <p:grpSpPr>
        <a:xfrm>
          <a:off x="0" y="0"/>
          <a:ext cx="0" cy="0"/>
          <a:chOff x="0" y="0"/>
          <a:chExt cx="0" cy="0"/>
        </a:xfrm>
      </p:grpSpPr>
      <p:pic>
        <p:nvPicPr>
          <p:cNvPr id="14" name="图片 13"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34" name="矩形 33"/>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37" name="图片占位符 36"/>
          <p:cNvSpPr>
            <a:spLocks noGrp="1"/>
          </p:cNvSpPr>
          <p:nvPr>
            <p:ph type="pic" sz="quarter" idx="11"/>
          </p:nvPr>
        </p:nvSpPr>
        <p:spPr>
          <a:xfrm>
            <a:off x="638175" y="1481138"/>
            <a:ext cx="1452563" cy="1452562"/>
          </a:xfrm>
          <a:prstGeom prst="roundRect">
            <a:avLst>
              <a:gd name="adj" fmla="val 50000"/>
            </a:avLst>
          </a:prstGeom>
          <a:solidFill>
            <a:schemeClr val="bg1"/>
          </a:solidFill>
          <a:ln w="12700">
            <a:solidFill>
              <a:schemeClr val="bg1"/>
            </a:solidFill>
          </a:ln>
          <a:effectLst>
            <a:outerShdw blurRad="127000" dist="38100" dir="2700000" algn="tl" rotWithShape="0">
              <a:prstClr val="black">
                <a:alpha val="3000"/>
              </a:prstClr>
            </a:outerShdw>
          </a:effectLst>
        </p:spPr>
        <p:txBody>
          <a:bodyPr/>
          <a:lstStyle/>
          <a:p>
            <a:endParaRPr lang="zh-CN" altLang="en-US" dirty="0"/>
          </a:p>
        </p:txBody>
      </p:sp>
      <p:sp>
        <p:nvSpPr>
          <p:cNvPr id="38" name="图片占位符 36"/>
          <p:cNvSpPr>
            <a:spLocks noGrp="1"/>
          </p:cNvSpPr>
          <p:nvPr>
            <p:ph type="pic" sz="quarter" idx="12"/>
          </p:nvPr>
        </p:nvSpPr>
        <p:spPr>
          <a:xfrm>
            <a:off x="2776537" y="1481138"/>
            <a:ext cx="1452563" cy="1452562"/>
          </a:xfrm>
          <a:prstGeom prst="roundRect">
            <a:avLst>
              <a:gd name="adj" fmla="val 50000"/>
            </a:avLst>
          </a:prstGeom>
          <a:solidFill>
            <a:schemeClr val="bg1"/>
          </a:solidFill>
          <a:ln w="12700">
            <a:solidFill>
              <a:schemeClr val="bg1"/>
            </a:solidFill>
          </a:ln>
          <a:effectLst>
            <a:outerShdw blurRad="127000" dist="38100" dir="2700000" algn="tl" rotWithShape="0">
              <a:prstClr val="black">
                <a:alpha val="3000"/>
              </a:prstClr>
            </a:outerShdw>
          </a:effectLst>
        </p:spPr>
        <p:txBody>
          <a:bodyPr/>
          <a:lstStyle/>
          <a:p>
            <a:endParaRPr lang="zh-CN" altLang="en-US" dirty="0"/>
          </a:p>
        </p:txBody>
      </p:sp>
      <p:sp>
        <p:nvSpPr>
          <p:cNvPr id="39" name="图片占位符 36"/>
          <p:cNvSpPr>
            <a:spLocks noGrp="1"/>
          </p:cNvSpPr>
          <p:nvPr>
            <p:ph type="pic" sz="quarter" idx="13"/>
          </p:nvPr>
        </p:nvSpPr>
        <p:spPr>
          <a:xfrm>
            <a:off x="4914899" y="1481138"/>
            <a:ext cx="1452563" cy="1452562"/>
          </a:xfrm>
          <a:prstGeom prst="roundRect">
            <a:avLst>
              <a:gd name="adj" fmla="val 50000"/>
            </a:avLst>
          </a:prstGeom>
          <a:solidFill>
            <a:schemeClr val="bg1"/>
          </a:solidFill>
          <a:ln w="12700">
            <a:solidFill>
              <a:schemeClr val="bg1"/>
            </a:solidFill>
          </a:ln>
          <a:effectLst>
            <a:outerShdw blurRad="127000" dist="38100" dir="2700000" algn="tl" rotWithShape="0">
              <a:prstClr val="black">
                <a:alpha val="3000"/>
              </a:prstClr>
            </a:outerShdw>
          </a:effectLst>
        </p:spPr>
        <p:txBody>
          <a:bodyPr/>
          <a:lstStyle/>
          <a:p>
            <a:endParaRPr lang="zh-CN" altLang="en-US" dirty="0"/>
          </a:p>
        </p:txBody>
      </p:sp>
      <p:sp>
        <p:nvSpPr>
          <p:cNvPr id="40" name="图片占位符 36"/>
          <p:cNvSpPr>
            <a:spLocks noGrp="1"/>
          </p:cNvSpPr>
          <p:nvPr>
            <p:ph type="pic" sz="quarter" idx="14"/>
          </p:nvPr>
        </p:nvSpPr>
        <p:spPr>
          <a:xfrm>
            <a:off x="7053262" y="1481138"/>
            <a:ext cx="1452563" cy="1452562"/>
          </a:xfrm>
          <a:prstGeom prst="roundRect">
            <a:avLst>
              <a:gd name="adj" fmla="val 50000"/>
            </a:avLst>
          </a:prstGeom>
          <a:solidFill>
            <a:schemeClr val="bg1"/>
          </a:solidFill>
          <a:ln w="12700">
            <a:solidFill>
              <a:schemeClr val="bg1"/>
            </a:solidFill>
          </a:ln>
          <a:effectLst>
            <a:outerShdw blurRad="127000" dist="38100" dir="2700000" algn="tl" rotWithShape="0">
              <a:prstClr val="black">
                <a:alpha val="3000"/>
              </a:prstClr>
            </a:outerShdw>
          </a:effectLst>
        </p:spPr>
        <p:txBody>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8"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1"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2"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3"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3"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4"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5"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6" name="矩形: 圆角 45"/>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7" name="文本框 46"/>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8" name="文本框 47"/>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9" name="直接连接符 48"/>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8">
    <p:spTree>
      <p:nvGrpSpPr>
        <p:cNvPr id="1" name=""/>
        <p:cNvGrpSpPr/>
        <p:nvPr/>
      </p:nvGrpSpPr>
      <p:grpSpPr>
        <a:xfrm>
          <a:off x="0" y="0"/>
          <a:ext cx="0" cy="0"/>
          <a:chOff x="0" y="0"/>
          <a:chExt cx="0" cy="0"/>
        </a:xfrm>
      </p:grpSpPr>
      <p:pic>
        <p:nvPicPr>
          <p:cNvPr id="7" name="图片 6"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7" name="矩形 26"/>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29" name="图片占位符 28"/>
          <p:cNvSpPr>
            <a:spLocks noGrp="1"/>
          </p:cNvSpPr>
          <p:nvPr>
            <p:ph type="pic" sz="quarter" idx="11"/>
          </p:nvPr>
        </p:nvSpPr>
        <p:spPr>
          <a:xfrm>
            <a:off x="5636894" y="1157249"/>
            <a:ext cx="3033162" cy="3033162"/>
          </a:xfrm>
          <a:prstGeom prst="roundRect">
            <a:avLst>
              <a:gd name="adj" fmla="val 50000"/>
            </a:avLst>
          </a:prstGeom>
          <a:ln w="9525">
            <a:solidFill>
              <a:schemeClr val="bg1"/>
            </a:solidFill>
          </a:ln>
          <a:effectLst>
            <a:outerShdw blurRad="254000" sx="102000" sy="102000" algn="ctr" rotWithShape="0">
              <a:prstClr val="black">
                <a:alpha val="5000"/>
              </a:prstClr>
            </a:outerShdw>
          </a:effectLst>
        </p:spPr>
        <p:txBody>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8"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3" name="矩形: 圆角 42"/>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4" name="文本框 43"/>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5" name="文本框 4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6" name="直接连接符 4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9">
    <p:spTree>
      <p:nvGrpSpPr>
        <p:cNvPr id="1" name=""/>
        <p:cNvGrpSpPr/>
        <p:nvPr/>
      </p:nvGrpSpPr>
      <p:grpSpPr>
        <a:xfrm>
          <a:off x="0" y="0"/>
          <a:ext cx="0" cy="0"/>
          <a:chOff x="0" y="0"/>
          <a:chExt cx="0" cy="0"/>
        </a:xfrm>
      </p:grpSpPr>
      <p:pic>
        <p:nvPicPr>
          <p:cNvPr id="6" name="图片 5" descr="图片包含 建筑物, 户外, 天空, 城市&#10;&#10;描述已自动生成"/>
          <p:cNvPicPr>
            <a:picLocks noChangeAspect="1"/>
          </p:cNvPicPr>
          <p:nvPr userDrawn="1"/>
        </p:nvPicPr>
        <p:blipFill rotWithShape="1">
          <a:blip r:embed="rId2" cstate="email"/>
          <a:srcRect/>
          <a:stretch>
            <a:fillRect/>
          </a:stretch>
        </p:blipFill>
        <p:spPr>
          <a:xfrm>
            <a:off x="0" y="710900"/>
            <a:ext cx="9144000" cy="4432599"/>
          </a:xfrm>
          <a:prstGeom prst="rect">
            <a:avLst/>
          </a:prstGeom>
        </p:spPr>
      </p:pic>
      <p:sp>
        <p:nvSpPr>
          <p:cNvPr id="26" name="矩形 25"/>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5" name="图片占位符 3"/>
          <p:cNvSpPr>
            <a:spLocks noGrp="1"/>
          </p:cNvSpPr>
          <p:nvPr>
            <p:ph type="pic" sz="quarter" idx="11"/>
          </p:nvPr>
        </p:nvSpPr>
        <p:spPr>
          <a:xfrm>
            <a:off x="546435" y="2008522"/>
            <a:ext cx="2715878" cy="2715878"/>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a:lstStyle/>
          <a:p>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27"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8"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29"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0"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1"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3" name="矩形: 圆角 42"/>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4" name="文本框 43"/>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5" name="文本框 44"/>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6" name="直接连接符 45"/>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10">
    <p:spTree>
      <p:nvGrpSpPr>
        <p:cNvPr id="1" name=""/>
        <p:cNvGrpSpPr/>
        <p:nvPr/>
      </p:nvGrpSpPr>
      <p:grpSpPr>
        <a:xfrm>
          <a:off x="0" y="0"/>
          <a:ext cx="0" cy="0"/>
          <a:chOff x="0" y="0"/>
          <a:chExt cx="0" cy="0"/>
        </a:xfrm>
      </p:grpSpPr>
      <p:pic>
        <p:nvPicPr>
          <p:cNvPr id="11" name="图片 10" descr="图片包含 建筑物, 户外, 天空, 城市&#10;&#10;描述已自动生成"/>
          <p:cNvPicPr>
            <a:picLocks noChangeAspect="1"/>
          </p:cNvPicPr>
          <p:nvPr userDrawn="1"/>
        </p:nvPicPr>
        <p:blipFill rotWithShape="1">
          <a:blip r:embed="rId2" cstate="screen"/>
          <a:srcRect/>
          <a:stretch>
            <a:fillRect/>
          </a:stretch>
        </p:blipFill>
        <p:spPr>
          <a:xfrm>
            <a:off x="0" y="710900"/>
            <a:ext cx="9144000" cy="4432599"/>
          </a:xfrm>
          <a:prstGeom prst="rect">
            <a:avLst/>
          </a:prstGeom>
        </p:spPr>
      </p:pic>
      <p:sp>
        <p:nvSpPr>
          <p:cNvPr id="31" name="矩形 30"/>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35" name="图片占位符 34"/>
          <p:cNvSpPr>
            <a:spLocks noGrp="1"/>
          </p:cNvSpPr>
          <p:nvPr>
            <p:ph type="pic" sz="quarter" idx="11"/>
          </p:nvPr>
        </p:nvSpPr>
        <p:spPr>
          <a:xfrm>
            <a:off x="6074458" y="1966636"/>
            <a:ext cx="2721879" cy="2716489"/>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36" name="图片占位符 32"/>
          <p:cNvSpPr>
            <a:spLocks noGrp="1"/>
          </p:cNvSpPr>
          <p:nvPr>
            <p:ph type="pic" sz="quarter" idx="12"/>
          </p:nvPr>
        </p:nvSpPr>
        <p:spPr>
          <a:xfrm>
            <a:off x="179800" y="1726560"/>
            <a:ext cx="798099" cy="792804"/>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37" name="图片占位符 34"/>
          <p:cNvSpPr>
            <a:spLocks noGrp="1"/>
          </p:cNvSpPr>
          <p:nvPr>
            <p:ph type="pic" sz="quarter" idx="13"/>
          </p:nvPr>
        </p:nvSpPr>
        <p:spPr>
          <a:xfrm>
            <a:off x="1220788" y="2694965"/>
            <a:ext cx="720000" cy="720000"/>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38" name="图片占位符 36"/>
          <p:cNvSpPr>
            <a:spLocks noGrp="1"/>
          </p:cNvSpPr>
          <p:nvPr>
            <p:ph type="pic" sz="quarter" idx="14"/>
          </p:nvPr>
        </p:nvSpPr>
        <p:spPr>
          <a:xfrm>
            <a:off x="2551439" y="3331922"/>
            <a:ext cx="648000" cy="648000"/>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8"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1"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3"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4"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5"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6" name="矩形: 圆角 45"/>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7" name="文本框 46"/>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8" name="文本框 47"/>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9" name="直接连接符 48"/>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11">
    <p:spTree>
      <p:nvGrpSpPr>
        <p:cNvPr id="1" name=""/>
        <p:cNvGrpSpPr/>
        <p:nvPr/>
      </p:nvGrpSpPr>
      <p:grpSpPr>
        <a:xfrm>
          <a:off x="0" y="0"/>
          <a:ext cx="0" cy="0"/>
          <a:chOff x="0" y="0"/>
          <a:chExt cx="0" cy="0"/>
        </a:xfrm>
      </p:grpSpPr>
      <p:pic>
        <p:nvPicPr>
          <p:cNvPr id="11" name="图片 10" descr="图片包含 建筑物, 户外, 天空, 城市&#10;&#10;描述已自动生成"/>
          <p:cNvPicPr>
            <a:picLocks noChangeAspect="1"/>
          </p:cNvPicPr>
          <p:nvPr userDrawn="1"/>
        </p:nvPicPr>
        <p:blipFill rotWithShape="1">
          <a:blip r:embed="rId2" cstate="screen"/>
          <a:srcRect/>
          <a:stretch>
            <a:fillRect/>
          </a:stretch>
        </p:blipFill>
        <p:spPr>
          <a:xfrm>
            <a:off x="0" y="710900"/>
            <a:ext cx="9144000" cy="4432599"/>
          </a:xfrm>
          <a:prstGeom prst="rect">
            <a:avLst/>
          </a:prstGeom>
        </p:spPr>
      </p:pic>
      <p:sp>
        <p:nvSpPr>
          <p:cNvPr id="31" name="矩形 30"/>
          <p:cNvSpPr/>
          <p:nvPr userDrawn="1"/>
        </p:nvSpPr>
        <p:spPr>
          <a:xfrm>
            <a:off x="0" y="710900"/>
            <a:ext cx="9144000" cy="4432595"/>
          </a:xfrm>
          <a:prstGeom prst="rect">
            <a:avLst/>
          </a:prstGeom>
          <a:gradFill>
            <a:gsLst>
              <a:gs pos="77000">
                <a:schemeClr val="bg1">
                  <a:alpha val="98000"/>
                </a:schemeClr>
              </a:gs>
              <a:gs pos="18557">
                <a:srgbClr val="FFFFFF">
                  <a:alpha val="98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userDrawn="1"/>
        </p:nvCxnSpPr>
        <p:spPr>
          <a:xfrm>
            <a:off x="107950" y="611728"/>
            <a:ext cx="8928100" cy="0"/>
          </a:xfrm>
          <a:prstGeom prst="line">
            <a:avLst/>
          </a:prstGeom>
          <a:ln w="3175">
            <a:solidFill>
              <a:schemeClr val="bg1">
                <a:lumMod val="85000"/>
                <a:alpha val="49000"/>
              </a:schemeClr>
            </a:solidFill>
          </a:ln>
        </p:spPr>
        <p:style>
          <a:lnRef idx="1">
            <a:schemeClr val="accent1"/>
          </a:lnRef>
          <a:fillRef idx="0">
            <a:schemeClr val="accent1"/>
          </a:fillRef>
          <a:effectRef idx="0">
            <a:schemeClr val="accent1"/>
          </a:effectRef>
          <a:fontRef idx="minor">
            <a:schemeClr val="tx1"/>
          </a:fontRef>
        </p:style>
      </p:cxnSp>
      <p:sp>
        <p:nvSpPr>
          <p:cNvPr id="41" name="图片占位符 34"/>
          <p:cNvSpPr>
            <a:spLocks noGrp="1"/>
          </p:cNvSpPr>
          <p:nvPr>
            <p:ph type="pic" sz="quarter" idx="11"/>
          </p:nvPr>
        </p:nvSpPr>
        <p:spPr>
          <a:xfrm>
            <a:off x="382027" y="1049712"/>
            <a:ext cx="2721879" cy="2716489"/>
          </a:xfrm>
          <a:prstGeom prst="roundRect">
            <a:avLst>
              <a:gd name="adj" fmla="val 50000"/>
            </a:avLst>
          </a:prstGeom>
          <a:noFill/>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45" name="图片占位符 32"/>
          <p:cNvSpPr>
            <a:spLocks noGrp="1"/>
          </p:cNvSpPr>
          <p:nvPr>
            <p:ph type="pic" sz="quarter" idx="12"/>
          </p:nvPr>
        </p:nvSpPr>
        <p:spPr>
          <a:xfrm>
            <a:off x="6711660" y="1675903"/>
            <a:ext cx="798099" cy="792804"/>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46" name="图片占位符 32"/>
          <p:cNvSpPr>
            <a:spLocks noGrp="1"/>
          </p:cNvSpPr>
          <p:nvPr>
            <p:ph type="pic" sz="quarter" idx="13"/>
          </p:nvPr>
        </p:nvSpPr>
        <p:spPr>
          <a:xfrm>
            <a:off x="6711660" y="2775274"/>
            <a:ext cx="798099" cy="792804"/>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47" name="图片占位符 32"/>
          <p:cNvSpPr>
            <a:spLocks noGrp="1"/>
          </p:cNvSpPr>
          <p:nvPr>
            <p:ph type="pic" sz="quarter" idx="14"/>
          </p:nvPr>
        </p:nvSpPr>
        <p:spPr>
          <a:xfrm>
            <a:off x="6711660" y="3874637"/>
            <a:ext cx="798099" cy="792804"/>
          </a:xfrm>
          <a:prstGeom prst="roundRect">
            <a:avLst>
              <a:gd name="adj" fmla="val 50000"/>
            </a:avLst>
          </a:prstGeom>
          <a:ln>
            <a:solidFill>
              <a:schemeClr val="bg1"/>
            </a:solidFill>
          </a:ln>
          <a:effectLst>
            <a:outerShdw blurRad="254000" sx="102000" sy="102000" algn="ctr" rotWithShape="0">
              <a:prstClr val="black">
                <a:alpha val="5000"/>
              </a:prstClr>
            </a:outerShdw>
          </a:effectLst>
        </p:spPr>
        <p:txBody>
          <a:bodyPr vert="horz" lIns="91440" tIns="45720" rIns="91440" bIns="45720" rtlCol="0">
            <a:normAutofit/>
          </a:bodyPr>
          <a:lstStyle>
            <a:lvl1pPr>
              <a:defRPr lang="zh-CN" altLang="en-US"/>
            </a:lvl1pPr>
          </a:lstStyle>
          <a:p>
            <a:pPr lvl="0"/>
            <a:endParaRPr lang="zh-CN" altLang="en-US" dirty="0"/>
          </a:p>
        </p:txBody>
      </p:sp>
      <p:sp>
        <p:nvSpPr>
          <p:cNvPr id="2" name="矩形: 圆角 1"/>
          <p:cNvSpPr/>
          <p:nvPr userDrawn="1"/>
        </p:nvSpPr>
        <p:spPr>
          <a:xfrm>
            <a:off x="110297" y="184780"/>
            <a:ext cx="4039187" cy="327776"/>
          </a:xfrm>
          <a:prstGeom prst="roundRect">
            <a:avLst>
              <a:gd name="adj" fmla="val 50000"/>
            </a:avLst>
          </a:prstGeom>
          <a:solidFill>
            <a:schemeClr val="bg1"/>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cxnSp>
        <p:nvCxnSpPr>
          <p:cNvPr id="3" name="直接连接符 2"/>
          <p:cNvCxnSpPr/>
          <p:nvPr userDrawn="1"/>
        </p:nvCxnSpPr>
        <p:spPr>
          <a:xfrm>
            <a:off x="1550953" y="258296"/>
            <a:ext cx="1" cy="187938"/>
          </a:xfrm>
          <a:prstGeom prst="line">
            <a:avLst/>
          </a:prstGeom>
          <a:ln w="15875"/>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164169" y="224254"/>
            <a:ext cx="1302275" cy="246360"/>
            <a:chOff x="895275" y="92915"/>
            <a:chExt cx="6923088" cy="1309688"/>
          </a:xfrm>
          <a:solidFill>
            <a:schemeClr val="accent1"/>
          </a:solidFill>
          <a:effectLst/>
        </p:grpSpPr>
        <p:sp>
          <p:nvSpPr>
            <p:cNvPr id="5" name="Freeform 9"/>
            <p:cNvSpPr>
              <a:spLocks noEditPoints="1"/>
            </p:cNvSpPr>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6" name="Freeform 10"/>
            <p:cNvSpPr>
              <a:spLocks noEditPoints="1"/>
            </p:cNvSpPr>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7" name="Freeform 11"/>
            <p:cNvSpPr>
              <a:spLocks noEditPoints="1"/>
            </p:cNvSpPr>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8" name="Freeform 12"/>
            <p:cNvSpPr/>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9" name="Freeform 13"/>
            <p:cNvSpPr>
              <a:spLocks noEditPoints="1"/>
            </p:cNvSpPr>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10" name="Freeform 14"/>
            <p:cNvSpPr/>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2" name="Freeform 15"/>
            <p:cNvSpPr/>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3" name="Freeform 16"/>
            <p:cNvSpPr/>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4" name="Freeform 17"/>
            <p:cNvSpPr/>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5" name="Freeform 18"/>
            <p:cNvSpPr>
              <a:spLocks noEditPoints="1"/>
            </p:cNvSpPr>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6" name="Freeform 19"/>
            <p:cNvSpPr>
              <a:spLocks noEditPoints="1"/>
            </p:cNvSpPr>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7" name="Freeform 20"/>
            <p:cNvSpPr>
              <a:spLocks noEditPoints="1"/>
            </p:cNvSpPr>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8" name="Freeform 21"/>
            <p:cNvSpPr>
              <a:spLocks noEditPoints="1"/>
            </p:cNvSpPr>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39" name="Freeform 22"/>
            <p:cNvSpPr>
              <a:spLocks noEditPoints="1"/>
            </p:cNvSpPr>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0" name="Freeform 23"/>
            <p:cNvSpPr>
              <a:spLocks noEditPoints="1"/>
            </p:cNvSpPr>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sp>
          <p:nvSpPr>
            <p:cNvPr id="42" name="Freeform 24"/>
            <p:cNvSpPr>
              <a:spLocks noEditPoints="1"/>
            </p:cNvSpPr>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rgbClr val="0060A8"/>
                </a:solidFill>
              </a:endParaRPr>
            </a:p>
          </p:txBody>
        </p:sp>
      </p:grpSp>
      <p:sp>
        <p:nvSpPr>
          <p:cNvPr id="43" name="矩形: 圆角 42"/>
          <p:cNvSpPr/>
          <p:nvPr userDrawn="1"/>
        </p:nvSpPr>
        <p:spPr>
          <a:xfrm>
            <a:off x="7132840" y="4710388"/>
            <a:ext cx="1964095" cy="360616"/>
          </a:xfrm>
          <a:prstGeom prst="roundRect">
            <a:avLst>
              <a:gd name="adj" fmla="val 50000"/>
            </a:avLst>
          </a:prstGeom>
          <a:solidFill>
            <a:schemeClr val="bg1">
              <a:alpha val="88000"/>
            </a:schemeClr>
          </a:solidFill>
          <a:ln w="12700" cap="flat" cmpd="sng" algn="ctr">
            <a:noFill/>
            <a:prstDash val="solid"/>
            <a:miter lim="800000"/>
          </a:ln>
          <a:effectLst>
            <a:outerShdw blurRad="254000" dist="38100" dir="13500000" algn="br" rotWithShape="0">
              <a:prstClr val="black">
                <a:alpha val="7000"/>
              </a:prstClr>
            </a:outerShdw>
          </a:effectLst>
        </p:spPr>
        <p:txBody>
          <a:bodyPr rtlCol="0" anchor="ctr"/>
          <a:lstStyle/>
          <a:p>
            <a:pPr algn="ctr" defTabSz="914400"/>
            <a:endParaRPr lang="zh-CN" altLang="en-US" kern="0">
              <a:solidFill>
                <a:prstClr val="black"/>
              </a:solidFill>
              <a:latin typeface="等线" panose="02010600030101010101" charset="-122"/>
              <a:ea typeface="等线" panose="02010600030101010101" charset="-122"/>
            </a:endParaRPr>
          </a:p>
        </p:txBody>
      </p:sp>
      <p:sp>
        <p:nvSpPr>
          <p:cNvPr id="44" name="文本框 43"/>
          <p:cNvSpPr txBox="1"/>
          <p:nvPr userDrawn="1"/>
        </p:nvSpPr>
        <p:spPr>
          <a:xfrm>
            <a:off x="7207952"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明德笃志</a:t>
            </a:r>
          </a:p>
        </p:txBody>
      </p:sp>
      <p:sp>
        <p:nvSpPr>
          <p:cNvPr id="48" name="文本框 47"/>
          <p:cNvSpPr txBox="1"/>
          <p:nvPr userDrawn="1"/>
        </p:nvSpPr>
        <p:spPr>
          <a:xfrm>
            <a:off x="8119665" y="4756062"/>
            <a:ext cx="897348" cy="276999"/>
          </a:xfrm>
          <a:prstGeom prst="rect">
            <a:avLst/>
          </a:prstGeom>
          <a:noFill/>
        </p:spPr>
        <p:txBody>
          <a:bodyPr wrap="square" rtlCol="0">
            <a:spAutoFit/>
          </a:bodyPr>
          <a:lstStyle/>
          <a:p>
            <a:pPr algn="ctr"/>
            <a:r>
              <a:rPr lang="zh-CN" altLang="en-US" sz="1200" dirty="0">
                <a:solidFill>
                  <a:schemeClr val="accent1"/>
                </a:solidFill>
                <a:ea typeface="微软雅黑" panose="020B0503020204020204" charset="-122"/>
                <a:cs typeface="+mn-ea"/>
              </a:rPr>
              <a:t>博学创新</a:t>
            </a:r>
          </a:p>
        </p:txBody>
      </p:sp>
      <p:cxnSp>
        <p:nvCxnSpPr>
          <p:cNvPr id="49" name="直接连接符 48"/>
          <p:cNvCxnSpPr/>
          <p:nvPr userDrawn="1"/>
        </p:nvCxnSpPr>
        <p:spPr>
          <a:xfrm>
            <a:off x="8119665" y="4766511"/>
            <a:ext cx="0" cy="248371"/>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1E936A6-E09A-4D85-9FB9-9B25EB17E940}" type="datetimeFigureOut">
              <a:rPr lang="zh-CN" altLang="en-US" smtClean="0"/>
              <a:t>2025/12/26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084B1F-E05D-4022-9928-22E5225D23E1}"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rgbClr val="F3F3F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t>26/12/2025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10967513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4168"/>
            <a:ext cx="9144000" cy="5147668"/>
          </a:xfrm>
          <a:prstGeom prst="rect">
            <a:avLst/>
          </a:prstGeom>
        </p:spPr>
      </p:pic>
      <p:sp>
        <p:nvSpPr>
          <p:cNvPr id="4" name="矩形 3"/>
          <p:cNvSpPr/>
          <p:nvPr userDrawn="1"/>
        </p:nvSpPr>
        <p:spPr>
          <a:xfrm>
            <a:off x="-2" y="1558347"/>
            <a:ext cx="9144000" cy="3585153"/>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5" name="矩形 4"/>
          <p:cNvSpPr/>
          <p:nvPr userDrawn="1"/>
        </p:nvSpPr>
        <p:spPr>
          <a:xfrm rot="10800000">
            <a:off x="0" y="-4168"/>
            <a:ext cx="9143999" cy="2413323"/>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6" name="矩形 5"/>
          <p:cNvSpPr/>
          <p:nvPr userDrawn="1"/>
        </p:nvSpPr>
        <p:spPr>
          <a:xfrm>
            <a:off x="-1" y="0"/>
            <a:ext cx="9144001" cy="5108898"/>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7" name="文本框 6"/>
          <p:cNvSpPr txBox="1"/>
          <p:nvPr userDrawn="1"/>
        </p:nvSpPr>
        <p:spPr>
          <a:xfrm>
            <a:off x="3570510" y="423475"/>
            <a:ext cx="2002976" cy="30008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685800" rtl="0" eaLnBrk="1" fontAlgn="auto" latinLnBrk="0" hangingPunct="1">
              <a:lnSpc>
                <a:spcPct val="100000"/>
              </a:lnSpc>
              <a:spcBef>
                <a:spcPts val="0"/>
              </a:spcBef>
              <a:spcAft>
                <a:spcPts val="0"/>
              </a:spcAft>
              <a:buClrTx/>
              <a:buSzTx/>
              <a:buFontTx/>
              <a:buNone/>
              <a:defRPr/>
            </a:pPr>
            <a:r>
              <a:rPr kumimoji="0" lang="zh-CN" alt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2701763" y="1861908"/>
            <a:ext cx="3740475" cy="300082"/>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3037115" y="1888414"/>
            <a:ext cx="3069771" cy="276999"/>
          </a:xfrm>
          <a:prstGeom prst="rect">
            <a:avLst/>
          </a:prstGeom>
          <a:noFill/>
        </p:spPr>
        <p:txBody>
          <a:bodyPr wrap="square" rtlCol="0">
            <a:spAutoFit/>
          </a:bodyPr>
          <a:lstStyle/>
          <a:p>
            <a:pPr marL="0" marR="0" lvl="0" indent="0" algn="dist" defTabSz="6858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4600259" y="3618689"/>
            <a:ext cx="1909399" cy="819135"/>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685800" rtl="0" eaLnBrk="1" fontAlgn="auto" latinLnBrk="0" hangingPunct="1">
              <a:lnSpc>
                <a:spcPct val="120000"/>
              </a:lnSpc>
              <a:spcBef>
                <a:spcPts val="0"/>
              </a:spcBef>
              <a:spcAft>
                <a:spcPts val="0"/>
              </a:spcAft>
              <a:buClrTx/>
              <a:buSzTx/>
              <a:buFontTx/>
              <a:buNone/>
              <a:defRPr/>
            </a:pPr>
            <a:r>
              <a:rPr kumimoji="0" lang="zh-CN" altLang="en-US"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685800" rtl="0" eaLnBrk="1" fontAlgn="auto" latinLnBrk="0" hangingPunct="1">
              <a:lnSpc>
                <a:spcPct val="120000"/>
              </a:lnSpc>
              <a:spcBef>
                <a:spcPts val="0"/>
              </a:spcBef>
              <a:spcAft>
                <a:spcPts val="0"/>
              </a:spcAft>
              <a:buClrTx/>
              <a:buSzTx/>
              <a:buFontTx/>
              <a:buNone/>
              <a:defRPr/>
            </a:pPr>
            <a:r>
              <a:rPr kumimoji="0" lang="zh-CN" altLang="en-US"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685800" rtl="0" eaLnBrk="1" fontAlgn="auto" latinLnBrk="0" hangingPunct="1">
              <a:lnSpc>
                <a:spcPct val="120000"/>
              </a:lnSpc>
              <a:spcBef>
                <a:spcPts val="0"/>
              </a:spcBef>
              <a:spcAft>
                <a:spcPts val="0"/>
              </a:spcAft>
              <a:buClrTx/>
              <a:buSzTx/>
              <a:buFontTx/>
              <a:buNone/>
              <a:defRPr/>
            </a:pPr>
            <a:r>
              <a:rPr kumimoji="0" lang="zh-CN" altLang="en-US"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350" b="0" i="0" u="none" strike="noStrike" kern="1200" cap="none" spc="113"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461564" y="2828980"/>
            <a:ext cx="10362802" cy="2997320"/>
          </a:xfrm>
          <a:prstGeom prst="rect">
            <a:avLst/>
          </a:prstGeom>
        </p:spPr>
      </p:pic>
      <p:pic>
        <p:nvPicPr>
          <p:cNvPr id="13" name="图片 12"/>
          <p:cNvPicPr>
            <a:picLocks noChangeAspect="1"/>
          </p:cNvPicPr>
          <p:nvPr userDrawn="1"/>
        </p:nvPicPr>
        <p:blipFill>
          <a:blip r:embed="rId4"/>
          <a:stretch>
            <a:fillRect/>
          </a:stretch>
        </p:blipFill>
        <p:spPr>
          <a:xfrm>
            <a:off x="1262743" y="537704"/>
            <a:ext cx="6618515" cy="1383531"/>
          </a:xfrm>
          <a:prstGeom prst="rect">
            <a:avLst/>
          </a:prstGeom>
        </p:spPr>
      </p:pic>
      <p:sp>
        <p:nvSpPr>
          <p:cNvPr id="14" name="文本框 13"/>
          <p:cNvSpPr txBox="1"/>
          <p:nvPr userDrawn="1"/>
        </p:nvSpPr>
        <p:spPr>
          <a:xfrm>
            <a:off x="2806538" y="2228917"/>
            <a:ext cx="1487704" cy="219291"/>
          </a:xfrm>
          <a:prstGeom prst="rect">
            <a:avLst/>
          </a:prstGeom>
          <a:noFill/>
        </p:spPr>
        <p:txBody>
          <a:bodyPr wrap="square" rtlCol="0">
            <a:spAutoFit/>
          </a:bodyPr>
          <a:lstStyle/>
          <a:p>
            <a:pPr marL="0" marR="0" lvl="0" indent="0" algn="dist" defTabSz="685800" rtl="0" eaLnBrk="1" fontAlgn="auto" latinLnBrk="0" hangingPunct="1">
              <a:lnSpc>
                <a:spcPct val="100000"/>
              </a:lnSpc>
              <a:spcBef>
                <a:spcPts val="0"/>
              </a:spcBef>
              <a:spcAft>
                <a:spcPts val="0"/>
              </a:spcAft>
              <a:buClrTx/>
              <a:buSzTx/>
              <a:buFontTx/>
              <a:buNone/>
              <a:defRPr/>
            </a:pPr>
            <a:r>
              <a:rPr kumimoji="0" lang="zh-CN" altLang="en-US" sz="825"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825"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825"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4559729" y="2228917"/>
            <a:ext cx="1869707" cy="219291"/>
          </a:xfrm>
          <a:prstGeom prst="rect">
            <a:avLst/>
          </a:prstGeom>
          <a:noFill/>
        </p:spPr>
        <p:txBody>
          <a:bodyPr wrap="square" rtlCol="0">
            <a:spAutoFit/>
          </a:bodyPr>
          <a:lstStyle/>
          <a:p>
            <a:pPr marL="0" marR="0" lvl="0" indent="0" algn="dist" defTabSz="685800" rtl="0" eaLnBrk="1" fontAlgn="auto" latinLnBrk="0" hangingPunct="1">
              <a:lnSpc>
                <a:spcPct val="100000"/>
              </a:lnSpc>
              <a:spcBef>
                <a:spcPts val="0"/>
              </a:spcBef>
              <a:spcAft>
                <a:spcPts val="0"/>
              </a:spcAft>
              <a:buClrTx/>
              <a:buSzTx/>
              <a:buFontTx/>
              <a:buNone/>
              <a:defRPr/>
            </a:pPr>
            <a:r>
              <a:rPr kumimoji="0" lang="zh-CN" altLang="en-US" sz="825"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825"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2700458" y="2621075"/>
            <a:ext cx="1738800" cy="17388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330453" y="569905"/>
            <a:ext cx="530915" cy="300082"/>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3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1929442" y="569905"/>
            <a:ext cx="1051501" cy="1541961"/>
          </a:xfrm>
          <a:prstGeom prst="rect">
            <a:avLst/>
          </a:prstGeom>
        </p:spPr>
        <p:txBody>
          <a:bodyPr wrap="square">
            <a:spAutoFit/>
          </a:bodyPr>
          <a:lstStyle/>
          <a:p>
            <a:pPr marL="0" marR="0" lvl="0" indent="0" defTabSz="4572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3114758" y="569905"/>
            <a:ext cx="5305759" cy="1962076"/>
          </a:xfrm>
          <a:prstGeom prst="rect">
            <a:avLst/>
          </a:prstGeom>
        </p:spPr>
        <p:txBody>
          <a:bodyPr wrap="square">
            <a:spAutoFit/>
          </a:bodyPr>
          <a:lstStyle/>
          <a:p>
            <a:pPr marL="0" marR="0" lvl="0" indent="0" defTabSz="6858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858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05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05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r>
              <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457200" eaLnBrk="1" fontAlgn="auto" latinLnBrk="0" hangingPunct="1">
              <a:lnSpc>
                <a:spcPct val="130000"/>
              </a:lnSpc>
              <a:spcBef>
                <a:spcPts val="0"/>
              </a:spcBef>
              <a:spcAft>
                <a:spcPts val="0"/>
              </a:spcAft>
              <a:buClrTx/>
              <a:buSzTx/>
              <a:buFontTx/>
              <a:buNone/>
              <a:defRPr/>
            </a:pPr>
            <a:r>
              <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05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05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330453" y="136834"/>
            <a:ext cx="630301" cy="207749"/>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defRPr/>
            </a:pPr>
            <a:r>
              <a:rPr kumimoji="1" lang="en-US" altLang="zh-CN" sz="75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75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1E936A6-E09A-4D85-9FB9-9B25EB17E940}" type="datetimeFigureOut">
              <a:rPr lang="zh-CN" altLang="en-US" smtClean="0"/>
              <a:t>2025/12/26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9084B1F-E05D-4022-9928-22E5225D23E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3" r:id="rId2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20.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13.jpe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notesSlide" Target="../notesSlides/notesSlide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9.xml"/><Relationship Id="rId5" Type="http://schemas.openxmlformats.org/officeDocument/2006/relationships/image" Target="../media/image16.jpe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custDataLst>
              <p:tags r:id="rId1"/>
            </p:custDataLst>
          </p:nvPr>
        </p:nvPicPr>
        <p:blipFill rotWithShape="1">
          <a:blip r:embed="rId20">
            <a:extLst>
              <a:ext uri="{28A0092B-C50C-407E-A947-70E740481C1C}">
                <a14:useLocalDpi xmlns:a14="http://schemas.microsoft.com/office/drawing/2010/main" val="0"/>
              </a:ext>
            </a:extLst>
          </a:blip>
          <a:srcRect t="-2" b="31294"/>
          <a:stretch>
            <a:fillRect/>
          </a:stretch>
        </p:blipFill>
        <p:spPr>
          <a:xfrm>
            <a:off x="-119" y="-160"/>
            <a:ext cx="9144000" cy="3533936"/>
          </a:xfrm>
          <a:prstGeom prst="rect">
            <a:avLst/>
          </a:prstGeom>
        </p:spPr>
      </p:pic>
      <p:sp>
        <p:nvSpPr>
          <p:cNvPr id="10" name="矩形 9"/>
          <p:cNvSpPr/>
          <p:nvPr/>
        </p:nvSpPr>
        <p:spPr>
          <a:xfrm flipH="1">
            <a:off x="-75622" y="-16832"/>
            <a:ext cx="9381649" cy="5204460"/>
          </a:xfrm>
          <a:prstGeom prst="rect">
            <a:avLst/>
          </a:prstGeom>
          <a:gradFill flip="none" rotWithShape="1">
            <a:gsLst>
              <a:gs pos="25000">
                <a:srgbClr val="3366FF">
                  <a:alpha val="43000"/>
                </a:srgbClr>
              </a:gs>
              <a:gs pos="100000">
                <a:srgbClr val="00B0F0"/>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思源宋体 CN" panose="02020400000000000000" pitchFamily="18" charset="-122"/>
              <a:ea typeface="思源宋体 CN" panose="02020400000000000000" pitchFamily="18" charset="-122"/>
              <a:cs typeface="+mn-cs"/>
            </a:endParaRPr>
          </a:p>
        </p:txBody>
      </p:sp>
      <p:sp>
        <p:nvSpPr>
          <p:cNvPr id="4" name="矩形: 单圆角 3"/>
          <p:cNvSpPr/>
          <p:nvPr/>
        </p:nvSpPr>
        <p:spPr>
          <a:xfrm>
            <a:off x="-391851" y="3324920"/>
            <a:ext cx="10014109" cy="956786"/>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solidFill>
                <a:prstClr val="white"/>
              </a:solidFill>
              <a:latin typeface="思源宋体 CN" panose="02020400000000000000" pitchFamily="18" charset="-122"/>
              <a:ea typeface="思源宋体 CN" panose="02020400000000000000" pitchFamily="18" charset="-122"/>
            </a:endParaRPr>
          </a:p>
        </p:txBody>
      </p:sp>
      <p:sp>
        <p:nvSpPr>
          <p:cNvPr id="56" name="文本框 55"/>
          <p:cNvSpPr txBox="1"/>
          <p:nvPr/>
        </p:nvSpPr>
        <p:spPr>
          <a:xfrm>
            <a:off x="-493555" y="1690205"/>
            <a:ext cx="9935569" cy="584775"/>
          </a:xfrm>
          <a:prstGeom prst="rect">
            <a:avLst/>
          </a:prstGeom>
          <a:noFill/>
        </p:spPr>
        <p:txBody>
          <a:bodyPr wrap="square" rtlCol="0">
            <a:spAutoFit/>
          </a:bodyPr>
          <a:lstStyle/>
          <a:p>
            <a:pPr algn="ctr">
              <a:defRPr/>
            </a:pPr>
            <a:r>
              <a:rPr lang="zh-CN" altLang="en-US" sz="3200" b="1" dirty="0">
                <a:solidFill>
                  <a:schemeClr val="bg1"/>
                </a:solidFill>
                <a:effectLst>
                  <a:outerShdw blurRad="38100" dist="38100" dir="2700000" algn="tl">
                    <a:srgbClr val="000000">
                      <a:alpha val="43137"/>
                    </a:srgbClr>
                  </a:outerShdw>
                </a:effectLst>
                <a:latin typeface="方正小标宋简体" panose="03000509000000000000" pitchFamily="65" charset="-122"/>
                <a:ea typeface="方正小标宋简体" panose="03000509000000000000" pitchFamily="65" charset="-122"/>
                <a:cs typeface="方正小标宋简体" panose="03000509000000000000" pitchFamily="65" charset="-122"/>
              </a:rPr>
              <a:t>面向短舱装配机器人的视觉抓取关键技术研究</a:t>
            </a:r>
          </a:p>
        </p:txBody>
      </p:sp>
      <p:grpSp>
        <p:nvGrpSpPr>
          <p:cNvPr id="58" name="组合 57"/>
          <p:cNvGrpSpPr/>
          <p:nvPr/>
        </p:nvGrpSpPr>
        <p:grpSpPr>
          <a:xfrm>
            <a:off x="1456005" y="3393998"/>
            <a:ext cx="2797258" cy="773744"/>
            <a:chOff x="2996857" y="3346111"/>
            <a:chExt cx="2747299" cy="1014415"/>
          </a:xfrm>
        </p:grpSpPr>
        <p:grpSp>
          <p:nvGrpSpPr>
            <p:cNvPr id="59" name="组合 58"/>
            <p:cNvGrpSpPr/>
            <p:nvPr/>
          </p:nvGrpSpPr>
          <p:grpSpPr>
            <a:xfrm>
              <a:off x="2996857" y="3346111"/>
              <a:ext cx="2747299" cy="691067"/>
              <a:chOff x="2996857" y="3314697"/>
              <a:chExt cx="2747299" cy="691067"/>
            </a:xfrm>
          </p:grpSpPr>
          <p:sp>
            <p:nvSpPr>
              <p:cNvPr id="68" name="椭圆 39"/>
              <p:cNvSpPr/>
              <p:nvPr/>
            </p:nvSpPr>
            <p:spPr>
              <a:xfrm>
                <a:off x="2996857" y="3679883"/>
                <a:ext cx="290527" cy="325881"/>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ysClr val="window" lastClr="FFFFFF"/>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1050" dirty="0">
                  <a:solidFill>
                    <a:prstClr val="black">
                      <a:lumMod val="65000"/>
                      <a:lumOff val="35000"/>
                    </a:prstClr>
                  </a:solidFill>
                  <a:latin typeface="思源宋体 CN Heavy" panose="02020900000000000000" pitchFamily="18" charset="-122"/>
                  <a:ea typeface="思源宋体 CN" panose="02020400000000000000" pitchFamily="18" charset="-122"/>
                  <a:cs typeface="+mn-ea"/>
                  <a:sym typeface="+mn-lt"/>
                </a:endParaRPr>
              </a:p>
            </p:txBody>
          </p:sp>
          <p:sp>
            <p:nvSpPr>
              <p:cNvPr id="66" name="文本框 65"/>
              <p:cNvSpPr txBox="1"/>
              <p:nvPr/>
            </p:nvSpPr>
            <p:spPr>
              <a:xfrm>
                <a:off x="3128531" y="3314697"/>
                <a:ext cx="2615625" cy="477739"/>
              </a:xfrm>
              <a:prstGeom prst="rect">
                <a:avLst/>
              </a:prstGeom>
              <a:noFill/>
            </p:spPr>
            <p:txBody>
              <a:bodyPr wrap="square" rtlCol="0">
                <a:spAutoFit/>
                <a:scene3d>
                  <a:camera prst="orthographicFront"/>
                  <a:lightRig rig="threePt" dir="t"/>
                </a:scene3d>
                <a:sp3d contourW="12700"/>
              </a:bodyPr>
              <a:lstStyle/>
              <a:p>
                <a:pPr algn="ctr">
                  <a:lnSpc>
                    <a:spcPct val="170000"/>
                  </a:lnSpc>
                  <a:defRPr/>
                </a:pPr>
                <a:r>
                  <a:rPr lang="zh-CN" altLang="en-US" sz="1200" b="1" kern="0" dirty="0">
                    <a:solidFill>
                      <a:schemeClr val="accent1"/>
                    </a:solidFill>
                    <a:latin typeface="微软雅黑" panose="020B0503020204020204" charset="-122"/>
                    <a:ea typeface="微软雅黑" panose="020B0503020204020204" charset="-122"/>
                    <a:cs typeface="+mn-ea"/>
                    <a:sym typeface="+mn-lt"/>
                  </a:rPr>
                  <a:t>汇报人：杨少棋</a:t>
                </a:r>
              </a:p>
            </p:txBody>
          </p:sp>
        </p:grpSp>
        <p:sp>
          <p:nvSpPr>
            <p:cNvPr id="61" name="文本框 60"/>
            <p:cNvSpPr txBox="1"/>
            <p:nvPr/>
          </p:nvSpPr>
          <p:spPr>
            <a:xfrm>
              <a:off x="3973520" y="3997367"/>
              <a:ext cx="1636270" cy="363159"/>
            </a:xfrm>
            <a:prstGeom prst="rect">
              <a:avLst/>
            </a:prstGeom>
            <a:noFill/>
          </p:spPr>
          <p:txBody>
            <a:bodyPr wrap="square" rtlCol="0">
              <a:spAutoFit/>
              <a:scene3d>
                <a:camera prst="orthographicFront"/>
                <a:lightRig rig="threePt" dir="t"/>
              </a:scene3d>
              <a:sp3d contourW="12700"/>
            </a:bodyPr>
            <a:lstStyle/>
            <a:p>
              <a:pPr>
                <a:defRPr/>
              </a:pPr>
              <a:r>
                <a:rPr lang="zh-CN" altLang="en-US" sz="1200" b="1" kern="0" dirty="0">
                  <a:solidFill>
                    <a:schemeClr val="accent1"/>
                  </a:solidFill>
                  <a:latin typeface="微软雅黑" panose="020B0503020204020204" charset="-122"/>
                  <a:ea typeface="微软雅黑" panose="020B0503020204020204" charset="-122"/>
                  <a:cs typeface="微软雅黑" panose="020B0503020204020204" charset="-122"/>
                  <a:sym typeface="+mn-lt"/>
                </a:rPr>
                <a:t>导师：潘盛湖</a:t>
              </a:r>
              <a:endParaRPr lang="en-US" altLang="zh-CN" sz="1200" b="1" kern="0" dirty="0">
                <a:solidFill>
                  <a:schemeClr val="accent1"/>
                </a:solidFill>
                <a:latin typeface="微软雅黑" panose="020B0503020204020204" charset="-122"/>
                <a:ea typeface="微软雅黑" panose="020B0503020204020204" charset="-122"/>
                <a:cs typeface="微软雅黑" panose="020B0503020204020204" charset="-122"/>
                <a:sym typeface="+mn-lt"/>
              </a:endParaRPr>
            </a:p>
          </p:txBody>
        </p:sp>
      </p:grpSp>
      <p:grpSp>
        <p:nvGrpSpPr>
          <p:cNvPr id="6" name="组合 5"/>
          <p:cNvGrpSpPr/>
          <p:nvPr/>
        </p:nvGrpSpPr>
        <p:grpSpPr>
          <a:xfrm>
            <a:off x="3748087" y="1005502"/>
            <a:ext cx="1641634" cy="304324"/>
            <a:chOff x="895275" y="92915"/>
            <a:chExt cx="6923088" cy="1309688"/>
          </a:xfrm>
          <a:solidFill>
            <a:schemeClr val="bg1"/>
          </a:solidFill>
          <a:effectLst/>
        </p:grpSpPr>
        <p:sp>
          <p:nvSpPr>
            <p:cNvPr id="7" name="Freeform 9"/>
            <p:cNvSpPr>
              <a:spLocks noEditPoints="1"/>
            </p:cNvSpPr>
            <p:nvPr>
              <p:custDataLst>
                <p:tags r:id="rId2"/>
              </p:custDataLst>
            </p:nvPr>
          </p:nvSpPr>
          <p:spPr bwMode="auto">
            <a:xfrm>
              <a:off x="2312912" y="213565"/>
              <a:ext cx="712788" cy="738188"/>
            </a:xfrm>
            <a:custGeom>
              <a:avLst/>
              <a:gdLst>
                <a:gd name="T0" fmla="*/ 1239 w 1979"/>
                <a:gd name="T1" fmla="*/ 1149 h 2035"/>
                <a:gd name="T2" fmla="*/ 1201 w 1979"/>
                <a:gd name="T3" fmla="*/ 1315 h 2035"/>
                <a:gd name="T4" fmla="*/ 1106 w 1979"/>
                <a:gd name="T5" fmla="*/ 1058 h 2035"/>
                <a:gd name="T6" fmla="*/ 1152 w 1979"/>
                <a:gd name="T7" fmla="*/ 978 h 2035"/>
                <a:gd name="T8" fmla="*/ 1106 w 1979"/>
                <a:gd name="T9" fmla="*/ 1058 h 2035"/>
                <a:gd name="T10" fmla="*/ 1124 w 1979"/>
                <a:gd name="T11" fmla="*/ 709 h 2035"/>
                <a:gd name="T12" fmla="*/ 1044 w 1979"/>
                <a:gd name="T13" fmla="*/ 913 h 2035"/>
                <a:gd name="T14" fmla="*/ 1085 w 1979"/>
                <a:gd name="T15" fmla="*/ 404 h 2035"/>
                <a:gd name="T16" fmla="*/ 1033 w 1979"/>
                <a:gd name="T17" fmla="*/ 583 h 2035"/>
                <a:gd name="T18" fmla="*/ 308 w 1979"/>
                <a:gd name="T19" fmla="*/ 898 h 2035"/>
                <a:gd name="T20" fmla="*/ 131 w 1979"/>
                <a:gd name="T21" fmla="*/ 1562 h 2035"/>
                <a:gd name="T22" fmla="*/ 444 w 1979"/>
                <a:gd name="T23" fmla="*/ 1835 h 2035"/>
                <a:gd name="T24" fmla="*/ 545 w 1979"/>
                <a:gd name="T25" fmla="*/ 1260 h 2035"/>
                <a:gd name="T26" fmla="*/ 561 w 1979"/>
                <a:gd name="T27" fmla="*/ 953 h 2035"/>
                <a:gd name="T28" fmla="*/ 823 w 1979"/>
                <a:gd name="T29" fmla="*/ 573 h 2035"/>
                <a:gd name="T30" fmla="*/ 912 w 1979"/>
                <a:gd name="T31" fmla="*/ 639 h 2035"/>
                <a:gd name="T32" fmla="*/ 960 w 1979"/>
                <a:gd name="T33" fmla="*/ 989 h 2035"/>
                <a:gd name="T34" fmla="*/ 621 w 1979"/>
                <a:gd name="T35" fmla="*/ 1373 h 2035"/>
                <a:gd name="T36" fmla="*/ 765 w 1979"/>
                <a:gd name="T37" fmla="*/ 1480 h 2035"/>
                <a:gd name="T38" fmla="*/ 848 w 1979"/>
                <a:gd name="T39" fmla="*/ 1653 h 2035"/>
                <a:gd name="T40" fmla="*/ 1129 w 1979"/>
                <a:gd name="T41" fmla="*/ 1555 h 2035"/>
                <a:gd name="T42" fmla="*/ 1196 w 1979"/>
                <a:gd name="T43" fmla="*/ 1699 h 2035"/>
                <a:gd name="T44" fmla="*/ 1516 w 1979"/>
                <a:gd name="T45" fmla="*/ 1668 h 2035"/>
                <a:gd name="T46" fmla="*/ 1767 w 1979"/>
                <a:gd name="T47" fmla="*/ 1939 h 2035"/>
                <a:gd name="T48" fmla="*/ 1978 w 1979"/>
                <a:gd name="T49" fmla="*/ 1707 h 2035"/>
                <a:gd name="T50" fmla="*/ 1923 w 1979"/>
                <a:gd name="T51" fmla="*/ 1430 h 2035"/>
                <a:gd name="T52" fmla="*/ 1895 w 1979"/>
                <a:gd name="T53" fmla="*/ 1403 h 2035"/>
                <a:gd name="T54" fmla="*/ 1526 w 1979"/>
                <a:gd name="T55" fmla="*/ 1383 h 2035"/>
                <a:gd name="T56" fmla="*/ 1440 w 1979"/>
                <a:gd name="T57" fmla="*/ 1194 h 2035"/>
                <a:gd name="T58" fmla="*/ 1587 w 1979"/>
                <a:gd name="T59" fmla="*/ 865 h 2035"/>
                <a:gd name="T60" fmla="*/ 1516 w 1979"/>
                <a:gd name="T61" fmla="*/ 637 h 2035"/>
                <a:gd name="T62" fmla="*/ 1785 w 1979"/>
                <a:gd name="T63" fmla="*/ 602 h 2035"/>
                <a:gd name="T64" fmla="*/ 1427 w 1979"/>
                <a:gd name="T65" fmla="*/ 454 h 2035"/>
                <a:gd name="T66" fmla="*/ 1387 w 1979"/>
                <a:gd name="T67" fmla="*/ 166 h 2035"/>
                <a:gd name="T68" fmla="*/ 1320 w 1979"/>
                <a:gd name="T69" fmla="*/ 648 h 2035"/>
                <a:gd name="T70" fmla="*/ 1137 w 1979"/>
                <a:gd name="T71" fmla="*/ 86 h 2035"/>
                <a:gd name="T72" fmla="*/ 1033 w 1979"/>
                <a:gd name="T73" fmla="*/ 234 h 2035"/>
                <a:gd name="T74" fmla="*/ 924 w 1979"/>
                <a:gd name="T75" fmla="*/ 331 h 2035"/>
                <a:gd name="T76" fmla="*/ 831 w 1979"/>
                <a:gd name="T77" fmla="*/ 486 h 2035"/>
                <a:gd name="T78" fmla="*/ 671 w 1979"/>
                <a:gd name="T79" fmla="*/ 162 h 2035"/>
                <a:gd name="T80" fmla="*/ 414 w 1979"/>
                <a:gd name="T81" fmla="*/ 386 h 2035"/>
                <a:gd name="T82" fmla="*/ 6 w 1979"/>
                <a:gd name="T83" fmla="*/ 743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79" h="2035">
                  <a:moveTo>
                    <a:pt x="1062" y="1250"/>
                  </a:moveTo>
                  <a:cubicBezTo>
                    <a:pt x="1076" y="1186"/>
                    <a:pt x="1158" y="1148"/>
                    <a:pt x="1239" y="1149"/>
                  </a:cubicBezTo>
                  <a:cubicBezTo>
                    <a:pt x="1280" y="1211"/>
                    <a:pt x="1402" y="1349"/>
                    <a:pt x="1294" y="1422"/>
                  </a:cubicBezTo>
                  <a:cubicBezTo>
                    <a:pt x="1228" y="1397"/>
                    <a:pt x="1259" y="1360"/>
                    <a:pt x="1201" y="1315"/>
                  </a:cubicBezTo>
                  <a:cubicBezTo>
                    <a:pt x="1145" y="1272"/>
                    <a:pt x="1107" y="1305"/>
                    <a:pt x="1062" y="1250"/>
                  </a:cubicBezTo>
                  <a:close/>
                  <a:moveTo>
                    <a:pt x="1106" y="1058"/>
                  </a:moveTo>
                  <a:cubicBezTo>
                    <a:pt x="1102" y="1030"/>
                    <a:pt x="1104" y="1016"/>
                    <a:pt x="1120" y="998"/>
                  </a:cubicBezTo>
                  <a:cubicBezTo>
                    <a:pt x="1131" y="985"/>
                    <a:pt x="1136" y="982"/>
                    <a:pt x="1152" y="978"/>
                  </a:cubicBezTo>
                  <a:cubicBezTo>
                    <a:pt x="1206" y="966"/>
                    <a:pt x="1165" y="978"/>
                    <a:pt x="1181" y="983"/>
                  </a:cubicBezTo>
                  <a:cubicBezTo>
                    <a:pt x="1202" y="1041"/>
                    <a:pt x="1171" y="1068"/>
                    <a:pt x="1106" y="1058"/>
                  </a:cubicBezTo>
                  <a:close/>
                  <a:moveTo>
                    <a:pt x="1044" y="913"/>
                  </a:moveTo>
                  <a:cubicBezTo>
                    <a:pt x="1044" y="844"/>
                    <a:pt x="1064" y="746"/>
                    <a:pt x="1124" y="709"/>
                  </a:cubicBezTo>
                  <a:cubicBezTo>
                    <a:pt x="1142" y="731"/>
                    <a:pt x="1129" y="688"/>
                    <a:pt x="1144" y="744"/>
                  </a:cubicBezTo>
                  <a:cubicBezTo>
                    <a:pt x="1166" y="820"/>
                    <a:pt x="1114" y="889"/>
                    <a:pt x="1044" y="913"/>
                  </a:cubicBezTo>
                  <a:close/>
                  <a:moveTo>
                    <a:pt x="1033" y="583"/>
                  </a:moveTo>
                  <a:cubicBezTo>
                    <a:pt x="1024" y="521"/>
                    <a:pt x="1054" y="450"/>
                    <a:pt x="1085" y="404"/>
                  </a:cubicBezTo>
                  <a:cubicBezTo>
                    <a:pt x="1112" y="423"/>
                    <a:pt x="1134" y="457"/>
                    <a:pt x="1122" y="515"/>
                  </a:cubicBezTo>
                  <a:cubicBezTo>
                    <a:pt x="1111" y="566"/>
                    <a:pt x="1082" y="585"/>
                    <a:pt x="1033" y="583"/>
                  </a:cubicBezTo>
                  <a:close/>
                  <a:moveTo>
                    <a:pt x="6" y="743"/>
                  </a:moveTo>
                  <a:cubicBezTo>
                    <a:pt x="33" y="940"/>
                    <a:pt x="303" y="790"/>
                    <a:pt x="308" y="898"/>
                  </a:cubicBezTo>
                  <a:cubicBezTo>
                    <a:pt x="313" y="1010"/>
                    <a:pt x="46" y="1257"/>
                    <a:pt x="31" y="1307"/>
                  </a:cubicBezTo>
                  <a:cubicBezTo>
                    <a:pt x="0" y="1411"/>
                    <a:pt x="25" y="1558"/>
                    <a:pt x="131" y="1562"/>
                  </a:cubicBezTo>
                  <a:cubicBezTo>
                    <a:pt x="238" y="1567"/>
                    <a:pt x="270" y="1438"/>
                    <a:pt x="370" y="1416"/>
                  </a:cubicBezTo>
                  <a:cubicBezTo>
                    <a:pt x="373" y="1461"/>
                    <a:pt x="350" y="1797"/>
                    <a:pt x="444" y="1835"/>
                  </a:cubicBezTo>
                  <a:cubicBezTo>
                    <a:pt x="575" y="1842"/>
                    <a:pt x="547" y="1707"/>
                    <a:pt x="539" y="1602"/>
                  </a:cubicBezTo>
                  <a:cubicBezTo>
                    <a:pt x="533" y="1503"/>
                    <a:pt x="524" y="1351"/>
                    <a:pt x="545" y="1260"/>
                  </a:cubicBezTo>
                  <a:cubicBezTo>
                    <a:pt x="569" y="1162"/>
                    <a:pt x="810" y="881"/>
                    <a:pt x="763" y="801"/>
                  </a:cubicBezTo>
                  <a:cubicBezTo>
                    <a:pt x="669" y="803"/>
                    <a:pt x="659" y="933"/>
                    <a:pt x="561" y="953"/>
                  </a:cubicBezTo>
                  <a:cubicBezTo>
                    <a:pt x="547" y="832"/>
                    <a:pt x="578" y="775"/>
                    <a:pt x="646" y="721"/>
                  </a:cubicBezTo>
                  <a:lnTo>
                    <a:pt x="823" y="573"/>
                  </a:lnTo>
                  <a:cubicBezTo>
                    <a:pt x="855" y="593"/>
                    <a:pt x="838" y="586"/>
                    <a:pt x="865" y="607"/>
                  </a:cubicBezTo>
                  <a:cubicBezTo>
                    <a:pt x="887" y="625"/>
                    <a:pt x="889" y="623"/>
                    <a:pt x="912" y="639"/>
                  </a:cubicBezTo>
                  <a:cubicBezTo>
                    <a:pt x="957" y="673"/>
                    <a:pt x="955" y="684"/>
                    <a:pt x="934" y="746"/>
                  </a:cubicBezTo>
                  <a:cubicBezTo>
                    <a:pt x="868" y="945"/>
                    <a:pt x="912" y="864"/>
                    <a:pt x="960" y="989"/>
                  </a:cubicBezTo>
                  <a:cubicBezTo>
                    <a:pt x="931" y="1051"/>
                    <a:pt x="814" y="1134"/>
                    <a:pt x="736" y="1165"/>
                  </a:cubicBezTo>
                  <a:cubicBezTo>
                    <a:pt x="632" y="1205"/>
                    <a:pt x="548" y="1245"/>
                    <a:pt x="621" y="1373"/>
                  </a:cubicBezTo>
                  <a:cubicBezTo>
                    <a:pt x="717" y="1389"/>
                    <a:pt x="712" y="1330"/>
                    <a:pt x="811" y="1327"/>
                  </a:cubicBezTo>
                  <a:cubicBezTo>
                    <a:pt x="811" y="1381"/>
                    <a:pt x="791" y="1441"/>
                    <a:pt x="765" y="1480"/>
                  </a:cubicBezTo>
                  <a:cubicBezTo>
                    <a:pt x="722" y="1545"/>
                    <a:pt x="704" y="1515"/>
                    <a:pt x="640" y="1546"/>
                  </a:cubicBezTo>
                  <a:cubicBezTo>
                    <a:pt x="623" y="1691"/>
                    <a:pt x="753" y="1730"/>
                    <a:pt x="848" y="1653"/>
                  </a:cubicBezTo>
                  <a:cubicBezTo>
                    <a:pt x="912" y="1601"/>
                    <a:pt x="916" y="1461"/>
                    <a:pt x="972" y="1411"/>
                  </a:cubicBezTo>
                  <a:cubicBezTo>
                    <a:pt x="1066" y="1374"/>
                    <a:pt x="1142" y="1513"/>
                    <a:pt x="1129" y="1555"/>
                  </a:cubicBezTo>
                  <a:cubicBezTo>
                    <a:pt x="1060" y="1625"/>
                    <a:pt x="1023" y="1551"/>
                    <a:pt x="973" y="1543"/>
                  </a:cubicBezTo>
                  <a:cubicBezTo>
                    <a:pt x="963" y="1669"/>
                    <a:pt x="1069" y="1727"/>
                    <a:pt x="1196" y="1699"/>
                  </a:cubicBezTo>
                  <a:cubicBezTo>
                    <a:pt x="1285" y="1679"/>
                    <a:pt x="1346" y="1532"/>
                    <a:pt x="1423" y="1515"/>
                  </a:cubicBezTo>
                  <a:cubicBezTo>
                    <a:pt x="1454" y="1550"/>
                    <a:pt x="1484" y="1621"/>
                    <a:pt x="1516" y="1668"/>
                  </a:cubicBezTo>
                  <a:lnTo>
                    <a:pt x="1690" y="1886"/>
                  </a:lnTo>
                  <a:cubicBezTo>
                    <a:pt x="1723" y="1919"/>
                    <a:pt x="1734" y="1913"/>
                    <a:pt x="1767" y="1939"/>
                  </a:cubicBezTo>
                  <a:cubicBezTo>
                    <a:pt x="1823" y="1984"/>
                    <a:pt x="1818" y="2035"/>
                    <a:pt x="1931" y="2030"/>
                  </a:cubicBezTo>
                  <a:cubicBezTo>
                    <a:pt x="1968" y="1967"/>
                    <a:pt x="1976" y="1800"/>
                    <a:pt x="1978" y="1707"/>
                  </a:cubicBezTo>
                  <a:cubicBezTo>
                    <a:pt x="1979" y="1660"/>
                    <a:pt x="1976" y="1573"/>
                    <a:pt x="1968" y="1527"/>
                  </a:cubicBezTo>
                  <a:lnTo>
                    <a:pt x="1923" y="1430"/>
                  </a:lnTo>
                  <a:cubicBezTo>
                    <a:pt x="1921" y="1428"/>
                    <a:pt x="1919" y="1425"/>
                    <a:pt x="1917" y="1423"/>
                  </a:cubicBezTo>
                  <a:lnTo>
                    <a:pt x="1895" y="1403"/>
                  </a:lnTo>
                  <a:cubicBezTo>
                    <a:pt x="1847" y="1524"/>
                    <a:pt x="1905" y="1666"/>
                    <a:pt x="1790" y="1729"/>
                  </a:cubicBezTo>
                  <a:cubicBezTo>
                    <a:pt x="1717" y="1711"/>
                    <a:pt x="1565" y="1486"/>
                    <a:pt x="1526" y="1383"/>
                  </a:cubicBezTo>
                  <a:cubicBezTo>
                    <a:pt x="1470" y="1236"/>
                    <a:pt x="1745" y="1086"/>
                    <a:pt x="1700" y="987"/>
                  </a:cubicBezTo>
                  <a:cubicBezTo>
                    <a:pt x="1572" y="915"/>
                    <a:pt x="1517" y="1153"/>
                    <a:pt x="1440" y="1194"/>
                  </a:cubicBezTo>
                  <a:cubicBezTo>
                    <a:pt x="1420" y="1158"/>
                    <a:pt x="1395" y="1117"/>
                    <a:pt x="1390" y="1067"/>
                  </a:cubicBezTo>
                  <a:cubicBezTo>
                    <a:pt x="1457" y="976"/>
                    <a:pt x="1604" y="983"/>
                    <a:pt x="1587" y="865"/>
                  </a:cubicBezTo>
                  <a:cubicBezTo>
                    <a:pt x="1463" y="829"/>
                    <a:pt x="1383" y="925"/>
                    <a:pt x="1332" y="871"/>
                  </a:cubicBezTo>
                  <a:cubicBezTo>
                    <a:pt x="1258" y="790"/>
                    <a:pt x="1515" y="637"/>
                    <a:pt x="1516" y="637"/>
                  </a:cubicBezTo>
                  <a:lnTo>
                    <a:pt x="1845" y="753"/>
                  </a:lnTo>
                  <a:cubicBezTo>
                    <a:pt x="1961" y="755"/>
                    <a:pt x="1871" y="651"/>
                    <a:pt x="1785" y="602"/>
                  </a:cubicBezTo>
                  <a:cubicBezTo>
                    <a:pt x="1714" y="562"/>
                    <a:pt x="1631" y="579"/>
                    <a:pt x="1540" y="572"/>
                  </a:cubicBezTo>
                  <a:cubicBezTo>
                    <a:pt x="1495" y="476"/>
                    <a:pt x="1496" y="515"/>
                    <a:pt x="1427" y="454"/>
                  </a:cubicBezTo>
                  <a:cubicBezTo>
                    <a:pt x="1424" y="388"/>
                    <a:pt x="1442" y="331"/>
                    <a:pt x="1470" y="276"/>
                  </a:cubicBezTo>
                  <a:cubicBezTo>
                    <a:pt x="1585" y="47"/>
                    <a:pt x="1420" y="102"/>
                    <a:pt x="1387" y="166"/>
                  </a:cubicBezTo>
                  <a:lnTo>
                    <a:pt x="1317" y="479"/>
                  </a:lnTo>
                  <a:cubicBezTo>
                    <a:pt x="1308" y="561"/>
                    <a:pt x="1350" y="604"/>
                    <a:pt x="1320" y="648"/>
                  </a:cubicBezTo>
                  <a:cubicBezTo>
                    <a:pt x="1280" y="622"/>
                    <a:pt x="1293" y="620"/>
                    <a:pt x="1263" y="522"/>
                  </a:cubicBezTo>
                  <a:cubicBezTo>
                    <a:pt x="1205" y="327"/>
                    <a:pt x="1223" y="101"/>
                    <a:pt x="1137" y="86"/>
                  </a:cubicBezTo>
                  <a:cubicBezTo>
                    <a:pt x="1053" y="105"/>
                    <a:pt x="1087" y="151"/>
                    <a:pt x="1061" y="217"/>
                  </a:cubicBezTo>
                  <a:lnTo>
                    <a:pt x="1033" y="234"/>
                  </a:lnTo>
                  <a:cubicBezTo>
                    <a:pt x="1031" y="235"/>
                    <a:pt x="1027" y="237"/>
                    <a:pt x="1024" y="238"/>
                  </a:cubicBezTo>
                  <a:cubicBezTo>
                    <a:pt x="942" y="278"/>
                    <a:pt x="976" y="255"/>
                    <a:pt x="924" y="331"/>
                  </a:cubicBezTo>
                  <a:cubicBezTo>
                    <a:pt x="904" y="360"/>
                    <a:pt x="892" y="365"/>
                    <a:pt x="874" y="399"/>
                  </a:cubicBezTo>
                  <a:cubicBezTo>
                    <a:pt x="859" y="428"/>
                    <a:pt x="847" y="463"/>
                    <a:pt x="831" y="486"/>
                  </a:cubicBezTo>
                  <a:cubicBezTo>
                    <a:pt x="763" y="485"/>
                    <a:pt x="717" y="445"/>
                    <a:pt x="709" y="373"/>
                  </a:cubicBezTo>
                  <a:cubicBezTo>
                    <a:pt x="700" y="291"/>
                    <a:pt x="682" y="243"/>
                    <a:pt x="671" y="162"/>
                  </a:cubicBezTo>
                  <a:cubicBezTo>
                    <a:pt x="661" y="87"/>
                    <a:pt x="661" y="0"/>
                    <a:pt x="568" y="27"/>
                  </a:cubicBezTo>
                  <a:cubicBezTo>
                    <a:pt x="440" y="64"/>
                    <a:pt x="423" y="295"/>
                    <a:pt x="414" y="386"/>
                  </a:cubicBezTo>
                  <a:cubicBezTo>
                    <a:pt x="405" y="471"/>
                    <a:pt x="417" y="546"/>
                    <a:pt x="349" y="580"/>
                  </a:cubicBezTo>
                  <a:cubicBezTo>
                    <a:pt x="226" y="641"/>
                    <a:pt x="114" y="672"/>
                    <a:pt x="6" y="743"/>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2" name="Freeform 10"/>
            <p:cNvSpPr>
              <a:spLocks noEditPoints="1"/>
            </p:cNvSpPr>
            <p:nvPr>
              <p:custDataLst>
                <p:tags r:id="rId3"/>
              </p:custDataLst>
            </p:nvPr>
          </p:nvSpPr>
          <p:spPr bwMode="auto">
            <a:xfrm>
              <a:off x="6083225" y="146890"/>
              <a:ext cx="720725" cy="839788"/>
            </a:xfrm>
            <a:custGeom>
              <a:avLst/>
              <a:gdLst>
                <a:gd name="T0" fmla="*/ 854 w 2001"/>
                <a:gd name="T1" fmla="*/ 1901 h 2316"/>
                <a:gd name="T2" fmla="*/ 728 w 2001"/>
                <a:gd name="T3" fmla="*/ 1971 h 2316"/>
                <a:gd name="T4" fmla="*/ 724 w 2001"/>
                <a:gd name="T5" fmla="*/ 1026 h 2316"/>
                <a:gd name="T6" fmla="*/ 845 w 2001"/>
                <a:gd name="T7" fmla="*/ 1028 h 2316"/>
                <a:gd name="T8" fmla="*/ 959 w 2001"/>
                <a:gd name="T9" fmla="*/ 1008 h 2316"/>
                <a:gd name="T10" fmla="*/ 641 w 2001"/>
                <a:gd name="T11" fmla="*/ 1118 h 2316"/>
                <a:gd name="T12" fmla="*/ 1329 w 2001"/>
                <a:gd name="T13" fmla="*/ 677 h 2316"/>
                <a:gd name="T14" fmla="*/ 1329 w 2001"/>
                <a:gd name="T15" fmla="*/ 753 h 2316"/>
                <a:gd name="T16" fmla="*/ 1321 w 2001"/>
                <a:gd name="T17" fmla="*/ 460 h 2316"/>
                <a:gd name="T18" fmla="*/ 1380 w 2001"/>
                <a:gd name="T19" fmla="*/ 493 h 2316"/>
                <a:gd name="T20" fmla="*/ 629 w 2001"/>
                <a:gd name="T21" fmla="*/ 2057 h 2316"/>
                <a:gd name="T22" fmla="*/ 1343 w 2001"/>
                <a:gd name="T23" fmla="*/ 2080 h 2316"/>
                <a:gd name="T24" fmla="*/ 1620 w 2001"/>
                <a:gd name="T25" fmla="*/ 1579 h 2316"/>
                <a:gd name="T26" fmla="*/ 1516 w 2001"/>
                <a:gd name="T27" fmla="*/ 1546 h 2316"/>
                <a:gd name="T28" fmla="*/ 1207 w 2001"/>
                <a:gd name="T29" fmla="*/ 1518 h 2316"/>
                <a:gd name="T30" fmla="*/ 1394 w 2001"/>
                <a:gd name="T31" fmla="*/ 1107 h 2316"/>
                <a:gd name="T32" fmla="*/ 886 w 2001"/>
                <a:gd name="T33" fmla="*/ 1239 h 2316"/>
                <a:gd name="T34" fmla="*/ 1387 w 2001"/>
                <a:gd name="T35" fmla="*/ 1010 h 2316"/>
                <a:gd name="T36" fmla="*/ 1539 w 2001"/>
                <a:gd name="T37" fmla="*/ 1082 h 2316"/>
                <a:gd name="T38" fmla="*/ 1478 w 2001"/>
                <a:gd name="T39" fmla="*/ 881 h 2316"/>
                <a:gd name="T40" fmla="*/ 1329 w 2001"/>
                <a:gd name="T41" fmla="*/ 325 h 2316"/>
                <a:gd name="T42" fmla="*/ 1049 w 2001"/>
                <a:gd name="T43" fmla="*/ 463 h 2316"/>
                <a:gd name="T44" fmla="*/ 829 w 2001"/>
                <a:gd name="T45" fmla="*/ 375 h 2316"/>
                <a:gd name="T46" fmla="*/ 780 w 2001"/>
                <a:gd name="T47" fmla="*/ 738 h 2316"/>
                <a:gd name="T48" fmla="*/ 450 w 2001"/>
                <a:gd name="T49" fmla="*/ 637 h 2316"/>
                <a:gd name="T50" fmla="*/ 482 w 2001"/>
                <a:gd name="T51" fmla="*/ 1096 h 2316"/>
                <a:gd name="T52" fmla="*/ 24 w 2001"/>
                <a:gd name="T53" fmla="*/ 1509 h 2316"/>
                <a:gd name="T54" fmla="*/ 311 w 2001"/>
                <a:gd name="T55" fmla="*/ 1710 h 2316"/>
                <a:gd name="T56" fmla="*/ 767 w 2001"/>
                <a:gd name="T57" fmla="*/ 1278 h 2316"/>
                <a:gd name="T58" fmla="*/ 1165 w 2001"/>
                <a:gd name="T59" fmla="*/ 1296 h 2316"/>
                <a:gd name="T60" fmla="*/ 1063 w 2001"/>
                <a:gd name="T61" fmla="*/ 1547 h 2316"/>
                <a:gd name="T62" fmla="*/ 629 w 2001"/>
                <a:gd name="T63" fmla="*/ 2057 h 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01" h="2316">
                  <a:moveTo>
                    <a:pt x="728" y="1971"/>
                  </a:moveTo>
                  <a:cubicBezTo>
                    <a:pt x="758" y="1924"/>
                    <a:pt x="789" y="1927"/>
                    <a:pt x="854" y="1901"/>
                  </a:cubicBezTo>
                  <a:cubicBezTo>
                    <a:pt x="1031" y="1830"/>
                    <a:pt x="1236" y="1712"/>
                    <a:pt x="1187" y="1920"/>
                  </a:cubicBezTo>
                  <a:cubicBezTo>
                    <a:pt x="1118" y="2212"/>
                    <a:pt x="762" y="2085"/>
                    <a:pt x="728" y="1971"/>
                  </a:cubicBezTo>
                  <a:close/>
                  <a:moveTo>
                    <a:pt x="641" y="1118"/>
                  </a:moveTo>
                  <a:cubicBezTo>
                    <a:pt x="662" y="1059"/>
                    <a:pt x="699" y="1078"/>
                    <a:pt x="724" y="1026"/>
                  </a:cubicBezTo>
                  <a:cubicBezTo>
                    <a:pt x="744" y="984"/>
                    <a:pt x="730" y="950"/>
                    <a:pt x="767" y="904"/>
                  </a:cubicBezTo>
                  <a:cubicBezTo>
                    <a:pt x="813" y="952"/>
                    <a:pt x="770" y="985"/>
                    <a:pt x="845" y="1028"/>
                  </a:cubicBezTo>
                  <a:cubicBezTo>
                    <a:pt x="894" y="1015"/>
                    <a:pt x="886" y="1005"/>
                    <a:pt x="923" y="981"/>
                  </a:cubicBezTo>
                  <a:cubicBezTo>
                    <a:pt x="933" y="990"/>
                    <a:pt x="948" y="999"/>
                    <a:pt x="959" y="1008"/>
                  </a:cubicBezTo>
                  <a:cubicBezTo>
                    <a:pt x="982" y="1029"/>
                    <a:pt x="977" y="1013"/>
                    <a:pt x="989" y="1046"/>
                  </a:cubicBezTo>
                  <a:cubicBezTo>
                    <a:pt x="920" y="1090"/>
                    <a:pt x="755" y="1167"/>
                    <a:pt x="641" y="1118"/>
                  </a:cubicBezTo>
                  <a:close/>
                  <a:moveTo>
                    <a:pt x="1329" y="753"/>
                  </a:moveTo>
                  <a:cubicBezTo>
                    <a:pt x="1314" y="721"/>
                    <a:pt x="1318" y="709"/>
                    <a:pt x="1329" y="677"/>
                  </a:cubicBezTo>
                  <a:cubicBezTo>
                    <a:pt x="1344" y="635"/>
                    <a:pt x="1343" y="636"/>
                    <a:pt x="1378" y="627"/>
                  </a:cubicBezTo>
                  <a:cubicBezTo>
                    <a:pt x="1387" y="692"/>
                    <a:pt x="1378" y="730"/>
                    <a:pt x="1329" y="753"/>
                  </a:cubicBezTo>
                  <a:close/>
                  <a:moveTo>
                    <a:pt x="1237" y="649"/>
                  </a:moveTo>
                  <a:cubicBezTo>
                    <a:pt x="1210" y="597"/>
                    <a:pt x="1294" y="497"/>
                    <a:pt x="1321" y="460"/>
                  </a:cubicBezTo>
                  <a:cubicBezTo>
                    <a:pt x="1353" y="414"/>
                    <a:pt x="1423" y="326"/>
                    <a:pt x="1483" y="328"/>
                  </a:cubicBezTo>
                  <a:cubicBezTo>
                    <a:pt x="1550" y="471"/>
                    <a:pt x="1427" y="464"/>
                    <a:pt x="1380" y="493"/>
                  </a:cubicBezTo>
                  <a:cubicBezTo>
                    <a:pt x="1256" y="569"/>
                    <a:pt x="1303" y="622"/>
                    <a:pt x="1237" y="649"/>
                  </a:cubicBezTo>
                  <a:close/>
                  <a:moveTo>
                    <a:pt x="629" y="2057"/>
                  </a:moveTo>
                  <a:cubicBezTo>
                    <a:pt x="743" y="2152"/>
                    <a:pt x="908" y="2316"/>
                    <a:pt x="1151" y="2261"/>
                  </a:cubicBezTo>
                  <a:cubicBezTo>
                    <a:pt x="1270" y="2233"/>
                    <a:pt x="1310" y="2183"/>
                    <a:pt x="1343" y="2080"/>
                  </a:cubicBezTo>
                  <a:cubicBezTo>
                    <a:pt x="1384" y="1955"/>
                    <a:pt x="1326" y="1848"/>
                    <a:pt x="1338" y="1731"/>
                  </a:cubicBezTo>
                  <a:cubicBezTo>
                    <a:pt x="1441" y="1701"/>
                    <a:pt x="1596" y="1677"/>
                    <a:pt x="1620" y="1579"/>
                  </a:cubicBezTo>
                  <a:cubicBezTo>
                    <a:pt x="1588" y="1555"/>
                    <a:pt x="1622" y="1570"/>
                    <a:pt x="1571" y="1556"/>
                  </a:cubicBezTo>
                  <a:cubicBezTo>
                    <a:pt x="1555" y="1551"/>
                    <a:pt x="1534" y="1549"/>
                    <a:pt x="1516" y="1546"/>
                  </a:cubicBezTo>
                  <a:cubicBezTo>
                    <a:pt x="1483" y="1540"/>
                    <a:pt x="1457" y="1531"/>
                    <a:pt x="1423" y="1524"/>
                  </a:cubicBezTo>
                  <a:cubicBezTo>
                    <a:pt x="1336" y="1506"/>
                    <a:pt x="1256" y="1545"/>
                    <a:pt x="1207" y="1518"/>
                  </a:cubicBezTo>
                  <a:cubicBezTo>
                    <a:pt x="1173" y="1410"/>
                    <a:pt x="1470" y="1266"/>
                    <a:pt x="1426" y="1130"/>
                  </a:cubicBezTo>
                  <a:cubicBezTo>
                    <a:pt x="1405" y="1106"/>
                    <a:pt x="1424" y="1122"/>
                    <a:pt x="1394" y="1107"/>
                  </a:cubicBezTo>
                  <a:lnTo>
                    <a:pt x="1263" y="1089"/>
                  </a:lnTo>
                  <a:cubicBezTo>
                    <a:pt x="1169" y="1100"/>
                    <a:pt x="985" y="1289"/>
                    <a:pt x="886" y="1239"/>
                  </a:cubicBezTo>
                  <a:cubicBezTo>
                    <a:pt x="910" y="1187"/>
                    <a:pt x="1184" y="1054"/>
                    <a:pt x="1270" y="1038"/>
                  </a:cubicBezTo>
                  <a:cubicBezTo>
                    <a:pt x="1343" y="1024"/>
                    <a:pt x="1324" y="1041"/>
                    <a:pt x="1387" y="1010"/>
                  </a:cubicBezTo>
                  <a:cubicBezTo>
                    <a:pt x="1452" y="979"/>
                    <a:pt x="1679" y="935"/>
                    <a:pt x="1736" y="946"/>
                  </a:cubicBezTo>
                  <a:cubicBezTo>
                    <a:pt x="1719" y="1043"/>
                    <a:pt x="1609" y="1024"/>
                    <a:pt x="1539" y="1082"/>
                  </a:cubicBezTo>
                  <a:cubicBezTo>
                    <a:pt x="1625" y="1143"/>
                    <a:pt x="1977" y="1063"/>
                    <a:pt x="1992" y="1029"/>
                  </a:cubicBezTo>
                  <a:cubicBezTo>
                    <a:pt x="2001" y="844"/>
                    <a:pt x="1639" y="882"/>
                    <a:pt x="1478" y="881"/>
                  </a:cubicBezTo>
                  <a:cubicBezTo>
                    <a:pt x="1486" y="788"/>
                    <a:pt x="1514" y="647"/>
                    <a:pt x="1532" y="551"/>
                  </a:cubicBezTo>
                  <a:cubicBezTo>
                    <a:pt x="1632" y="0"/>
                    <a:pt x="1374" y="323"/>
                    <a:pt x="1329" y="325"/>
                  </a:cubicBezTo>
                  <a:cubicBezTo>
                    <a:pt x="1177" y="283"/>
                    <a:pt x="1284" y="163"/>
                    <a:pt x="1153" y="152"/>
                  </a:cubicBezTo>
                  <a:cubicBezTo>
                    <a:pt x="1063" y="269"/>
                    <a:pt x="1189" y="359"/>
                    <a:pt x="1049" y="463"/>
                  </a:cubicBezTo>
                  <a:cubicBezTo>
                    <a:pt x="1015" y="488"/>
                    <a:pt x="1010" y="503"/>
                    <a:pt x="976" y="522"/>
                  </a:cubicBezTo>
                  <a:cubicBezTo>
                    <a:pt x="987" y="395"/>
                    <a:pt x="954" y="367"/>
                    <a:pt x="829" y="375"/>
                  </a:cubicBezTo>
                  <a:cubicBezTo>
                    <a:pt x="805" y="430"/>
                    <a:pt x="797" y="400"/>
                    <a:pt x="801" y="446"/>
                  </a:cubicBezTo>
                  <a:cubicBezTo>
                    <a:pt x="805" y="492"/>
                    <a:pt x="839" y="687"/>
                    <a:pt x="780" y="738"/>
                  </a:cubicBezTo>
                  <a:cubicBezTo>
                    <a:pt x="734" y="615"/>
                    <a:pt x="815" y="547"/>
                    <a:pt x="686" y="444"/>
                  </a:cubicBezTo>
                  <a:cubicBezTo>
                    <a:pt x="461" y="263"/>
                    <a:pt x="490" y="484"/>
                    <a:pt x="450" y="637"/>
                  </a:cubicBezTo>
                  <a:cubicBezTo>
                    <a:pt x="439" y="679"/>
                    <a:pt x="407" y="754"/>
                    <a:pt x="406" y="784"/>
                  </a:cubicBezTo>
                  <a:cubicBezTo>
                    <a:pt x="403" y="847"/>
                    <a:pt x="482" y="1096"/>
                    <a:pt x="482" y="1096"/>
                  </a:cubicBezTo>
                  <a:cubicBezTo>
                    <a:pt x="271" y="1131"/>
                    <a:pt x="190" y="1172"/>
                    <a:pt x="118" y="1334"/>
                  </a:cubicBezTo>
                  <a:cubicBezTo>
                    <a:pt x="49" y="1487"/>
                    <a:pt x="0" y="1383"/>
                    <a:pt x="24" y="1509"/>
                  </a:cubicBezTo>
                  <a:cubicBezTo>
                    <a:pt x="48" y="1639"/>
                    <a:pt x="3" y="1648"/>
                    <a:pt x="98" y="1725"/>
                  </a:cubicBezTo>
                  <a:cubicBezTo>
                    <a:pt x="160" y="1774"/>
                    <a:pt x="267" y="1759"/>
                    <a:pt x="311" y="1710"/>
                  </a:cubicBezTo>
                  <a:cubicBezTo>
                    <a:pt x="337" y="1681"/>
                    <a:pt x="375" y="1558"/>
                    <a:pt x="409" y="1508"/>
                  </a:cubicBezTo>
                  <a:cubicBezTo>
                    <a:pt x="447" y="1451"/>
                    <a:pt x="680" y="1291"/>
                    <a:pt x="767" y="1278"/>
                  </a:cubicBezTo>
                  <a:cubicBezTo>
                    <a:pt x="820" y="1337"/>
                    <a:pt x="821" y="1427"/>
                    <a:pt x="946" y="1394"/>
                  </a:cubicBezTo>
                  <a:cubicBezTo>
                    <a:pt x="1026" y="1373"/>
                    <a:pt x="1091" y="1320"/>
                    <a:pt x="1165" y="1296"/>
                  </a:cubicBezTo>
                  <a:cubicBezTo>
                    <a:pt x="1113" y="1482"/>
                    <a:pt x="966" y="1432"/>
                    <a:pt x="1036" y="1518"/>
                  </a:cubicBezTo>
                  <a:cubicBezTo>
                    <a:pt x="1061" y="1550"/>
                    <a:pt x="1046" y="1511"/>
                    <a:pt x="1063" y="1547"/>
                  </a:cubicBezTo>
                  <a:lnTo>
                    <a:pt x="1066" y="1575"/>
                  </a:lnTo>
                  <a:cubicBezTo>
                    <a:pt x="1050" y="1630"/>
                    <a:pt x="376" y="1847"/>
                    <a:pt x="629" y="2057"/>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3" name="Freeform 11"/>
            <p:cNvSpPr>
              <a:spLocks noEditPoints="1"/>
            </p:cNvSpPr>
            <p:nvPr>
              <p:custDataLst>
                <p:tags r:id="rId4"/>
              </p:custDataLst>
            </p:nvPr>
          </p:nvSpPr>
          <p:spPr bwMode="auto">
            <a:xfrm>
              <a:off x="3268587" y="235790"/>
              <a:ext cx="688975" cy="719138"/>
            </a:xfrm>
            <a:custGeom>
              <a:avLst/>
              <a:gdLst>
                <a:gd name="T0" fmla="*/ 850 w 1912"/>
                <a:gd name="T1" fmla="*/ 1530 h 1983"/>
                <a:gd name="T2" fmla="*/ 968 w 1912"/>
                <a:gd name="T3" fmla="*/ 1520 h 1983"/>
                <a:gd name="T4" fmla="*/ 1128 w 1912"/>
                <a:gd name="T5" fmla="*/ 1423 h 1983"/>
                <a:gd name="T6" fmla="*/ 657 w 1912"/>
                <a:gd name="T7" fmla="*/ 1382 h 1983"/>
                <a:gd name="T8" fmla="*/ 734 w 1912"/>
                <a:gd name="T9" fmla="*/ 1509 h 1983"/>
                <a:gd name="T10" fmla="*/ 657 w 1912"/>
                <a:gd name="T11" fmla="*/ 1382 h 1983"/>
                <a:gd name="T12" fmla="*/ 763 w 1912"/>
                <a:gd name="T13" fmla="*/ 1237 h 1983"/>
                <a:gd name="T14" fmla="*/ 695 w 1912"/>
                <a:gd name="T15" fmla="*/ 1323 h 1983"/>
                <a:gd name="T16" fmla="*/ 1171 w 1912"/>
                <a:gd name="T17" fmla="*/ 1206 h 1983"/>
                <a:gd name="T18" fmla="*/ 1003 w 1912"/>
                <a:gd name="T19" fmla="*/ 1074 h 1983"/>
                <a:gd name="T20" fmla="*/ 1009 w 1912"/>
                <a:gd name="T21" fmla="*/ 1376 h 1983"/>
                <a:gd name="T22" fmla="*/ 797 w 1912"/>
                <a:gd name="T23" fmla="*/ 825 h 1983"/>
                <a:gd name="T24" fmla="*/ 837 w 1912"/>
                <a:gd name="T25" fmla="*/ 974 h 1983"/>
                <a:gd name="T26" fmla="*/ 984 w 1912"/>
                <a:gd name="T27" fmla="*/ 799 h 1983"/>
                <a:gd name="T28" fmla="*/ 1092 w 1912"/>
                <a:gd name="T29" fmla="*/ 698 h 1983"/>
                <a:gd name="T30" fmla="*/ 758 w 1912"/>
                <a:gd name="T31" fmla="*/ 740 h 1983"/>
                <a:gd name="T32" fmla="*/ 708 w 1912"/>
                <a:gd name="T33" fmla="*/ 790 h 1983"/>
                <a:gd name="T34" fmla="*/ 758 w 1912"/>
                <a:gd name="T35" fmla="*/ 740 h 1983"/>
                <a:gd name="T36" fmla="*/ 874 w 1912"/>
                <a:gd name="T37" fmla="*/ 616 h 1983"/>
                <a:gd name="T38" fmla="*/ 843 w 1912"/>
                <a:gd name="T39" fmla="*/ 690 h 1983"/>
                <a:gd name="T40" fmla="*/ 1136 w 1912"/>
                <a:gd name="T41" fmla="*/ 513 h 1983"/>
                <a:gd name="T42" fmla="*/ 1246 w 1912"/>
                <a:gd name="T43" fmla="*/ 572 h 1983"/>
                <a:gd name="T44" fmla="*/ 1452 w 1912"/>
                <a:gd name="T45" fmla="*/ 433 h 1983"/>
                <a:gd name="T46" fmla="*/ 1246 w 1912"/>
                <a:gd name="T47" fmla="*/ 572 h 1983"/>
                <a:gd name="T48" fmla="*/ 813 w 1912"/>
                <a:gd name="T49" fmla="*/ 508 h 1983"/>
                <a:gd name="T50" fmla="*/ 354 w 1912"/>
                <a:gd name="T51" fmla="*/ 672 h 1983"/>
                <a:gd name="T52" fmla="*/ 51 w 1912"/>
                <a:gd name="T53" fmla="*/ 761 h 1983"/>
                <a:gd name="T54" fmla="*/ 244 w 1912"/>
                <a:gd name="T55" fmla="*/ 1113 h 1983"/>
                <a:gd name="T56" fmla="*/ 414 w 1912"/>
                <a:gd name="T57" fmla="*/ 863 h 1983"/>
                <a:gd name="T58" fmla="*/ 499 w 1912"/>
                <a:gd name="T59" fmla="*/ 1117 h 1983"/>
                <a:gd name="T60" fmla="*/ 333 w 1912"/>
                <a:gd name="T61" fmla="*/ 1402 h 1983"/>
                <a:gd name="T62" fmla="*/ 502 w 1912"/>
                <a:gd name="T63" fmla="*/ 1671 h 1983"/>
                <a:gd name="T64" fmla="*/ 660 w 1912"/>
                <a:gd name="T65" fmla="*/ 1709 h 1983"/>
                <a:gd name="T66" fmla="*/ 1009 w 1912"/>
                <a:gd name="T67" fmla="*/ 1869 h 1983"/>
                <a:gd name="T68" fmla="*/ 1689 w 1912"/>
                <a:gd name="T69" fmla="*/ 1888 h 1983"/>
                <a:gd name="T70" fmla="*/ 1883 w 1912"/>
                <a:gd name="T71" fmla="*/ 1675 h 1983"/>
                <a:gd name="T72" fmla="*/ 1819 w 1912"/>
                <a:gd name="T73" fmla="*/ 1496 h 1983"/>
                <a:gd name="T74" fmla="*/ 1648 w 1912"/>
                <a:gd name="T75" fmla="*/ 1757 h 1983"/>
                <a:gd name="T76" fmla="*/ 971 w 1912"/>
                <a:gd name="T77" fmla="*/ 1650 h 1983"/>
                <a:gd name="T78" fmla="*/ 1302 w 1912"/>
                <a:gd name="T79" fmla="*/ 1389 h 1983"/>
                <a:gd name="T80" fmla="*/ 1223 w 1912"/>
                <a:gd name="T81" fmla="*/ 1337 h 1983"/>
                <a:gd name="T82" fmla="*/ 1076 w 1912"/>
                <a:gd name="T83" fmla="*/ 955 h 1983"/>
                <a:gd name="T84" fmla="*/ 1192 w 1912"/>
                <a:gd name="T85" fmla="*/ 698 h 1983"/>
                <a:gd name="T86" fmla="*/ 1672 w 1912"/>
                <a:gd name="T87" fmla="*/ 383 h 1983"/>
                <a:gd name="T88" fmla="*/ 1197 w 1912"/>
                <a:gd name="T89" fmla="*/ 375 h 1983"/>
                <a:gd name="T90" fmla="*/ 1026 w 1912"/>
                <a:gd name="T91" fmla="*/ 403 h 1983"/>
                <a:gd name="T92" fmla="*/ 1262 w 1912"/>
                <a:gd name="T93" fmla="*/ 131 h 1983"/>
                <a:gd name="T94" fmla="*/ 895 w 1912"/>
                <a:gd name="T95" fmla="*/ 50 h 1983"/>
                <a:gd name="T96" fmla="*/ 505 w 1912"/>
                <a:gd name="T97" fmla="*/ 212 h 1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12" h="1983">
                  <a:moveTo>
                    <a:pt x="784" y="1584"/>
                  </a:moveTo>
                  <a:cubicBezTo>
                    <a:pt x="792" y="1537"/>
                    <a:pt x="791" y="1536"/>
                    <a:pt x="850" y="1530"/>
                  </a:cubicBezTo>
                  <a:cubicBezTo>
                    <a:pt x="843" y="1584"/>
                    <a:pt x="842" y="1589"/>
                    <a:pt x="784" y="1584"/>
                  </a:cubicBezTo>
                  <a:close/>
                  <a:moveTo>
                    <a:pt x="968" y="1520"/>
                  </a:moveTo>
                  <a:cubicBezTo>
                    <a:pt x="978" y="1480"/>
                    <a:pt x="987" y="1472"/>
                    <a:pt x="1028" y="1450"/>
                  </a:cubicBezTo>
                  <a:cubicBezTo>
                    <a:pt x="1062" y="1432"/>
                    <a:pt x="1092" y="1418"/>
                    <a:pt x="1128" y="1423"/>
                  </a:cubicBezTo>
                  <a:cubicBezTo>
                    <a:pt x="1129" y="1467"/>
                    <a:pt x="1023" y="1543"/>
                    <a:pt x="968" y="1520"/>
                  </a:cubicBezTo>
                  <a:close/>
                  <a:moveTo>
                    <a:pt x="657" y="1382"/>
                  </a:moveTo>
                  <a:cubicBezTo>
                    <a:pt x="709" y="1387"/>
                    <a:pt x="766" y="1433"/>
                    <a:pt x="783" y="1467"/>
                  </a:cubicBezTo>
                  <a:cubicBezTo>
                    <a:pt x="758" y="1513"/>
                    <a:pt x="783" y="1480"/>
                    <a:pt x="734" y="1509"/>
                  </a:cubicBezTo>
                  <a:cubicBezTo>
                    <a:pt x="697" y="1531"/>
                    <a:pt x="711" y="1524"/>
                    <a:pt x="684" y="1551"/>
                  </a:cubicBezTo>
                  <a:cubicBezTo>
                    <a:pt x="639" y="1505"/>
                    <a:pt x="616" y="1440"/>
                    <a:pt x="657" y="1382"/>
                  </a:cubicBezTo>
                  <a:close/>
                  <a:moveTo>
                    <a:pt x="695" y="1323"/>
                  </a:moveTo>
                  <a:cubicBezTo>
                    <a:pt x="705" y="1271"/>
                    <a:pt x="725" y="1268"/>
                    <a:pt x="763" y="1237"/>
                  </a:cubicBezTo>
                  <a:cubicBezTo>
                    <a:pt x="796" y="1210"/>
                    <a:pt x="819" y="1185"/>
                    <a:pt x="856" y="1174"/>
                  </a:cubicBezTo>
                  <a:cubicBezTo>
                    <a:pt x="913" y="1254"/>
                    <a:pt x="770" y="1320"/>
                    <a:pt x="695" y="1323"/>
                  </a:cubicBezTo>
                  <a:close/>
                  <a:moveTo>
                    <a:pt x="1009" y="1376"/>
                  </a:moveTo>
                  <a:cubicBezTo>
                    <a:pt x="1025" y="1287"/>
                    <a:pt x="1140" y="1305"/>
                    <a:pt x="1171" y="1206"/>
                  </a:cubicBezTo>
                  <a:cubicBezTo>
                    <a:pt x="1137" y="1122"/>
                    <a:pt x="1089" y="1176"/>
                    <a:pt x="1011" y="1150"/>
                  </a:cubicBezTo>
                  <a:lnTo>
                    <a:pt x="1003" y="1074"/>
                  </a:lnTo>
                  <a:cubicBezTo>
                    <a:pt x="1045" y="1049"/>
                    <a:pt x="1266" y="944"/>
                    <a:pt x="1300" y="1003"/>
                  </a:cubicBezTo>
                  <a:cubicBezTo>
                    <a:pt x="1354" y="1098"/>
                    <a:pt x="1115" y="1428"/>
                    <a:pt x="1009" y="1376"/>
                  </a:cubicBezTo>
                  <a:close/>
                  <a:moveTo>
                    <a:pt x="719" y="1027"/>
                  </a:moveTo>
                  <a:cubicBezTo>
                    <a:pt x="721" y="982"/>
                    <a:pt x="762" y="853"/>
                    <a:pt x="797" y="825"/>
                  </a:cubicBezTo>
                  <a:cubicBezTo>
                    <a:pt x="830" y="843"/>
                    <a:pt x="820" y="815"/>
                    <a:pt x="835" y="883"/>
                  </a:cubicBezTo>
                  <a:cubicBezTo>
                    <a:pt x="845" y="924"/>
                    <a:pt x="842" y="933"/>
                    <a:pt x="837" y="974"/>
                  </a:cubicBezTo>
                  <a:cubicBezTo>
                    <a:pt x="802" y="1001"/>
                    <a:pt x="783" y="1025"/>
                    <a:pt x="719" y="1027"/>
                  </a:cubicBezTo>
                  <a:close/>
                  <a:moveTo>
                    <a:pt x="984" y="799"/>
                  </a:moveTo>
                  <a:cubicBezTo>
                    <a:pt x="978" y="743"/>
                    <a:pt x="989" y="699"/>
                    <a:pt x="1012" y="664"/>
                  </a:cubicBezTo>
                  <a:cubicBezTo>
                    <a:pt x="1056" y="667"/>
                    <a:pt x="1067" y="678"/>
                    <a:pt x="1092" y="698"/>
                  </a:cubicBezTo>
                  <a:cubicBezTo>
                    <a:pt x="1101" y="804"/>
                    <a:pt x="1063" y="880"/>
                    <a:pt x="984" y="799"/>
                  </a:cubicBezTo>
                  <a:close/>
                  <a:moveTo>
                    <a:pt x="758" y="740"/>
                  </a:moveTo>
                  <a:cubicBezTo>
                    <a:pt x="779" y="774"/>
                    <a:pt x="752" y="780"/>
                    <a:pt x="752" y="787"/>
                  </a:cubicBezTo>
                  <a:lnTo>
                    <a:pt x="708" y="790"/>
                  </a:lnTo>
                  <a:lnTo>
                    <a:pt x="715" y="719"/>
                  </a:lnTo>
                  <a:cubicBezTo>
                    <a:pt x="741" y="726"/>
                    <a:pt x="743" y="716"/>
                    <a:pt x="758" y="740"/>
                  </a:cubicBezTo>
                  <a:close/>
                  <a:moveTo>
                    <a:pt x="843" y="690"/>
                  </a:moveTo>
                  <a:cubicBezTo>
                    <a:pt x="793" y="648"/>
                    <a:pt x="836" y="616"/>
                    <a:pt x="874" y="616"/>
                  </a:cubicBezTo>
                  <a:cubicBezTo>
                    <a:pt x="938" y="617"/>
                    <a:pt x="876" y="612"/>
                    <a:pt x="904" y="628"/>
                  </a:cubicBezTo>
                  <a:cubicBezTo>
                    <a:pt x="935" y="696"/>
                    <a:pt x="882" y="724"/>
                    <a:pt x="843" y="690"/>
                  </a:cubicBezTo>
                  <a:close/>
                  <a:moveTo>
                    <a:pt x="1010" y="626"/>
                  </a:moveTo>
                  <a:cubicBezTo>
                    <a:pt x="971" y="517"/>
                    <a:pt x="1124" y="501"/>
                    <a:pt x="1136" y="513"/>
                  </a:cubicBezTo>
                  <a:cubicBezTo>
                    <a:pt x="1160" y="538"/>
                    <a:pt x="1139" y="675"/>
                    <a:pt x="1010" y="626"/>
                  </a:cubicBezTo>
                  <a:close/>
                  <a:moveTo>
                    <a:pt x="1246" y="572"/>
                  </a:moveTo>
                  <a:cubicBezTo>
                    <a:pt x="1250" y="500"/>
                    <a:pt x="1255" y="457"/>
                    <a:pt x="1311" y="440"/>
                  </a:cubicBezTo>
                  <a:cubicBezTo>
                    <a:pt x="1355" y="427"/>
                    <a:pt x="1415" y="421"/>
                    <a:pt x="1452" y="433"/>
                  </a:cubicBezTo>
                  <a:cubicBezTo>
                    <a:pt x="1464" y="475"/>
                    <a:pt x="1420" y="490"/>
                    <a:pt x="1375" y="518"/>
                  </a:cubicBezTo>
                  <a:cubicBezTo>
                    <a:pt x="1320" y="552"/>
                    <a:pt x="1315" y="565"/>
                    <a:pt x="1246" y="572"/>
                  </a:cubicBezTo>
                  <a:close/>
                  <a:moveTo>
                    <a:pt x="885" y="383"/>
                  </a:moveTo>
                  <a:cubicBezTo>
                    <a:pt x="897" y="460"/>
                    <a:pt x="887" y="509"/>
                    <a:pt x="813" y="508"/>
                  </a:cubicBezTo>
                  <a:cubicBezTo>
                    <a:pt x="718" y="507"/>
                    <a:pt x="739" y="491"/>
                    <a:pt x="661" y="548"/>
                  </a:cubicBezTo>
                  <a:cubicBezTo>
                    <a:pt x="594" y="597"/>
                    <a:pt x="461" y="678"/>
                    <a:pt x="354" y="672"/>
                  </a:cubicBezTo>
                  <a:cubicBezTo>
                    <a:pt x="311" y="549"/>
                    <a:pt x="340" y="501"/>
                    <a:pt x="196" y="490"/>
                  </a:cubicBezTo>
                  <a:cubicBezTo>
                    <a:pt x="127" y="593"/>
                    <a:pt x="110" y="623"/>
                    <a:pt x="51" y="761"/>
                  </a:cubicBezTo>
                  <a:cubicBezTo>
                    <a:pt x="23" y="828"/>
                    <a:pt x="0" y="842"/>
                    <a:pt x="28" y="916"/>
                  </a:cubicBezTo>
                  <a:cubicBezTo>
                    <a:pt x="70" y="1028"/>
                    <a:pt x="94" y="1159"/>
                    <a:pt x="244" y="1113"/>
                  </a:cubicBezTo>
                  <a:cubicBezTo>
                    <a:pt x="303" y="1094"/>
                    <a:pt x="316" y="1062"/>
                    <a:pt x="343" y="1001"/>
                  </a:cubicBezTo>
                  <a:cubicBezTo>
                    <a:pt x="366" y="947"/>
                    <a:pt x="390" y="918"/>
                    <a:pt x="414" y="863"/>
                  </a:cubicBezTo>
                  <a:cubicBezTo>
                    <a:pt x="442" y="802"/>
                    <a:pt x="471" y="780"/>
                    <a:pt x="557" y="790"/>
                  </a:cubicBezTo>
                  <a:cubicBezTo>
                    <a:pt x="599" y="1029"/>
                    <a:pt x="609" y="970"/>
                    <a:pt x="499" y="1117"/>
                  </a:cubicBezTo>
                  <a:cubicBezTo>
                    <a:pt x="409" y="1237"/>
                    <a:pt x="415" y="1305"/>
                    <a:pt x="389" y="1347"/>
                  </a:cubicBezTo>
                  <a:cubicBezTo>
                    <a:pt x="360" y="1395"/>
                    <a:pt x="364" y="1361"/>
                    <a:pt x="333" y="1402"/>
                  </a:cubicBezTo>
                  <a:cubicBezTo>
                    <a:pt x="350" y="1440"/>
                    <a:pt x="379" y="1494"/>
                    <a:pt x="404" y="1546"/>
                  </a:cubicBezTo>
                  <a:cubicBezTo>
                    <a:pt x="419" y="1578"/>
                    <a:pt x="480" y="1656"/>
                    <a:pt x="502" y="1671"/>
                  </a:cubicBezTo>
                  <a:cubicBezTo>
                    <a:pt x="543" y="1701"/>
                    <a:pt x="534" y="1688"/>
                    <a:pt x="583" y="1687"/>
                  </a:cubicBezTo>
                  <a:cubicBezTo>
                    <a:pt x="646" y="1686"/>
                    <a:pt x="606" y="1692"/>
                    <a:pt x="660" y="1709"/>
                  </a:cubicBezTo>
                  <a:cubicBezTo>
                    <a:pt x="730" y="1731"/>
                    <a:pt x="787" y="1686"/>
                    <a:pt x="862" y="1683"/>
                  </a:cubicBezTo>
                  <a:cubicBezTo>
                    <a:pt x="926" y="1750"/>
                    <a:pt x="918" y="1802"/>
                    <a:pt x="1009" y="1869"/>
                  </a:cubicBezTo>
                  <a:cubicBezTo>
                    <a:pt x="1162" y="1983"/>
                    <a:pt x="1362" y="1940"/>
                    <a:pt x="1540" y="1910"/>
                  </a:cubicBezTo>
                  <a:cubicBezTo>
                    <a:pt x="1584" y="1902"/>
                    <a:pt x="1646" y="1891"/>
                    <a:pt x="1689" y="1888"/>
                  </a:cubicBezTo>
                  <a:cubicBezTo>
                    <a:pt x="1754" y="1884"/>
                    <a:pt x="1775" y="1902"/>
                    <a:pt x="1836" y="1890"/>
                  </a:cubicBezTo>
                  <a:cubicBezTo>
                    <a:pt x="1889" y="1812"/>
                    <a:pt x="1861" y="1775"/>
                    <a:pt x="1883" y="1675"/>
                  </a:cubicBezTo>
                  <a:cubicBezTo>
                    <a:pt x="1898" y="1604"/>
                    <a:pt x="1912" y="1506"/>
                    <a:pt x="1842" y="1463"/>
                  </a:cubicBezTo>
                  <a:cubicBezTo>
                    <a:pt x="1826" y="1480"/>
                    <a:pt x="1838" y="1460"/>
                    <a:pt x="1819" y="1496"/>
                  </a:cubicBezTo>
                  <a:lnTo>
                    <a:pt x="1760" y="1620"/>
                  </a:lnTo>
                  <a:cubicBezTo>
                    <a:pt x="1726" y="1678"/>
                    <a:pt x="1694" y="1726"/>
                    <a:pt x="1648" y="1757"/>
                  </a:cubicBezTo>
                  <a:cubicBezTo>
                    <a:pt x="1566" y="1813"/>
                    <a:pt x="1337" y="1828"/>
                    <a:pt x="1215" y="1828"/>
                  </a:cubicBezTo>
                  <a:cubicBezTo>
                    <a:pt x="1098" y="1828"/>
                    <a:pt x="970" y="1751"/>
                    <a:pt x="971" y="1650"/>
                  </a:cubicBezTo>
                  <a:cubicBezTo>
                    <a:pt x="1003" y="1619"/>
                    <a:pt x="1102" y="1570"/>
                    <a:pt x="1152" y="1535"/>
                  </a:cubicBezTo>
                  <a:cubicBezTo>
                    <a:pt x="1200" y="1501"/>
                    <a:pt x="1283" y="1441"/>
                    <a:pt x="1302" y="1389"/>
                  </a:cubicBezTo>
                  <a:cubicBezTo>
                    <a:pt x="1271" y="1353"/>
                    <a:pt x="1303" y="1388"/>
                    <a:pt x="1250" y="1355"/>
                  </a:cubicBezTo>
                  <a:cubicBezTo>
                    <a:pt x="1234" y="1345"/>
                    <a:pt x="1235" y="1348"/>
                    <a:pt x="1223" y="1337"/>
                  </a:cubicBezTo>
                  <a:cubicBezTo>
                    <a:pt x="1251" y="1240"/>
                    <a:pt x="1396" y="1194"/>
                    <a:pt x="1406" y="1032"/>
                  </a:cubicBezTo>
                  <a:cubicBezTo>
                    <a:pt x="1418" y="845"/>
                    <a:pt x="1193" y="964"/>
                    <a:pt x="1076" y="955"/>
                  </a:cubicBezTo>
                  <a:cubicBezTo>
                    <a:pt x="1091" y="894"/>
                    <a:pt x="1124" y="923"/>
                    <a:pt x="1156" y="859"/>
                  </a:cubicBezTo>
                  <a:cubicBezTo>
                    <a:pt x="1178" y="815"/>
                    <a:pt x="1177" y="743"/>
                    <a:pt x="1192" y="698"/>
                  </a:cubicBezTo>
                  <a:cubicBezTo>
                    <a:pt x="1355" y="633"/>
                    <a:pt x="1619" y="630"/>
                    <a:pt x="1671" y="551"/>
                  </a:cubicBezTo>
                  <a:cubicBezTo>
                    <a:pt x="1700" y="505"/>
                    <a:pt x="1705" y="426"/>
                    <a:pt x="1672" y="383"/>
                  </a:cubicBezTo>
                  <a:cubicBezTo>
                    <a:pt x="1577" y="258"/>
                    <a:pt x="1414" y="334"/>
                    <a:pt x="1374" y="343"/>
                  </a:cubicBezTo>
                  <a:cubicBezTo>
                    <a:pt x="1314" y="358"/>
                    <a:pt x="1255" y="358"/>
                    <a:pt x="1197" y="375"/>
                  </a:cubicBezTo>
                  <a:cubicBezTo>
                    <a:pt x="1137" y="392"/>
                    <a:pt x="1078" y="430"/>
                    <a:pt x="1029" y="413"/>
                  </a:cubicBezTo>
                  <a:cubicBezTo>
                    <a:pt x="1027" y="410"/>
                    <a:pt x="1026" y="401"/>
                    <a:pt x="1026" y="403"/>
                  </a:cubicBezTo>
                  <a:cubicBezTo>
                    <a:pt x="1026" y="403"/>
                    <a:pt x="997" y="317"/>
                    <a:pt x="1116" y="258"/>
                  </a:cubicBezTo>
                  <a:cubicBezTo>
                    <a:pt x="1182" y="226"/>
                    <a:pt x="1253" y="206"/>
                    <a:pt x="1262" y="131"/>
                  </a:cubicBezTo>
                  <a:cubicBezTo>
                    <a:pt x="1276" y="8"/>
                    <a:pt x="1070" y="0"/>
                    <a:pt x="992" y="3"/>
                  </a:cubicBezTo>
                  <a:cubicBezTo>
                    <a:pt x="925" y="6"/>
                    <a:pt x="960" y="23"/>
                    <a:pt x="895" y="50"/>
                  </a:cubicBezTo>
                  <a:lnTo>
                    <a:pt x="696" y="125"/>
                  </a:lnTo>
                  <a:cubicBezTo>
                    <a:pt x="564" y="178"/>
                    <a:pt x="502" y="133"/>
                    <a:pt x="505" y="212"/>
                  </a:cubicBezTo>
                  <a:cubicBezTo>
                    <a:pt x="509" y="298"/>
                    <a:pt x="870" y="376"/>
                    <a:pt x="885" y="383"/>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5" name="Freeform 12"/>
            <p:cNvSpPr/>
            <p:nvPr>
              <p:custDataLst>
                <p:tags r:id="rId5"/>
              </p:custDataLst>
            </p:nvPr>
          </p:nvSpPr>
          <p:spPr bwMode="auto">
            <a:xfrm>
              <a:off x="4214737" y="307227"/>
              <a:ext cx="674688" cy="573088"/>
            </a:xfrm>
            <a:custGeom>
              <a:avLst/>
              <a:gdLst>
                <a:gd name="T0" fmla="*/ 1062 w 1872"/>
                <a:gd name="T1" fmla="*/ 1100 h 1579"/>
                <a:gd name="T2" fmla="*/ 1057 w 1872"/>
                <a:gd name="T3" fmla="*/ 1090 h 1579"/>
                <a:gd name="T4" fmla="*/ 1053 w 1872"/>
                <a:gd name="T5" fmla="*/ 1015 h 1579"/>
                <a:gd name="T6" fmla="*/ 1159 w 1872"/>
                <a:gd name="T7" fmla="*/ 700 h 1579"/>
                <a:gd name="T8" fmla="*/ 1203 w 1872"/>
                <a:gd name="T9" fmla="*/ 365 h 1579"/>
                <a:gd name="T10" fmla="*/ 1430 w 1872"/>
                <a:gd name="T11" fmla="*/ 225 h 1579"/>
                <a:gd name="T12" fmla="*/ 1139 w 1872"/>
                <a:gd name="T13" fmla="*/ 5 h 1579"/>
                <a:gd name="T14" fmla="*/ 996 w 1872"/>
                <a:gd name="T15" fmla="*/ 40 h 1579"/>
                <a:gd name="T16" fmla="*/ 464 w 1872"/>
                <a:gd name="T17" fmla="*/ 236 h 1579"/>
                <a:gd name="T18" fmla="*/ 642 w 1872"/>
                <a:gd name="T19" fmla="*/ 382 h 1579"/>
                <a:gd name="T20" fmla="*/ 872 w 1872"/>
                <a:gd name="T21" fmla="*/ 466 h 1579"/>
                <a:gd name="T22" fmla="*/ 806 w 1872"/>
                <a:gd name="T23" fmla="*/ 680 h 1579"/>
                <a:gd name="T24" fmla="*/ 868 w 1872"/>
                <a:gd name="T25" fmla="*/ 835 h 1579"/>
                <a:gd name="T26" fmla="*/ 678 w 1872"/>
                <a:gd name="T27" fmla="*/ 1041 h 1579"/>
                <a:gd name="T28" fmla="*/ 571 w 1872"/>
                <a:gd name="T29" fmla="*/ 1143 h 1579"/>
                <a:gd name="T30" fmla="*/ 648 w 1872"/>
                <a:gd name="T31" fmla="*/ 1171 h 1579"/>
                <a:gd name="T32" fmla="*/ 421 w 1872"/>
                <a:gd name="T33" fmla="*/ 1234 h 1579"/>
                <a:gd name="T34" fmla="*/ 382 w 1872"/>
                <a:gd name="T35" fmla="*/ 1148 h 1579"/>
                <a:gd name="T36" fmla="*/ 89 w 1872"/>
                <a:gd name="T37" fmla="*/ 1223 h 1579"/>
                <a:gd name="T38" fmla="*/ 82 w 1872"/>
                <a:gd name="T39" fmla="*/ 1477 h 1579"/>
                <a:gd name="T40" fmla="*/ 343 w 1872"/>
                <a:gd name="T41" fmla="*/ 1478 h 1579"/>
                <a:gd name="T42" fmla="*/ 1258 w 1872"/>
                <a:gd name="T43" fmla="*/ 1311 h 1579"/>
                <a:gd name="T44" fmla="*/ 1872 w 1872"/>
                <a:gd name="T45" fmla="*/ 1294 h 1579"/>
                <a:gd name="T46" fmla="*/ 1742 w 1872"/>
                <a:gd name="T47" fmla="*/ 1162 h 1579"/>
                <a:gd name="T48" fmla="*/ 1062 w 1872"/>
                <a:gd name="T49" fmla="*/ 110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2" h="1579">
                  <a:moveTo>
                    <a:pt x="1062" y="1100"/>
                  </a:moveTo>
                  <a:cubicBezTo>
                    <a:pt x="1060" y="1097"/>
                    <a:pt x="1058" y="1093"/>
                    <a:pt x="1057" y="1090"/>
                  </a:cubicBezTo>
                  <a:lnTo>
                    <a:pt x="1053" y="1015"/>
                  </a:lnTo>
                  <a:cubicBezTo>
                    <a:pt x="1103" y="847"/>
                    <a:pt x="1215" y="838"/>
                    <a:pt x="1159" y="700"/>
                  </a:cubicBezTo>
                  <a:cubicBezTo>
                    <a:pt x="1061" y="458"/>
                    <a:pt x="997" y="452"/>
                    <a:pt x="1203" y="365"/>
                  </a:cubicBezTo>
                  <a:cubicBezTo>
                    <a:pt x="1289" y="330"/>
                    <a:pt x="1390" y="299"/>
                    <a:pt x="1430" y="225"/>
                  </a:cubicBezTo>
                  <a:cubicBezTo>
                    <a:pt x="1520" y="56"/>
                    <a:pt x="1245" y="12"/>
                    <a:pt x="1139" y="5"/>
                  </a:cubicBezTo>
                  <a:cubicBezTo>
                    <a:pt x="1069" y="0"/>
                    <a:pt x="1052" y="22"/>
                    <a:pt x="996" y="40"/>
                  </a:cubicBezTo>
                  <a:cubicBezTo>
                    <a:pt x="829" y="92"/>
                    <a:pt x="559" y="132"/>
                    <a:pt x="464" y="236"/>
                  </a:cubicBezTo>
                  <a:cubicBezTo>
                    <a:pt x="486" y="297"/>
                    <a:pt x="576" y="343"/>
                    <a:pt x="642" y="382"/>
                  </a:cubicBezTo>
                  <a:cubicBezTo>
                    <a:pt x="790" y="469"/>
                    <a:pt x="834" y="427"/>
                    <a:pt x="872" y="466"/>
                  </a:cubicBezTo>
                  <a:cubicBezTo>
                    <a:pt x="925" y="519"/>
                    <a:pt x="808" y="565"/>
                    <a:pt x="806" y="680"/>
                  </a:cubicBezTo>
                  <a:cubicBezTo>
                    <a:pt x="834" y="746"/>
                    <a:pt x="882" y="738"/>
                    <a:pt x="868" y="835"/>
                  </a:cubicBezTo>
                  <a:cubicBezTo>
                    <a:pt x="855" y="927"/>
                    <a:pt x="757" y="981"/>
                    <a:pt x="678" y="1041"/>
                  </a:cubicBezTo>
                  <a:cubicBezTo>
                    <a:pt x="579" y="1115"/>
                    <a:pt x="593" y="1073"/>
                    <a:pt x="571" y="1143"/>
                  </a:cubicBezTo>
                  <a:lnTo>
                    <a:pt x="648" y="1171"/>
                  </a:lnTo>
                  <a:cubicBezTo>
                    <a:pt x="601" y="1204"/>
                    <a:pt x="497" y="1229"/>
                    <a:pt x="421" y="1234"/>
                  </a:cubicBezTo>
                  <a:cubicBezTo>
                    <a:pt x="393" y="1197"/>
                    <a:pt x="422" y="1156"/>
                    <a:pt x="382" y="1148"/>
                  </a:cubicBezTo>
                  <a:cubicBezTo>
                    <a:pt x="264" y="1148"/>
                    <a:pt x="146" y="1143"/>
                    <a:pt x="89" y="1223"/>
                  </a:cubicBezTo>
                  <a:cubicBezTo>
                    <a:pt x="17" y="1322"/>
                    <a:pt x="0" y="1386"/>
                    <a:pt x="82" y="1477"/>
                  </a:cubicBezTo>
                  <a:cubicBezTo>
                    <a:pt x="173" y="1579"/>
                    <a:pt x="231" y="1512"/>
                    <a:pt x="343" y="1478"/>
                  </a:cubicBezTo>
                  <a:cubicBezTo>
                    <a:pt x="575" y="1407"/>
                    <a:pt x="1031" y="1313"/>
                    <a:pt x="1258" y="1311"/>
                  </a:cubicBezTo>
                  <a:cubicBezTo>
                    <a:pt x="1505" y="1309"/>
                    <a:pt x="1850" y="1417"/>
                    <a:pt x="1872" y="1294"/>
                  </a:cubicBezTo>
                  <a:cubicBezTo>
                    <a:pt x="1863" y="1215"/>
                    <a:pt x="1808" y="1192"/>
                    <a:pt x="1742" y="1162"/>
                  </a:cubicBezTo>
                  <a:cubicBezTo>
                    <a:pt x="1404" y="1010"/>
                    <a:pt x="1184" y="1154"/>
                    <a:pt x="1062" y="1100"/>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3" name="Freeform 13"/>
            <p:cNvSpPr>
              <a:spLocks noEditPoints="1"/>
            </p:cNvSpPr>
            <p:nvPr>
              <p:custDataLst>
                <p:tags r:id="rId6"/>
              </p:custDataLst>
            </p:nvPr>
          </p:nvSpPr>
          <p:spPr bwMode="auto">
            <a:xfrm>
              <a:off x="5418062" y="273890"/>
              <a:ext cx="466725" cy="644525"/>
            </a:xfrm>
            <a:custGeom>
              <a:avLst/>
              <a:gdLst>
                <a:gd name="T0" fmla="*/ 482 w 1292"/>
                <a:gd name="T1" fmla="*/ 471 h 1776"/>
                <a:gd name="T2" fmla="*/ 550 w 1292"/>
                <a:gd name="T3" fmla="*/ 252 h 1776"/>
                <a:gd name="T4" fmla="*/ 755 w 1292"/>
                <a:gd name="T5" fmla="*/ 197 h 1776"/>
                <a:gd name="T6" fmla="*/ 482 w 1292"/>
                <a:gd name="T7" fmla="*/ 471 h 1776"/>
                <a:gd name="T8" fmla="*/ 799 w 1292"/>
                <a:gd name="T9" fmla="*/ 445 h 1776"/>
                <a:gd name="T10" fmla="*/ 973 w 1292"/>
                <a:gd name="T11" fmla="*/ 271 h 1776"/>
                <a:gd name="T12" fmla="*/ 880 w 1292"/>
                <a:gd name="T13" fmla="*/ 71 h 1776"/>
                <a:gd name="T14" fmla="*/ 323 w 1292"/>
                <a:gd name="T15" fmla="*/ 167 h 1776"/>
                <a:gd name="T16" fmla="*/ 201 w 1292"/>
                <a:gd name="T17" fmla="*/ 232 h 1776"/>
                <a:gd name="T18" fmla="*/ 241 w 1292"/>
                <a:gd name="T19" fmla="*/ 500 h 1776"/>
                <a:gd name="T20" fmla="*/ 356 w 1292"/>
                <a:gd name="T21" fmla="*/ 730 h 1776"/>
                <a:gd name="T22" fmla="*/ 159 w 1292"/>
                <a:gd name="T23" fmla="*/ 868 h 1776"/>
                <a:gd name="T24" fmla="*/ 139 w 1292"/>
                <a:gd name="T25" fmla="*/ 994 h 1776"/>
                <a:gd name="T26" fmla="*/ 315 w 1292"/>
                <a:gd name="T27" fmla="*/ 970 h 1776"/>
                <a:gd name="T28" fmla="*/ 505 w 1292"/>
                <a:gd name="T29" fmla="*/ 927 h 1776"/>
                <a:gd name="T30" fmla="*/ 402 w 1292"/>
                <a:gd name="T31" fmla="*/ 1057 h 1776"/>
                <a:gd name="T32" fmla="*/ 259 w 1292"/>
                <a:gd name="T33" fmla="*/ 1134 h 1776"/>
                <a:gd name="T34" fmla="*/ 442 w 1292"/>
                <a:gd name="T35" fmla="*/ 1277 h 1776"/>
                <a:gd name="T36" fmla="*/ 289 w 1292"/>
                <a:gd name="T37" fmla="*/ 1431 h 1776"/>
                <a:gd name="T38" fmla="*/ 45 w 1292"/>
                <a:gd name="T39" fmla="*/ 1487 h 1776"/>
                <a:gd name="T40" fmla="*/ 153 w 1292"/>
                <a:gd name="T41" fmla="*/ 1713 h 1776"/>
                <a:gd name="T42" fmla="*/ 1055 w 1292"/>
                <a:gd name="T43" fmla="*/ 1533 h 1776"/>
                <a:gd name="T44" fmla="*/ 1240 w 1292"/>
                <a:gd name="T45" fmla="*/ 1505 h 1776"/>
                <a:gd name="T46" fmla="*/ 1043 w 1292"/>
                <a:gd name="T47" fmla="*/ 1331 h 1776"/>
                <a:gd name="T48" fmla="*/ 692 w 1292"/>
                <a:gd name="T49" fmla="*/ 1342 h 1776"/>
                <a:gd name="T50" fmla="*/ 844 w 1292"/>
                <a:gd name="T51" fmla="*/ 1057 h 1776"/>
                <a:gd name="T52" fmla="*/ 699 w 1292"/>
                <a:gd name="T53" fmla="*/ 972 h 1776"/>
                <a:gd name="T54" fmla="*/ 915 w 1292"/>
                <a:gd name="T55" fmla="*/ 745 h 1776"/>
                <a:gd name="T56" fmla="*/ 380 w 1292"/>
                <a:gd name="T57" fmla="*/ 818 h 1776"/>
                <a:gd name="T58" fmla="*/ 865 w 1292"/>
                <a:gd name="T59" fmla="*/ 523 h 1776"/>
                <a:gd name="T60" fmla="*/ 799 w 1292"/>
                <a:gd name="T61" fmla="*/ 4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92" h="1776">
                  <a:moveTo>
                    <a:pt x="482" y="471"/>
                  </a:moveTo>
                  <a:cubicBezTo>
                    <a:pt x="463" y="344"/>
                    <a:pt x="449" y="301"/>
                    <a:pt x="550" y="252"/>
                  </a:cubicBezTo>
                  <a:cubicBezTo>
                    <a:pt x="584" y="235"/>
                    <a:pt x="725" y="168"/>
                    <a:pt x="755" y="197"/>
                  </a:cubicBezTo>
                  <a:cubicBezTo>
                    <a:pt x="809" y="250"/>
                    <a:pt x="566" y="466"/>
                    <a:pt x="482" y="471"/>
                  </a:cubicBezTo>
                  <a:close/>
                  <a:moveTo>
                    <a:pt x="799" y="445"/>
                  </a:moveTo>
                  <a:cubicBezTo>
                    <a:pt x="833" y="380"/>
                    <a:pt x="926" y="326"/>
                    <a:pt x="973" y="271"/>
                  </a:cubicBezTo>
                  <a:cubicBezTo>
                    <a:pt x="1040" y="192"/>
                    <a:pt x="957" y="103"/>
                    <a:pt x="880" y="71"/>
                  </a:cubicBezTo>
                  <a:cubicBezTo>
                    <a:pt x="703" y="0"/>
                    <a:pt x="461" y="162"/>
                    <a:pt x="323" y="167"/>
                  </a:cubicBezTo>
                  <a:cubicBezTo>
                    <a:pt x="240" y="171"/>
                    <a:pt x="227" y="159"/>
                    <a:pt x="201" y="232"/>
                  </a:cubicBezTo>
                  <a:cubicBezTo>
                    <a:pt x="152" y="369"/>
                    <a:pt x="181" y="400"/>
                    <a:pt x="241" y="500"/>
                  </a:cubicBezTo>
                  <a:cubicBezTo>
                    <a:pt x="263" y="538"/>
                    <a:pt x="375" y="610"/>
                    <a:pt x="356" y="730"/>
                  </a:cubicBezTo>
                  <a:cubicBezTo>
                    <a:pt x="341" y="828"/>
                    <a:pt x="188" y="835"/>
                    <a:pt x="159" y="868"/>
                  </a:cubicBezTo>
                  <a:cubicBezTo>
                    <a:pt x="130" y="901"/>
                    <a:pt x="114" y="954"/>
                    <a:pt x="139" y="994"/>
                  </a:cubicBezTo>
                  <a:cubicBezTo>
                    <a:pt x="171" y="1035"/>
                    <a:pt x="216" y="1003"/>
                    <a:pt x="315" y="970"/>
                  </a:cubicBezTo>
                  <a:cubicBezTo>
                    <a:pt x="376" y="950"/>
                    <a:pt x="437" y="920"/>
                    <a:pt x="505" y="927"/>
                  </a:cubicBezTo>
                  <a:cubicBezTo>
                    <a:pt x="509" y="1026"/>
                    <a:pt x="473" y="1025"/>
                    <a:pt x="402" y="1057"/>
                  </a:cubicBezTo>
                  <a:cubicBezTo>
                    <a:pt x="344" y="1083"/>
                    <a:pt x="296" y="1102"/>
                    <a:pt x="259" y="1134"/>
                  </a:cubicBezTo>
                  <a:cubicBezTo>
                    <a:pt x="262" y="1247"/>
                    <a:pt x="349" y="1249"/>
                    <a:pt x="442" y="1277"/>
                  </a:cubicBezTo>
                  <a:cubicBezTo>
                    <a:pt x="437" y="1340"/>
                    <a:pt x="368" y="1382"/>
                    <a:pt x="289" y="1431"/>
                  </a:cubicBezTo>
                  <a:cubicBezTo>
                    <a:pt x="177" y="1499"/>
                    <a:pt x="162" y="1459"/>
                    <a:pt x="45" y="1487"/>
                  </a:cubicBezTo>
                  <a:cubicBezTo>
                    <a:pt x="0" y="1598"/>
                    <a:pt x="57" y="1673"/>
                    <a:pt x="153" y="1713"/>
                  </a:cubicBezTo>
                  <a:cubicBezTo>
                    <a:pt x="301" y="1776"/>
                    <a:pt x="724" y="1533"/>
                    <a:pt x="1055" y="1533"/>
                  </a:cubicBezTo>
                  <a:cubicBezTo>
                    <a:pt x="1133" y="1533"/>
                    <a:pt x="1208" y="1549"/>
                    <a:pt x="1240" y="1505"/>
                  </a:cubicBezTo>
                  <a:cubicBezTo>
                    <a:pt x="1292" y="1417"/>
                    <a:pt x="1139" y="1336"/>
                    <a:pt x="1043" y="1331"/>
                  </a:cubicBezTo>
                  <a:cubicBezTo>
                    <a:pt x="807" y="1317"/>
                    <a:pt x="725" y="1376"/>
                    <a:pt x="692" y="1342"/>
                  </a:cubicBezTo>
                  <a:cubicBezTo>
                    <a:pt x="610" y="1230"/>
                    <a:pt x="835" y="1172"/>
                    <a:pt x="844" y="1057"/>
                  </a:cubicBezTo>
                  <a:lnTo>
                    <a:pt x="699" y="972"/>
                  </a:lnTo>
                  <a:cubicBezTo>
                    <a:pt x="688" y="708"/>
                    <a:pt x="829" y="845"/>
                    <a:pt x="915" y="745"/>
                  </a:cubicBezTo>
                  <a:cubicBezTo>
                    <a:pt x="885" y="545"/>
                    <a:pt x="471" y="805"/>
                    <a:pt x="380" y="818"/>
                  </a:cubicBezTo>
                  <a:cubicBezTo>
                    <a:pt x="460" y="687"/>
                    <a:pt x="827" y="611"/>
                    <a:pt x="865" y="523"/>
                  </a:cubicBezTo>
                  <a:cubicBezTo>
                    <a:pt x="836" y="460"/>
                    <a:pt x="830" y="502"/>
                    <a:pt x="799" y="445"/>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6" name="Freeform 14"/>
            <p:cNvSpPr/>
            <p:nvPr>
              <p:custDataLst>
                <p:tags r:id="rId7"/>
              </p:custDataLst>
            </p:nvPr>
          </p:nvSpPr>
          <p:spPr bwMode="auto">
            <a:xfrm>
              <a:off x="5130725" y="211977"/>
              <a:ext cx="366713" cy="714375"/>
            </a:xfrm>
            <a:custGeom>
              <a:avLst/>
              <a:gdLst>
                <a:gd name="T0" fmla="*/ 736 w 1016"/>
                <a:gd name="T1" fmla="*/ 471 h 1966"/>
                <a:gd name="T2" fmla="*/ 861 w 1016"/>
                <a:gd name="T3" fmla="*/ 219 h 1966"/>
                <a:gd name="T4" fmla="*/ 619 w 1016"/>
                <a:gd name="T5" fmla="*/ 180 h 1966"/>
                <a:gd name="T6" fmla="*/ 382 w 1016"/>
                <a:gd name="T7" fmla="*/ 401 h 1966"/>
                <a:gd name="T8" fmla="*/ 619 w 1016"/>
                <a:gd name="T9" fmla="*/ 540 h 1966"/>
                <a:gd name="T10" fmla="*/ 417 w 1016"/>
                <a:gd name="T11" fmla="*/ 788 h 1966"/>
                <a:gd name="T12" fmla="*/ 65 w 1016"/>
                <a:gd name="T13" fmla="*/ 854 h 1966"/>
                <a:gd name="T14" fmla="*/ 5 w 1016"/>
                <a:gd name="T15" fmla="*/ 1020 h 1966"/>
                <a:gd name="T16" fmla="*/ 423 w 1016"/>
                <a:gd name="T17" fmla="*/ 1061 h 1966"/>
                <a:gd name="T18" fmla="*/ 351 w 1016"/>
                <a:gd name="T19" fmla="*/ 1206 h 1966"/>
                <a:gd name="T20" fmla="*/ 214 w 1016"/>
                <a:gd name="T21" fmla="*/ 1609 h 1966"/>
                <a:gd name="T22" fmla="*/ 562 w 1016"/>
                <a:gd name="T23" fmla="*/ 1422 h 1966"/>
                <a:gd name="T24" fmla="*/ 695 w 1016"/>
                <a:gd name="T25" fmla="*/ 1966 h 1966"/>
                <a:gd name="T26" fmla="*/ 723 w 1016"/>
                <a:gd name="T27" fmla="*/ 1477 h 1966"/>
                <a:gd name="T28" fmla="*/ 836 w 1016"/>
                <a:gd name="T29" fmla="*/ 1102 h 1966"/>
                <a:gd name="T30" fmla="*/ 969 w 1016"/>
                <a:gd name="T31" fmla="*/ 870 h 1966"/>
                <a:gd name="T32" fmla="*/ 751 w 1016"/>
                <a:gd name="T33" fmla="*/ 1000 h 1966"/>
                <a:gd name="T34" fmla="*/ 816 w 1016"/>
                <a:gd name="T35" fmla="*/ 821 h 1966"/>
                <a:gd name="T36" fmla="*/ 925 w 1016"/>
                <a:gd name="T37" fmla="*/ 716 h 1966"/>
                <a:gd name="T38" fmla="*/ 736 w 1016"/>
                <a:gd name="T39" fmla="*/ 471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6" h="1966">
                  <a:moveTo>
                    <a:pt x="736" y="471"/>
                  </a:moveTo>
                  <a:cubicBezTo>
                    <a:pt x="869" y="363"/>
                    <a:pt x="934" y="455"/>
                    <a:pt x="861" y="219"/>
                  </a:cubicBezTo>
                  <a:cubicBezTo>
                    <a:pt x="793" y="0"/>
                    <a:pt x="729" y="100"/>
                    <a:pt x="619" y="180"/>
                  </a:cubicBezTo>
                  <a:cubicBezTo>
                    <a:pt x="506" y="263"/>
                    <a:pt x="431" y="246"/>
                    <a:pt x="382" y="401"/>
                  </a:cubicBezTo>
                  <a:cubicBezTo>
                    <a:pt x="311" y="630"/>
                    <a:pt x="619" y="540"/>
                    <a:pt x="619" y="540"/>
                  </a:cubicBezTo>
                  <a:cubicBezTo>
                    <a:pt x="623" y="727"/>
                    <a:pt x="544" y="720"/>
                    <a:pt x="417" y="788"/>
                  </a:cubicBezTo>
                  <a:cubicBezTo>
                    <a:pt x="238" y="884"/>
                    <a:pt x="175" y="788"/>
                    <a:pt x="65" y="854"/>
                  </a:cubicBezTo>
                  <a:cubicBezTo>
                    <a:pt x="8" y="889"/>
                    <a:pt x="0" y="940"/>
                    <a:pt x="5" y="1020"/>
                  </a:cubicBezTo>
                  <a:cubicBezTo>
                    <a:pt x="20" y="1312"/>
                    <a:pt x="283" y="1070"/>
                    <a:pt x="423" y="1061"/>
                  </a:cubicBezTo>
                  <a:cubicBezTo>
                    <a:pt x="415" y="1105"/>
                    <a:pt x="375" y="1177"/>
                    <a:pt x="351" y="1206"/>
                  </a:cubicBezTo>
                  <a:cubicBezTo>
                    <a:pt x="323" y="1242"/>
                    <a:pt x="23" y="1379"/>
                    <a:pt x="214" y="1609"/>
                  </a:cubicBezTo>
                  <a:cubicBezTo>
                    <a:pt x="360" y="1613"/>
                    <a:pt x="436" y="1431"/>
                    <a:pt x="562" y="1422"/>
                  </a:cubicBezTo>
                  <a:cubicBezTo>
                    <a:pt x="560" y="1515"/>
                    <a:pt x="536" y="1953"/>
                    <a:pt x="695" y="1966"/>
                  </a:cubicBezTo>
                  <a:cubicBezTo>
                    <a:pt x="758" y="1905"/>
                    <a:pt x="723" y="1625"/>
                    <a:pt x="723" y="1477"/>
                  </a:cubicBezTo>
                  <a:cubicBezTo>
                    <a:pt x="723" y="1251"/>
                    <a:pt x="711" y="1232"/>
                    <a:pt x="836" y="1102"/>
                  </a:cubicBezTo>
                  <a:cubicBezTo>
                    <a:pt x="865" y="1071"/>
                    <a:pt x="1016" y="927"/>
                    <a:pt x="969" y="870"/>
                  </a:cubicBezTo>
                  <a:cubicBezTo>
                    <a:pt x="913" y="810"/>
                    <a:pt x="861" y="983"/>
                    <a:pt x="751" y="1000"/>
                  </a:cubicBezTo>
                  <a:cubicBezTo>
                    <a:pt x="747" y="890"/>
                    <a:pt x="740" y="869"/>
                    <a:pt x="816" y="821"/>
                  </a:cubicBezTo>
                  <a:cubicBezTo>
                    <a:pt x="856" y="796"/>
                    <a:pt x="920" y="756"/>
                    <a:pt x="925" y="716"/>
                  </a:cubicBezTo>
                  <a:cubicBezTo>
                    <a:pt x="934" y="646"/>
                    <a:pt x="763" y="523"/>
                    <a:pt x="736" y="471"/>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7" name="Freeform 15"/>
            <p:cNvSpPr/>
            <p:nvPr>
              <p:custDataLst>
                <p:tags r:id="rId8"/>
              </p:custDataLst>
            </p:nvPr>
          </p:nvSpPr>
          <p:spPr bwMode="auto">
            <a:xfrm>
              <a:off x="7189712" y="475502"/>
              <a:ext cx="573088" cy="493713"/>
            </a:xfrm>
            <a:custGeom>
              <a:avLst/>
              <a:gdLst>
                <a:gd name="T0" fmla="*/ 498 w 1591"/>
                <a:gd name="T1" fmla="*/ 373 h 1359"/>
                <a:gd name="T2" fmla="*/ 711 w 1591"/>
                <a:gd name="T3" fmla="*/ 222 h 1359"/>
                <a:gd name="T4" fmla="*/ 878 w 1591"/>
                <a:gd name="T5" fmla="*/ 42 h 1359"/>
                <a:gd name="T6" fmla="*/ 631 w 1591"/>
                <a:gd name="T7" fmla="*/ 65 h 1359"/>
                <a:gd name="T8" fmla="*/ 425 w 1591"/>
                <a:gd name="T9" fmla="*/ 164 h 1359"/>
                <a:gd name="T10" fmla="*/ 491 w 1591"/>
                <a:gd name="T11" fmla="*/ 242 h 1359"/>
                <a:gd name="T12" fmla="*/ 260 w 1591"/>
                <a:gd name="T13" fmla="*/ 451 h 1359"/>
                <a:gd name="T14" fmla="*/ 93 w 1591"/>
                <a:gd name="T15" fmla="*/ 506 h 1359"/>
                <a:gd name="T16" fmla="*/ 79 w 1591"/>
                <a:gd name="T17" fmla="*/ 647 h 1359"/>
                <a:gd name="T18" fmla="*/ 314 w 1591"/>
                <a:gd name="T19" fmla="*/ 631 h 1359"/>
                <a:gd name="T20" fmla="*/ 2 w 1591"/>
                <a:gd name="T21" fmla="*/ 1065 h 1359"/>
                <a:gd name="T22" fmla="*/ 77 w 1591"/>
                <a:gd name="T23" fmla="*/ 1236 h 1359"/>
                <a:gd name="T24" fmla="*/ 498 w 1591"/>
                <a:gd name="T25" fmla="*/ 728 h 1359"/>
                <a:gd name="T26" fmla="*/ 653 w 1591"/>
                <a:gd name="T27" fmla="*/ 607 h 1359"/>
                <a:gd name="T28" fmla="*/ 1314 w 1591"/>
                <a:gd name="T29" fmla="*/ 1229 h 1359"/>
                <a:gd name="T30" fmla="*/ 1492 w 1591"/>
                <a:gd name="T31" fmla="*/ 736 h 1359"/>
                <a:gd name="T32" fmla="*/ 1393 w 1591"/>
                <a:gd name="T33" fmla="*/ 567 h 1359"/>
                <a:gd name="T34" fmla="*/ 979 w 1591"/>
                <a:gd name="T35" fmla="*/ 1032 h 1359"/>
                <a:gd name="T36" fmla="*/ 841 w 1591"/>
                <a:gd name="T37" fmla="*/ 603 h 1359"/>
                <a:gd name="T38" fmla="*/ 665 w 1591"/>
                <a:gd name="T39" fmla="*/ 546 h 1359"/>
                <a:gd name="T40" fmla="*/ 765 w 1591"/>
                <a:gd name="T41" fmla="*/ 461 h 1359"/>
                <a:gd name="T42" fmla="*/ 1070 w 1591"/>
                <a:gd name="T43" fmla="*/ 253 h 1359"/>
                <a:gd name="T44" fmla="*/ 776 w 1591"/>
                <a:gd name="T45" fmla="*/ 301 h 1359"/>
                <a:gd name="T46" fmla="*/ 498 w 1591"/>
                <a:gd name="T47" fmla="*/ 373 h 1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1" h="1359">
                  <a:moveTo>
                    <a:pt x="498" y="373"/>
                  </a:moveTo>
                  <a:cubicBezTo>
                    <a:pt x="520" y="306"/>
                    <a:pt x="629" y="257"/>
                    <a:pt x="711" y="222"/>
                  </a:cubicBezTo>
                  <a:cubicBezTo>
                    <a:pt x="807" y="182"/>
                    <a:pt x="907" y="160"/>
                    <a:pt x="878" y="42"/>
                  </a:cubicBezTo>
                  <a:cubicBezTo>
                    <a:pt x="799" y="0"/>
                    <a:pt x="717" y="28"/>
                    <a:pt x="631" y="65"/>
                  </a:cubicBezTo>
                  <a:cubicBezTo>
                    <a:pt x="496" y="123"/>
                    <a:pt x="456" y="110"/>
                    <a:pt x="425" y="164"/>
                  </a:cubicBezTo>
                  <a:cubicBezTo>
                    <a:pt x="455" y="221"/>
                    <a:pt x="458" y="191"/>
                    <a:pt x="491" y="242"/>
                  </a:cubicBezTo>
                  <a:cubicBezTo>
                    <a:pt x="473" y="320"/>
                    <a:pt x="334" y="404"/>
                    <a:pt x="260" y="451"/>
                  </a:cubicBezTo>
                  <a:cubicBezTo>
                    <a:pt x="187" y="497"/>
                    <a:pt x="151" y="463"/>
                    <a:pt x="93" y="506"/>
                  </a:cubicBezTo>
                  <a:cubicBezTo>
                    <a:pt x="48" y="540"/>
                    <a:pt x="30" y="605"/>
                    <a:pt x="79" y="647"/>
                  </a:cubicBezTo>
                  <a:cubicBezTo>
                    <a:pt x="135" y="689"/>
                    <a:pt x="237" y="640"/>
                    <a:pt x="314" y="631"/>
                  </a:cubicBezTo>
                  <a:cubicBezTo>
                    <a:pt x="281" y="835"/>
                    <a:pt x="0" y="875"/>
                    <a:pt x="2" y="1065"/>
                  </a:cubicBezTo>
                  <a:cubicBezTo>
                    <a:pt x="3" y="1132"/>
                    <a:pt x="35" y="1207"/>
                    <a:pt x="77" y="1236"/>
                  </a:cubicBezTo>
                  <a:cubicBezTo>
                    <a:pt x="154" y="1209"/>
                    <a:pt x="408" y="837"/>
                    <a:pt x="498" y="728"/>
                  </a:cubicBezTo>
                  <a:cubicBezTo>
                    <a:pt x="530" y="688"/>
                    <a:pt x="582" y="568"/>
                    <a:pt x="653" y="607"/>
                  </a:cubicBezTo>
                  <a:cubicBezTo>
                    <a:pt x="727" y="673"/>
                    <a:pt x="399" y="1359"/>
                    <a:pt x="1314" y="1229"/>
                  </a:cubicBezTo>
                  <a:cubicBezTo>
                    <a:pt x="1580" y="1191"/>
                    <a:pt x="1591" y="1126"/>
                    <a:pt x="1492" y="736"/>
                  </a:cubicBezTo>
                  <a:cubicBezTo>
                    <a:pt x="1454" y="588"/>
                    <a:pt x="1451" y="578"/>
                    <a:pt x="1393" y="567"/>
                  </a:cubicBezTo>
                  <a:cubicBezTo>
                    <a:pt x="1321" y="762"/>
                    <a:pt x="1483" y="1030"/>
                    <a:pt x="979" y="1032"/>
                  </a:cubicBezTo>
                  <a:cubicBezTo>
                    <a:pt x="599" y="1033"/>
                    <a:pt x="898" y="699"/>
                    <a:pt x="841" y="603"/>
                  </a:cubicBezTo>
                  <a:cubicBezTo>
                    <a:pt x="801" y="552"/>
                    <a:pt x="735" y="568"/>
                    <a:pt x="665" y="546"/>
                  </a:cubicBezTo>
                  <a:cubicBezTo>
                    <a:pt x="678" y="484"/>
                    <a:pt x="709" y="487"/>
                    <a:pt x="765" y="461"/>
                  </a:cubicBezTo>
                  <a:cubicBezTo>
                    <a:pt x="899" y="401"/>
                    <a:pt x="1063" y="354"/>
                    <a:pt x="1070" y="253"/>
                  </a:cubicBezTo>
                  <a:cubicBezTo>
                    <a:pt x="904" y="169"/>
                    <a:pt x="817" y="273"/>
                    <a:pt x="776" y="301"/>
                  </a:cubicBezTo>
                  <a:cubicBezTo>
                    <a:pt x="732" y="332"/>
                    <a:pt x="560" y="409"/>
                    <a:pt x="498" y="373"/>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8" name="Freeform 16"/>
            <p:cNvSpPr/>
            <p:nvPr>
              <p:custDataLst>
                <p:tags r:id="rId9"/>
              </p:custDataLst>
            </p:nvPr>
          </p:nvSpPr>
          <p:spPr bwMode="auto">
            <a:xfrm>
              <a:off x="7021437" y="280240"/>
              <a:ext cx="658813" cy="627063"/>
            </a:xfrm>
            <a:custGeom>
              <a:avLst/>
              <a:gdLst>
                <a:gd name="T0" fmla="*/ 188 w 1825"/>
                <a:gd name="T1" fmla="*/ 236 h 1728"/>
                <a:gd name="T2" fmla="*/ 393 w 1825"/>
                <a:gd name="T3" fmla="*/ 290 h 1728"/>
                <a:gd name="T4" fmla="*/ 436 w 1825"/>
                <a:gd name="T5" fmla="*/ 639 h 1728"/>
                <a:gd name="T6" fmla="*/ 462 w 1825"/>
                <a:gd name="T7" fmla="*/ 715 h 1728"/>
                <a:gd name="T8" fmla="*/ 289 w 1825"/>
                <a:gd name="T9" fmla="*/ 668 h 1728"/>
                <a:gd name="T10" fmla="*/ 202 w 1825"/>
                <a:gd name="T11" fmla="*/ 489 h 1728"/>
                <a:gd name="T12" fmla="*/ 91 w 1825"/>
                <a:gd name="T13" fmla="*/ 917 h 1728"/>
                <a:gd name="T14" fmla="*/ 104 w 1825"/>
                <a:gd name="T15" fmla="*/ 1585 h 1728"/>
                <a:gd name="T16" fmla="*/ 247 w 1825"/>
                <a:gd name="T17" fmla="*/ 1724 h 1728"/>
                <a:gd name="T18" fmla="*/ 293 w 1825"/>
                <a:gd name="T19" fmla="*/ 1304 h 1728"/>
                <a:gd name="T20" fmla="*/ 338 w 1825"/>
                <a:gd name="T21" fmla="*/ 890 h 1728"/>
                <a:gd name="T22" fmla="*/ 429 w 1825"/>
                <a:gd name="T23" fmla="*/ 919 h 1728"/>
                <a:gd name="T24" fmla="*/ 634 w 1825"/>
                <a:gd name="T25" fmla="*/ 835 h 1728"/>
                <a:gd name="T26" fmla="*/ 737 w 1825"/>
                <a:gd name="T27" fmla="*/ 883 h 1728"/>
                <a:gd name="T28" fmla="*/ 1029 w 1825"/>
                <a:gd name="T29" fmla="*/ 497 h 1728"/>
                <a:gd name="T30" fmla="*/ 1541 w 1825"/>
                <a:gd name="T31" fmla="*/ 307 h 1728"/>
                <a:gd name="T32" fmla="*/ 1546 w 1825"/>
                <a:gd name="T33" fmla="*/ 497 h 1728"/>
                <a:gd name="T34" fmla="*/ 1773 w 1825"/>
                <a:gd name="T35" fmla="*/ 416 h 1728"/>
                <a:gd name="T36" fmla="*/ 1634 w 1825"/>
                <a:gd name="T37" fmla="*/ 224 h 1728"/>
                <a:gd name="T38" fmla="*/ 1345 w 1825"/>
                <a:gd name="T39" fmla="*/ 280 h 1728"/>
                <a:gd name="T40" fmla="*/ 824 w 1825"/>
                <a:gd name="T41" fmla="*/ 447 h 1728"/>
                <a:gd name="T42" fmla="*/ 731 w 1825"/>
                <a:gd name="T43" fmla="*/ 330 h 1728"/>
                <a:gd name="T44" fmla="*/ 597 w 1825"/>
                <a:gd name="T45" fmla="*/ 668 h 1728"/>
                <a:gd name="T46" fmla="*/ 521 w 1825"/>
                <a:gd name="T47" fmla="*/ 556 h 1728"/>
                <a:gd name="T48" fmla="*/ 668 w 1825"/>
                <a:gd name="T49" fmla="*/ 143 h 1728"/>
                <a:gd name="T50" fmla="*/ 292 w 1825"/>
                <a:gd name="T51" fmla="*/ 139 h 1728"/>
                <a:gd name="T52" fmla="*/ 188 w 1825"/>
                <a:gd name="T53" fmla="*/ 236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25" h="1728">
                  <a:moveTo>
                    <a:pt x="188" y="236"/>
                  </a:moveTo>
                  <a:cubicBezTo>
                    <a:pt x="243" y="258"/>
                    <a:pt x="356" y="273"/>
                    <a:pt x="393" y="290"/>
                  </a:cubicBezTo>
                  <a:cubicBezTo>
                    <a:pt x="420" y="403"/>
                    <a:pt x="374" y="505"/>
                    <a:pt x="436" y="639"/>
                  </a:cubicBezTo>
                  <a:cubicBezTo>
                    <a:pt x="451" y="671"/>
                    <a:pt x="463" y="684"/>
                    <a:pt x="462" y="715"/>
                  </a:cubicBezTo>
                  <a:cubicBezTo>
                    <a:pt x="457" y="793"/>
                    <a:pt x="340" y="780"/>
                    <a:pt x="289" y="668"/>
                  </a:cubicBezTo>
                  <a:cubicBezTo>
                    <a:pt x="252" y="585"/>
                    <a:pt x="292" y="490"/>
                    <a:pt x="202" y="489"/>
                  </a:cubicBezTo>
                  <a:cubicBezTo>
                    <a:pt x="98" y="487"/>
                    <a:pt x="132" y="678"/>
                    <a:pt x="91" y="917"/>
                  </a:cubicBezTo>
                  <a:cubicBezTo>
                    <a:pt x="35" y="1246"/>
                    <a:pt x="0" y="1308"/>
                    <a:pt x="104" y="1585"/>
                  </a:cubicBezTo>
                  <a:cubicBezTo>
                    <a:pt x="137" y="1673"/>
                    <a:pt x="142" y="1728"/>
                    <a:pt x="247" y="1724"/>
                  </a:cubicBezTo>
                  <a:cubicBezTo>
                    <a:pt x="306" y="1636"/>
                    <a:pt x="297" y="1437"/>
                    <a:pt x="293" y="1304"/>
                  </a:cubicBezTo>
                  <a:cubicBezTo>
                    <a:pt x="286" y="1104"/>
                    <a:pt x="257" y="1062"/>
                    <a:pt x="338" y="890"/>
                  </a:cubicBezTo>
                  <a:cubicBezTo>
                    <a:pt x="399" y="899"/>
                    <a:pt x="377" y="900"/>
                    <a:pt x="429" y="919"/>
                  </a:cubicBezTo>
                  <a:cubicBezTo>
                    <a:pt x="578" y="974"/>
                    <a:pt x="597" y="877"/>
                    <a:pt x="634" y="835"/>
                  </a:cubicBezTo>
                  <a:cubicBezTo>
                    <a:pt x="677" y="865"/>
                    <a:pt x="662" y="884"/>
                    <a:pt x="737" y="883"/>
                  </a:cubicBezTo>
                  <a:cubicBezTo>
                    <a:pt x="826" y="754"/>
                    <a:pt x="784" y="628"/>
                    <a:pt x="1029" y="497"/>
                  </a:cubicBezTo>
                  <a:cubicBezTo>
                    <a:pt x="1109" y="454"/>
                    <a:pt x="1447" y="314"/>
                    <a:pt x="1541" y="307"/>
                  </a:cubicBezTo>
                  <a:cubicBezTo>
                    <a:pt x="1535" y="383"/>
                    <a:pt x="1361" y="522"/>
                    <a:pt x="1546" y="497"/>
                  </a:cubicBezTo>
                  <a:cubicBezTo>
                    <a:pt x="1608" y="488"/>
                    <a:pt x="1750" y="455"/>
                    <a:pt x="1773" y="416"/>
                  </a:cubicBezTo>
                  <a:cubicBezTo>
                    <a:pt x="1825" y="330"/>
                    <a:pt x="1759" y="253"/>
                    <a:pt x="1634" y="224"/>
                  </a:cubicBezTo>
                  <a:cubicBezTo>
                    <a:pt x="1533" y="201"/>
                    <a:pt x="1434" y="250"/>
                    <a:pt x="1345" y="280"/>
                  </a:cubicBezTo>
                  <a:cubicBezTo>
                    <a:pt x="1261" y="308"/>
                    <a:pt x="883" y="453"/>
                    <a:pt x="824" y="447"/>
                  </a:cubicBezTo>
                  <a:cubicBezTo>
                    <a:pt x="822" y="436"/>
                    <a:pt x="848" y="177"/>
                    <a:pt x="731" y="330"/>
                  </a:cubicBezTo>
                  <a:cubicBezTo>
                    <a:pt x="534" y="590"/>
                    <a:pt x="618" y="465"/>
                    <a:pt x="597" y="668"/>
                  </a:cubicBezTo>
                  <a:cubicBezTo>
                    <a:pt x="549" y="650"/>
                    <a:pt x="534" y="614"/>
                    <a:pt x="521" y="556"/>
                  </a:cubicBezTo>
                  <a:cubicBezTo>
                    <a:pt x="464" y="311"/>
                    <a:pt x="676" y="244"/>
                    <a:pt x="668" y="143"/>
                  </a:cubicBezTo>
                  <a:cubicBezTo>
                    <a:pt x="657" y="0"/>
                    <a:pt x="427" y="47"/>
                    <a:pt x="292" y="139"/>
                  </a:cubicBezTo>
                  <a:cubicBezTo>
                    <a:pt x="215" y="193"/>
                    <a:pt x="205" y="182"/>
                    <a:pt x="188" y="236"/>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9" name="Freeform 17"/>
            <p:cNvSpPr/>
            <p:nvPr>
              <p:custDataLst>
                <p:tags r:id="rId10"/>
              </p:custDataLst>
            </p:nvPr>
          </p:nvSpPr>
          <p:spPr bwMode="auto">
            <a:xfrm>
              <a:off x="7391325" y="221502"/>
              <a:ext cx="165100" cy="139700"/>
            </a:xfrm>
            <a:custGeom>
              <a:avLst/>
              <a:gdLst>
                <a:gd name="T0" fmla="*/ 4 w 455"/>
                <a:gd name="T1" fmla="*/ 100 h 387"/>
                <a:gd name="T2" fmla="*/ 71 w 455"/>
                <a:gd name="T3" fmla="*/ 309 h 387"/>
                <a:gd name="T4" fmla="*/ 9 w 455"/>
                <a:gd name="T5" fmla="*/ 387 h 387"/>
                <a:gd name="T6" fmla="*/ 311 w 455"/>
                <a:gd name="T7" fmla="*/ 382 h 387"/>
                <a:gd name="T8" fmla="*/ 4 w 455"/>
                <a:gd name="T9" fmla="*/ 100 h 387"/>
              </a:gdLst>
              <a:ahLst/>
              <a:cxnLst>
                <a:cxn ang="0">
                  <a:pos x="T0" y="T1"/>
                </a:cxn>
                <a:cxn ang="0">
                  <a:pos x="T2" y="T3"/>
                </a:cxn>
                <a:cxn ang="0">
                  <a:pos x="T4" y="T5"/>
                </a:cxn>
                <a:cxn ang="0">
                  <a:pos x="T6" y="T7"/>
                </a:cxn>
                <a:cxn ang="0">
                  <a:pos x="T8" y="T9"/>
                </a:cxn>
              </a:cxnLst>
              <a:rect l="0" t="0" r="r" b="b"/>
              <a:pathLst>
                <a:path w="455" h="387">
                  <a:moveTo>
                    <a:pt x="4" y="100"/>
                  </a:moveTo>
                  <a:cubicBezTo>
                    <a:pt x="0" y="196"/>
                    <a:pt x="150" y="225"/>
                    <a:pt x="71" y="309"/>
                  </a:cubicBezTo>
                  <a:cubicBezTo>
                    <a:pt x="22" y="360"/>
                    <a:pt x="25" y="310"/>
                    <a:pt x="9" y="387"/>
                  </a:cubicBezTo>
                  <a:lnTo>
                    <a:pt x="311" y="382"/>
                  </a:lnTo>
                  <a:cubicBezTo>
                    <a:pt x="455" y="178"/>
                    <a:pt x="130" y="0"/>
                    <a:pt x="4" y="100"/>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20" name="Freeform 18"/>
            <p:cNvSpPr>
              <a:spLocks noEditPoints="1"/>
            </p:cNvSpPr>
            <p:nvPr>
              <p:custDataLst>
                <p:tags r:id="rId11"/>
              </p:custDataLst>
            </p:nvPr>
          </p:nvSpPr>
          <p:spPr bwMode="auto">
            <a:xfrm>
              <a:off x="2360537" y="1062877"/>
              <a:ext cx="2568575" cy="188913"/>
            </a:xfrm>
            <a:custGeom>
              <a:avLst/>
              <a:gdLst>
                <a:gd name="T0" fmla="*/ 622 w 7123"/>
                <a:gd name="T1" fmla="*/ 510 h 522"/>
                <a:gd name="T2" fmla="*/ 90 w 7123"/>
                <a:gd name="T3" fmla="*/ 396 h 522"/>
                <a:gd name="T4" fmla="*/ 75 w 7123"/>
                <a:gd name="T5" fmla="*/ 396 h 522"/>
                <a:gd name="T6" fmla="*/ 622 w 7123"/>
                <a:gd name="T7" fmla="*/ 22 h 522"/>
                <a:gd name="T8" fmla="*/ 943 w 7123"/>
                <a:gd name="T9" fmla="*/ 495 h 522"/>
                <a:gd name="T10" fmla="*/ 922 w 7123"/>
                <a:gd name="T11" fmla="*/ 298 h 522"/>
                <a:gd name="T12" fmla="*/ 1110 w 7123"/>
                <a:gd name="T13" fmla="*/ 474 h 522"/>
                <a:gd name="T14" fmla="*/ 1266 w 7123"/>
                <a:gd name="T15" fmla="*/ 223 h 522"/>
                <a:gd name="T16" fmla="*/ 1327 w 7123"/>
                <a:gd name="T17" fmla="*/ 442 h 522"/>
                <a:gd name="T18" fmla="*/ 1723 w 7123"/>
                <a:gd name="T19" fmla="*/ 469 h 522"/>
                <a:gd name="T20" fmla="*/ 1661 w 7123"/>
                <a:gd name="T21" fmla="*/ 257 h 522"/>
                <a:gd name="T22" fmla="*/ 1401 w 7123"/>
                <a:gd name="T23" fmla="*/ 503 h 522"/>
                <a:gd name="T24" fmla="*/ 1509 w 7123"/>
                <a:gd name="T25" fmla="*/ 1 h 522"/>
                <a:gd name="T26" fmla="*/ 1882 w 7123"/>
                <a:gd name="T27" fmla="*/ 377 h 522"/>
                <a:gd name="T28" fmla="*/ 1904 w 7123"/>
                <a:gd name="T29" fmla="*/ 254 h 522"/>
                <a:gd name="T30" fmla="*/ 2069 w 7123"/>
                <a:gd name="T31" fmla="*/ 423 h 522"/>
                <a:gd name="T32" fmla="*/ 1947 w 7123"/>
                <a:gd name="T33" fmla="*/ 504 h 522"/>
                <a:gd name="T34" fmla="*/ 2494 w 7123"/>
                <a:gd name="T35" fmla="*/ 433 h 522"/>
                <a:gd name="T36" fmla="*/ 2439 w 7123"/>
                <a:gd name="T37" fmla="*/ 326 h 522"/>
                <a:gd name="T38" fmla="*/ 2289 w 7123"/>
                <a:gd name="T39" fmla="*/ 469 h 522"/>
                <a:gd name="T40" fmla="*/ 2229 w 7123"/>
                <a:gd name="T41" fmla="*/ 262 h 522"/>
                <a:gd name="T42" fmla="*/ 2721 w 7123"/>
                <a:gd name="T43" fmla="*/ 488 h 522"/>
                <a:gd name="T44" fmla="*/ 2643 w 7123"/>
                <a:gd name="T45" fmla="*/ 237 h 522"/>
                <a:gd name="T46" fmla="*/ 2701 w 7123"/>
                <a:gd name="T47" fmla="*/ 56 h 522"/>
                <a:gd name="T48" fmla="*/ 2993 w 7123"/>
                <a:gd name="T49" fmla="*/ 196 h 522"/>
                <a:gd name="T50" fmla="*/ 2903 w 7123"/>
                <a:gd name="T51" fmla="*/ 283 h 522"/>
                <a:gd name="T52" fmla="*/ 3349 w 7123"/>
                <a:gd name="T53" fmla="*/ 475 h 522"/>
                <a:gd name="T54" fmla="*/ 3348 w 7123"/>
                <a:gd name="T55" fmla="*/ 286 h 522"/>
                <a:gd name="T56" fmla="*/ 3244 w 7123"/>
                <a:gd name="T57" fmla="*/ 201 h 522"/>
                <a:gd name="T58" fmla="*/ 3348 w 7123"/>
                <a:gd name="T59" fmla="*/ 332 h 522"/>
                <a:gd name="T60" fmla="*/ 3515 w 7123"/>
                <a:gd name="T61" fmla="*/ 13 h 522"/>
                <a:gd name="T62" fmla="*/ 3557 w 7123"/>
                <a:gd name="T63" fmla="*/ 477 h 522"/>
                <a:gd name="T64" fmla="*/ 4131 w 7123"/>
                <a:gd name="T65" fmla="*/ 517 h 522"/>
                <a:gd name="T66" fmla="*/ 4043 w 7123"/>
                <a:gd name="T67" fmla="*/ 337 h 522"/>
                <a:gd name="T68" fmla="*/ 3899 w 7123"/>
                <a:gd name="T69" fmla="*/ 243 h 522"/>
                <a:gd name="T70" fmla="*/ 4169 w 7123"/>
                <a:gd name="T71" fmla="*/ 491 h 522"/>
                <a:gd name="T72" fmla="*/ 4064 w 7123"/>
                <a:gd name="T73" fmla="*/ 393 h 522"/>
                <a:gd name="T74" fmla="*/ 4594 w 7123"/>
                <a:gd name="T75" fmla="*/ 503 h 522"/>
                <a:gd name="T76" fmla="*/ 4452 w 7123"/>
                <a:gd name="T77" fmla="*/ 218 h 522"/>
                <a:gd name="T78" fmla="*/ 4387 w 7123"/>
                <a:gd name="T79" fmla="*/ 510 h 522"/>
                <a:gd name="T80" fmla="*/ 4231 w 7123"/>
                <a:gd name="T81" fmla="*/ 217 h 522"/>
                <a:gd name="T82" fmla="*/ 4716 w 7123"/>
                <a:gd name="T83" fmla="*/ 231 h 522"/>
                <a:gd name="T84" fmla="*/ 5017 w 7123"/>
                <a:gd name="T85" fmla="*/ 498 h 522"/>
                <a:gd name="T86" fmla="*/ 4733 w 7123"/>
                <a:gd name="T87" fmla="*/ 418 h 522"/>
                <a:gd name="T88" fmla="*/ 5567 w 7123"/>
                <a:gd name="T89" fmla="*/ 48 h 522"/>
                <a:gd name="T90" fmla="*/ 5511 w 7123"/>
                <a:gd name="T91" fmla="*/ 352 h 522"/>
                <a:gd name="T92" fmla="*/ 5500 w 7123"/>
                <a:gd name="T93" fmla="*/ 499 h 522"/>
                <a:gd name="T94" fmla="*/ 5300 w 7123"/>
                <a:gd name="T95" fmla="*/ 451 h 522"/>
                <a:gd name="T96" fmla="*/ 5825 w 7123"/>
                <a:gd name="T97" fmla="*/ 405 h 522"/>
                <a:gd name="T98" fmla="*/ 5771 w 7123"/>
                <a:gd name="T99" fmla="*/ 403 h 522"/>
                <a:gd name="T100" fmla="*/ 6083 w 7123"/>
                <a:gd name="T101" fmla="*/ 482 h 522"/>
                <a:gd name="T102" fmla="*/ 6004 w 7123"/>
                <a:gd name="T103" fmla="*/ 230 h 522"/>
                <a:gd name="T104" fmla="*/ 6012 w 7123"/>
                <a:gd name="T105" fmla="*/ 298 h 522"/>
                <a:gd name="T106" fmla="*/ 6481 w 7123"/>
                <a:gd name="T107" fmla="*/ 196 h 522"/>
                <a:gd name="T108" fmla="*/ 6391 w 7123"/>
                <a:gd name="T109" fmla="*/ 283 h 522"/>
                <a:gd name="T110" fmla="*/ 6740 w 7123"/>
                <a:gd name="T111" fmla="*/ 427 h 522"/>
                <a:gd name="T112" fmla="*/ 6686 w 7123"/>
                <a:gd name="T113" fmla="*/ 436 h 522"/>
                <a:gd name="T114" fmla="*/ 7008 w 7123"/>
                <a:gd name="T115" fmla="*/ 218 h 522"/>
                <a:gd name="T116" fmla="*/ 6984 w 7123"/>
                <a:gd name="T117" fmla="*/ 405 h 522"/>
                <a:gd name="T118" fmla="*/ 6929 w 7123"/>
                <a:gd name="T119" fmla="*/ 40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23" h="522">
                  <a:moveTo>
                    <a:pt x="622" y="22"/>
                  </a:moveTo>
                  <a:cubicBezTo>
                    <a:pt x="609" y="23"/>
                    <a:pt x="598" y="25"/>
                    <a:pt x="589" y="28"/>
                  </a:cubicBezTo>
                  <a:cubicBezTo>
                    <a:pt x="581" y="31"/>
                    <a:pt x="573" y="36"/>
                    <a:pt x="566" y="43"/>
                  </a:cubicBezTo>
                  <a:cubicBezTo>
                    <a:pt x="561" y="48"/>
                    <a:pt x="557" y="54"/>
                    <a:pt x="554" y="60"/>
                  </a:cubicBezTo>
                  <a:cubicBezTo>
                    <a:pt x="552" y="66"/>
                    <a:pt x="550" y="74"/>
                    <a:pt x="549" y="83"/>
                  </a:cubicBezTo>
                  <a:cubicBezTo>
                    <a:pt x="547" y="96"/>
                    <a:pt x="547" y="111"/>
                    <a:pt x="547" y="128"/>
                  </a:cubicBezTo>
                  <a:lnTo>
                    <a:pt x="547" y="396"/>
                  </a:lnTo>
                  <a:cubicBezTo>
                    <a:pt x="547" y="421"/>
                    <a:pt x="548" y="440"/>
                    <a:pt x="551" y="452"/>
                  </a:cubicBezTo>
                  <a:cubicBezTo>
                    <a:pt x="554" y="464"/>
                    <a:pt x="559" y="474"/>
                    <a:pt x="566" y="481"/>
                  </a:cubicBezTo>
                  <a:cubicBezTo>
                    <a:pt x="580" y="494"/>
                    <a:pt x="598" y="501"/>
                    <a:pt x="622" y="502"/>
                  </a:cubicBezTo>
                  <a:lnTo>
                    <a:pt x="622" y="510"/>
                  </a:lnTo>
                  <a:lnTo>
                    <a:pt x="392" y="510"/>
                  </a:lnTo>
                  <a:lnTo>
                    <a:pt x="392" y="502"/>
                  </a:lnTo>
                  <a:cubicBezTo>
                    <a:pt x="406" y="501"/>
                    <a:pt x="417" y="499"/>
                    <a:pt x="426" y="496"/>
                  </a:cubicBezTo>
                  <a:cubicBezTo>
                    <a:pt x="434" y="493"/>
                    <a:pt x="442" y="488"/>
                    <a:pt x="449" y="481"/>
                  </a:cubicBezTo>
                  <a:cubicBezTo>
                    <a:pt x="456" y="473"/>
                    <a:pt x="461" y="463"/>
                    <a:pt x="464" y="451"/>
                  </a:cubicBezTo>
                  <a:cubicBezTo>
                    <a:pt x="467" y="439"/>
                    <a:pt x="468" y="421"/>
                    <a:pt x="468" y="396"/>
                  </a:cubicBezTo>
                  <a:lnTo>
                    <a:pt x="468" y="71"/>
                  </a:lnTo>
                  <a:lnTo>
                    <a:pt x="282" y="510"/>
                  </a:lnTo>
                  <a:lnTo>
                    <a:pt x="275" y="510"/>
                  </a:lnTo>
                  <a:lnTo>
                    <a:pt x="90" y="77"/>
                  </a:lnTo>
                  <a:lnTo>
                    <a:pt x="90" y="396"/>
                  </a:lnTo>
                  <a:cubicBezTo>
                    <a:pt x="90" y="421"/>
                    <a:pt x="91" y="440"/>
                    <a:pt x="94" y="452"/>
                  </a:cubicBezTo>
                  <a:cubicBezTo>
                    <a:pt x="97" y="464"/>
                    <a:pt x="102" y="473"/>
                    <a:pt x="110" y="481"/>
                  </a:cubicBezTo>
                  <a:cubicBezTo>
                    <a:pt x="116" y="488"/>
                    <a:pt x="124" y="493"/>
                    <a:pt x="132" y="496"/>
                  </a:cubicBezTo>
                  <a:cubicBezTo>
                    <a:pt x="141" y="499"/>
                    <a:pt x="152" y="501"/>
                    <a:pt x="166" y="502"/>
                  </a:cubicBezTo>
                  <a:lnTo>
                    <a:pt x="166" y="510"/>
                  </a:lnTo>
                  <a:lnTo>
                    <a:pt x="0" y="510"/>
                  </a:lnTo>
                  <a:lnTo>
                    <a:pt x="0" y="502"/>
                  </a:lnTo>
                  <a:cubicBezTo>
                    <a:pt x="13" y="501"/>
                    <a:pt x="24" y="499"/>
                    <a:pt x="33" y="496"/>
                  </a:cubicBezTo>
                  <a:cubicBezTo>
                    <a:pt x="41" y="493"/>
                    <a:pt x="49" y="488"/>
                    <a:pt x="56" y="481"/>
                  </a:cubicBezTo>
                  <a:cubicBezTo>
                    <a:pt x="63" y="473"/>
                    <a:pt x="68" y="463"/>
                    <a:pt x="71" y="451"/>
                  </a:cubicBezTo>
                  <a:cubicBezTo>
                    <a:pt x="74" y="439"/>
                    <a:pt x="75" y="421"/>
                    <a:pt x="75" y="396"/>
                  </a:cubicBezTo>
                  <a:lnTo>
                    <a:pt x="75" y="128"/>
                  </a:lnTo>
                  <a:cubicBezTo>
                    <a:pt x="75" y="117"/>
                    <a:pt x="75" y="106"/>
                    <a:pt x="74" y="96"/>
                  </a:cubicBezTo>
                  <a:cubicBezTo>
                    <a:pt x="73" y="78"/>
                    <a:pt x="70" y="65"/>
                    <a:pt x="66" y="57"/>
                  </a:cubicBezTo>
                  <a:cubicBezTo>
                    <a:pt x="60" y="46"/>
                    <a:pt x="52" y="37"/>
                    <a:pt x="41" y="32"/>
                  </a:cubicBezTo>
                  <a:cubicBezTo>
                    <a:pt x="31" y="26"/>
                    <a:pt x="17" y="23"/>
                    <a:pt x="0" y="22"/>
                  </a:cubicBezTo>
                  <a:lnTo>
                    <a:pt x="0" y="14"/>
                  </a:lnTo>
                  <a:lnTo>
                    <a:pt x="156" y="14"/>
                  </a:lnTo>
                  <a:lnTo>
                    <a:pt x="312" y="403"/>
                  </a:lnTo>
                  <a:lnTo>
                    <a:pt x="474" y="14"/>
                  </a:lnTo>
                  <a:lnTo>
                    <a:pt x="622" y="14"/>
                  </a:lnTo>
                  <a:lnTo>
                    <a:pt x="622" y="22"/>
                  </a:lnTo>
                  <a:close/>
                  <a:moveTo>
                    <a:pt x="764" y="312"/>
                  </a:moveTo>
                  <a:cubicBezTo>
                    <a:pt x="763" y="324"/>
                    <a:pt x="763" y="333"/>
                    <a:pt x="763" y="338"/>
                  </a:cubicBezTo>
                  <a:cubicBezTo>
                    <a:pt x="763" y="359"/>
                    <a:pt x="766" y="380"/>
                    <a:pt x="772" y="400"/>
                  </a:cubicBezTo>
                  <a:cubicBezTo>
                    <a:pt x="778" y="420"/>
                    <a:pt x="786" y="437"/>
                    <a:pt x="797" y="450"/>
                  </a:cubicBezTo>
                  <a:cubicBezTo>
                    <a:pt x="808" y="464"/>
                    <a:pt x="821" y="475"/>
                    <a:pt x="837" y="482"/>
                  </a:cubicBezTo>
                  <a:cubicBezTo>
                    <a:pt x="853" y="490"/>
                    <a:pt x="870" y="494"/>
                    <a:pt x="887" y="494"/>
                  </a:cubicBezTo>
                  <a:cubicBezTo>
                    <a:pt x="900" y="494"/>
                    <a:pt x="913" y="492"/>
                    <a:pt x="924" y="487"/>
                  </a:cubicBezTo>
                  <a:cubicBezTo>
                    <a:pt x="936" y="483"/>
                    <a:pt x="945" y="477"/>
                    <a:pt x="953" y="469"/>
                  </a:cubicBezTo>
                  <a:cubicBezTo>
                    <a:pt x="962" y="461"/>
                    <a:pt x="969" y="447"/>
                    <a:pt x="976" y="429"/>
                  </a:cubicBezTo>
                  <a:lnTo>
                    <a:pt x="983" y="431"/>
                  </a:lnTo>
                  <a:cubicBezTo>
                    <a:pt x="977" y="460"/>
                    <a:pt x="963" y="481"/>
                    <a:pt x="943" y="495"/>
                  </a:cubicBezTo>
                  <a:cubicBezTo>
                    <a:pt x="922" y="510"/>
                    <a:pt x="895" y="517"/>
                    <a:pt x="861" y="517"/>
                  </a:cubicBezTo>
                  <a:cubicBezTo>
                    <a:pt x="831" y="517"/>
                    <a:pt x="806" y="512"/>
                    <a:pt x="784" y="503"/>
                  </a:cubicBezTo>
                  <a:cubicBezTo>
                    <a:pt x="763" y="494"/>
                    <a:pt x="745" y="479"/>
                    <a:pt x="731" y="459"/>
                  </a:cubicBezTo>
                  <a:cubicBezTo>
                    <a:pt x="710" y="432"/>
                    <a:pt x="700" y="398"/>
                    <a:pt x="700" y="358"/>
                  </a:cubicBezTo>
                  <a:cubicBezTo>
                    <a:pt x="700" y="304"/>
                    <a:pt x="719" y="261"/>
                    <a:pt x="758" y="230"/>
                  </a:cubicBezTo>
                  <a:cubicBezTo>
                    <a:pt x="786" y="208"/>
                    <a:pt x="818" y="196"/>
                    <a:pt x="854" y="196"/>
                  </a:cubicBezTo>
                  <a:cubicBezTo>
                    <a:pt x="874" y="196"/>
                    <a:pt x="891" y="200"/>
                    <a:pt x="908" y="207"/>
                  </a:cubicBezTo>
                  <a:cubicBezTo>
                    <a:pt x="924" y="214"/>
                    <a:pt x="938" y="223"/>
                    <a:pt x="949" y="236"/>
                  </a:cubicBezTo>
                  <a:cubicBezTo>
                    <a:pt x="967" y="257"/>
                    <a:pt x="976" y="282"/>
                    <a:pt x="976" y="312"/>
                  </a:cubicBezTo>
                  <a:lnTo>
                    <a:pt x="764" y="312"/>
                  </a:lnTo>
                  <a:close/>
                  <a:moveTo>
                    <a:pt x="922" y="298"/>
                  </a:moveTo>
                  <a:cubicBezTo>
                    <a:pt x="920" y="274"/>
                    <a:pt x="915" y="256"/>
                    <a:pt x="908" y="243"/>
                  </a:cubicBezTo>
                  <a:cubicBezTo>
                    <a:pt x="902" y="231"/>
                    <a:pt x="893" y="222"/>
                    <a:pt x="882" y="215"/>
                  </a:cubicBezTo>
                  <a:cubicBezTo>
                    <a:pt x="872" y="208"/>
                    <a:pt x="860" y="204"/>
                    <a:pt x="848" y="204"/>
                  </a:cubicBezTo>
                  <a:cubicBezTo>
                    <a:pt x="827" y="204"/>
                    <a:pt x="809" y="213"/>
                    <a:pt x="794" y="231"/>
                  </a:cubicBezTo>
                  <a:cubicBezTo>
                    <a:pt x="778" y="249"/>
                    <a:pt x="769" y="271"/>
                    <a:pt x="766" y="298"/>
                  </a:cubicBezTo>
                  <a:lnTo>
                    <a:pt x="922" y="298"/>
                  </a:lnTo>
                  <a:close/>
                  <a:moveTo>
                    <a:pt x="1327" y="442"/>
                  </a:moveTo>
                  <a:lnTo>
                    <a:pt x="1334" y="444"/>
                  </a:lnTo>
                  <a:cubicBezTo>
                    <a:pt x="1326" y="470"/>
                    <a:pt x="1313" y="489"/>
                    <a:pt x="1296" y="500"/>
                  </a:cubicBezTo>
                  <a:cubicBezTo>
                    <a:pt x="1278" y="511"/>
                    <a:pt x="1255" y="517"/>
                    <a:pt x="1224" y="517"/>
                  </a:cubicBezTo>
                  <a:cubicBezTo>
                    <a:pt x="1176" y="517"/>
                    <a:pt x="1138" y="503"/>
                    <a:pt x="1110" y="474"/>
                  </a:cubicBezTo>
                  <a:cubicBezTo>
                    <a:pt x="1083" y="445"/>
                    <a:pt x="1070" y="409"/>
                    <a:pt x="1070" y="365"/>
                  </a:cubicBezTo>
                  <a:cubicBezTo>
                    <a:pt x="1070" y="344"/>
                    <a:pt x="1073" y="323"/>
                    <a:pt x="1081" y="302"/>
                  </a:cubicBezTo>
                  <a:cubicBezTo>
                    <a:pt x="1088" y="281"/>
                    <a:pt x="1099" y="263"/>
                    <a:pt x="1112" y="249"/>
                  </a:cubicBezTo>
                  <a:cubicBezTo>
                    <a:pt x="1126" y="232"/>
                    <a:pt x="1144" y="219"/>
                    <a:pt x="1165" y="210"/>
                  </a:cubicBezTo>
                  <a:cubicBezTo>
                    <a:pt x="1187" y="201"/>
                    <a:pt x="1210" y="196"/>
                    <a:pt x="1235" y="196"/>
                  </a:cubicBezTo>
                  <a:cubicBezTo>
                    <a:pt x="1270" y="196"/>
                    <a:pt x="1297" y="204"/>
                    <a:pt x="1317" y="220"/>
                  </a:cubicBezTo>
                  <a:cubicBezTo>
                    <a:pt x="1329" y="230"/>
                    <a:pt x="1335" y="240"/>
                    <a:pt x="1335" y="252"/>
                  </a:cubicBezTo>
                  <a:cubicBezTo>
                    <a:pt x="1335" y="259"/>
                    <a:pt x="1333" y="266"/>
                    <a:pt x="1327" y="271"/>
                  </a:cubicBezTo>
                  <a:cubicBezTo>
                    <a:pt x="1322" y="276"/>
                    <a:pt x="1316" y="279"/>
                    <a:pt x="1309" y="279"/>
                  </a:cubicBezTo>
                  <a:cubicBezTo>
                    <a:pt x="1293" y="279"/>
                    <a:pt x="1282" y="267"/>
                    <a:pt x="1274" y="245"/>
                  </a:cubicBezTo>
                  <a:cubicBezTo>
                    <a:pt x="1271" y="234"/>
                    <a:pt x="1268" y="227"/>
                    <a:pt x="1266" y="223"/>
                  </a:cubicBezTo>
                  <a:cubicBezTo>
                    <a:pt x="1264" y="219"/>
                    <a:pt x="1261" y="216"/>
                    <a:pt x="1258" y="213"/>
                  </a:cubicBezTo>
                  <a:cubicBezTo>
                    <a:pt x="1250" y="207"/>
                    <a:pt x="1241" y="204"/>
                    <a:pt x="1230" y="204"/>
                  </a:cubicBezTo>
                  <a:cubicBezTo>
                    <a:pt x="1216" y="204"/>
                    <a:pt x="1203" y="208"/>
                    <a:pt x="1191" y="217"/>
                  </a:cubicBezTo>
                  <a:cubicBezTo>
                    <a:pt x="1181" y="223"/>
                    <a:pt x="1172" y="232"/>
                    <a:pt x="1164" y="243"/>
                  </a:cubicBezTo>
                  <a:cubicBezTo>
                    <a:pt x="1157" y="253"/>
                    <a:pt x="1151" y="267"/>
                    <a:pt x="1145" y="283"/>
                  </a:cubicBezTo>
                  <a:cubicBezTo>
                    <a:pt x="1137" y="307"/>
                    <a:pt x="1133" y="331"/>
                    <a:pt x="1133" y="355"/>
                  </a:cubicBezTo>
                  <a:cubicBezTo>
                    <a:pt x="1133" y="376"/>
                    <a:pt x="1136" y="397"/>
                    <a:pt x="1144" y="418"/>
                  </a:cubicBezTo>
                  <a:cubicBezTo>
                    <a:pt x="1152" y="438"/>
                    <a:pt x="1162" y="456"/>
                    <a:pt x="1175" y="469"/>
                  </a:cubicBezTo>
                  <a:cubicBezTo>
                    <a:pt x="1196" y="491"/>
                    <a:pt x="1220" y="502"/>
                    <a:pt x="1248" y="502"/>
                  </a:cubicBezTo>
                  <a:cubicBezTo>
                    <a:pt x="1271" y="502"/>
                    <a:pt x="1290" y="495"/>
                    <a:pt x="1305" y="480"/>
                  </a:cubicBezTo>
                  <a:cubicBezTo>
                    <a:pt x="1313" y="472"/>
                    <a:pt x="1320" y="459"/>
                    <a:pt x="1327" y="442"/>
                  </a:cubicBezTo>
                  <a:close/>
                  <a:moveTo>
                    <a:pt x="1509" y="1"/>
                  </a:moveTo>
                  <a:lnTo>
                    <a:pt x="1509" y="249"/>
                  </a:lnTo>
                  <a:cubicBezTo>
                    <a:pt x="1518" y="238"/>
                    <a:pt x="1525" y="230"/>
                    <a:pt x="1532" y="224"/>
                  </a:cubicBezTo>
                  <a:cubicBezTo>
                    <a:pt x="1538" y="219"/>
                    <a:pt x="1546" y="214"/>
                    <a:pt x="1555" y="209"/>
                  </a:cubicBezTo>
                  <a:cubicBezTo>
                    <a:pt x="1573" y="201"/>
                    <a:pt x="1593" y="196"/>
                    <a:pt x="1615" y="196"/>
                  </a:cubicBezTo>
                  <a:cubicBezTo>
                    <a:pt x="1643" y="196"/>
                    <a:pt x="1667" y="202"/>
                    <a:pt x="1685" y="213"/>
                  </a:cubicBezTo>
                  <a:cubicBezTo>
                    <a:pt x="1698" y="222"/>
                    <a:pt x="1708" y="232"/>
                    <a:pt x="1712" y="244"/>
                  </a:cubicBezTo>
                  <a:cubicBezTo>
                    <a:pt x="1717" y="257"/>
                    <a:pt x="1720" y="275"/>
                    <a:pt x="1720" y="299"/>
                  </a:cubicBezTo>
                  <a:lnTo>
                    <a:pt x="1720" y="405"/>
                  </a:lnTo>
                  <a:lnTo>
                    <a:pt x="1720" y="433"/>
                  </a:lnTo>
                  <a:cubicBezTo>
                    <a:pt x="1720" y="449"/>
                    <a:pt x="1721" y="461"/>
                    <a:pt x="1723" y="469"/>
                  </a:cubicBezTo>
                  <a:cubicBezTo>
                    <a:pt x="1725" y="477"/>
                    <a:pt x="1729" y="483"/>
                    <a:pt x="1734" y="488"/>
                  </a:cubicBezTo>
                  <a:cubicBezTo>
                    <a:pt x="1741" y="495"/>
                    <a:pt x="1753" y="500"/>
                    <a:pt x="1772" y="503"/>
                  </a:cubicBezTo>
                  <a:lnTo>
                    <a:pt x="1772" y="510"/>
                  </a:lnTo>
                  <a:lnTo>
                    <a:pt x="1612" y="510"/>
                  </a:lnTo>
                  <a:lnTo>
                    <a:pt x="1612" y="503"/>
                  </a:lnTo>
                  <a:cubicBezTo>
                    <a:pt x="1625" y="501"/>
                    <a:pt x="1634" y="499"/>
                    <a:pt x="1639" y="497"/>
                  </a:cubicBezTo>
                  <a:cubicBezTo>
                    <a:pt x="1645" y="494"/>
                    <a:pt x="1649" y="490"/>
                    <a:pt x="1654" y="484"/>
                  </a:cubicBezTo>
                  <a:cubicBezTo>
                    <a:pt x="1658" y="478"/>
                    <a:pt x="1661" y="470"/>
                    <a:pt x="1663" y="460"/>
                  </a:cubicBezTo>
                  <a:cubicBezTo>
                    <a:pt x="1664" y="449"/>
                    <a:pt x="1665" y="434"/>
                    <a:pt x="1665" y="414"/>
                  </a:cubicBezTo>
                  <a:lnTo>
                    <a:pt x="1665" y="298"/>
                  </a:lnTo>
                  <a:cubicBezTo>
                    <a:pt x="1665" y="281"/>
                    <a:pt x="1664" y="267"/>
                    <a:pt x="1661" y="257"/>
                  </a:cubicBezTo>
                  <a:cubicBezTo>
                    <a:pt x="1659" y="247"/>
                    <a:pt x="1654" y="238"/>
                    <a:pt x="1648" y="230"/>
                  </a:cubicBezTo>
                  <a:cubicBezTo>
                    <a:pt x="1636" y="216"/>
                    <a:pt x="1619" y="209"/>
                    <a:pt x="1596" y="209"/>
                  </a:cubicBezTo>
                  <a:cubicBezTo>
                    <a:pt x="1538" y="209"/>
                    <a:pt x="1509" y="255"/>
                    <a:pt x="1509" y="348"/>
                  </a:cubicBezTo>
                  <a:lnTo>
                    <a:pt x="1509" y="406"/>
                  </a:lnTo>
                  <a:lnTo>
                    <a:pt x="1510" y="433"/>
                  </a:lnTo>
                  <a:cubicBezTo>
                    <a:pt x="1510" y="449"/>
                    <a:pt x="1511" y="461"/>
                    <a:pt x="1513" y="469"/>
                  </a:cubicBezTo>
                  <a:cubicBezTo>
                    <a:pt x="1514" y="477"/>
                    <a:pt x="1518" y="483"/>
                    <a:pt x="1524" y="488"/>
                  </a:cubicBezTo>
                  <a:cubicBezTo>
                    <a:pt x="1530" y="495"/>
                    <a:pt x="1543" y="500"/>
                    <a:pt x="1561" y="503"/>
                  </a:cubicBezTo>
                  <a:lnTo>
                    <a:pt x="1561" y="510"/>
                  </a:lnTo>
                  <a:lnTo>
                    <a:pt x="1401" y="510"/>
                  </a:lnTo>
                  <a:lnTo>
                    <a:pt x="1401" y="503"/>
                  </a:lnTo>
                  <a:cubicBezTo>
                    <a:pt x="1416" y="501"/>
                    <a:pt x="1426" y="498"/>
                    <a:pt x="1432" y="495"/>
                  </a:cubicBezTo>
                  <a:cubicBezTo>
                    <a:pt x="1439" y="491"/>
                    <a:pt x="1444" y="485"/>
                    <a:pt x="1448" y="477"/>
                  </a:cubicBezTo>
                  <a:cubicBezTo>
                    <a:pt x="1450" y="471"/>
                    <a:pt x="1452" y="463"/>
                    <a:pt x="1453" y="452"/>
                  </a:cubicBezTo>
                  <a:cubicBezTo>
                    <a:pt x="1454" y="441"/>
                    <a:pt x="1455" y="424"/>
                    <a:pt x="1455" y="403"/>
                  </a:cubicBezTo>
                  <a:lnTo>
                    <a:pt x="1455" y="119"/>
                  </a:lnTo>
                  <a:cubicBezTo>
                    <a:pt x="1455" y="94"/>
                    <a:pt x="1454" y="77"/>
                    <a:pt x="1453" y="67"/>
                  </a:cubicBezTo>
                  <a:cubicBezTo>
                    <a:pt x="1452" y="56"/>
                    <a:pt x="1449" y="48"/>
                    <a:pt x="1445" y="42"/>
                  </a:cubicBezTo>
                  <a:cubicBezTo>
                    <a:pt x="1441" y="35"/>
                    <a:pt x="1436" y="30"/>
                    <a:pt x="1430" y="28"/>
                  </a:cubicBezTo>
                  <a:cubicBezTo>
                    <a:pt x="1424" y="25"/>
                    <a:pt x="1416" y="23"/>
                    <a:pt x="1405" y="22"/>
                  </a:cubicBezTo>
                  <a:lnTo>
                    <a:pt x="1405" y="14"/>
                  </a:lnTo>
                  <a:lnTo>
                    <a:pt x="1509" y="1"/>
                  </a:lnTo>
                  <a:close/>
                  <a:moveTo>
                    <a:pt x="2135" y="475"/>
                  </a:moveTo>
                  <a:lnTo>
                    <a:pt x="2141" y="479"/>
                  </a:lnTo>
                  <a:cubicBezTo>
                    <a:pt x="2132" y="504"/>
                    <a:pt x="2112" y="517"/>
                    <a:pt x="2081" y="517"/>
                  </a:cubicBezTo>
                  <a:cubicBezTo>
                    <a:pt x="2064" y="517"/>
                    <a:pt x="2050" y="513"/>
                    <a:pt x="2038" y="504"/>
                  </a:cubicBezTo>
                  <a:cubicBezTo>
                    <a:pt x="2031" y="499"/>
                    <a:pt x="2023" y="489"/>
                    <a:pt x="2015" y="475"/>
                  </a:cubicBezTo>
                  <a:cubicBezTo>
                    <a:pt x="1999" y="490"/>
                    <a:pt x="1987" y="499"/>
                    <a:pt x="1979" y="504"/>
                  </a:cubicBezTo>
                  <a:cubicBezTo>
                    <a:pt x="1963" y="513"/>
                    <a:pt x="1945" y="517"/>
                    <a:pt x="1924" y="517"/>
                  </a:cubicBezTo>
                  <a:cubicBezTo>
                    <a:pt x="1898" y="517"/>
                    <a:pt x="1877" y="511"/>
                    <a:pt x="1861" y="498"/>
                  </a:cubicBezTo>
                  <a:cubicBezTo>
                    <a:pt x="1846" y="485"/>
                    <a:pt x="1838" y="468"/>
                    <a:pt x="1838" y="446"/>
                  </a:cubicBezTo>
                  <a:cubicBezTo>
                    <a:pt x="1838" y="426"/>
                    <a:pt x="1844" y="409"/>
                    <a:pt x="1857" y="395"/>
                  </a:cubicBezTo>
                  <a:cubicBezTo>
                    <a:pt x="1864" y="388"/>
                    <a:pt x="1873" y="382"/>
                    <a:pt x="1882" y="377"/>
                  </a:cubicBezTo>
                  <a:cubicBezTo>
                    <a:pt x="1891" y="373"/>
                    <a:pt x="1905" y="368"/>
                    <a:pt x="1923" y="364"/>
                  </a:cubicBezTo>
                  <a:cubicBezTo>
                    <a:pt x="1943" y="358"/>
                    <a:pt x="1959" y="354"/>
                    <a:pt x="1969" y="350"/>
                  </a:cubicBezTo>
                  <a:cubicBezTo>
                    <a:pt x="1979" y="347"/>
                    <a:pt x="1987" y="342"/>
                    <a:pt x="1994" y="337"/>
                  </a:cubicBezTo>
                  <a:cubicBezTo>
                    <a:pt x="2001" y="332"/>
                    <a:pt x="2007" y="325"/>
                    <a:pt x="2010" y="318"/>
                  </a:cubicBezTo>
                  <a:cubicBezTo>
                    <a:pt x="2012" y="310"/>
                    <a:pt x="2014" y="300"/>
                    <a:pt x="2014" y="286"/>
                  </a:cubicBezTo>
                  <a:cubicBezTo>
                    <a:pt x="2014" y="258"/>
                    <a:pt x="2009" y="237"/>
                    <a:pt x="1998" y="224"/>
                  </a:cubicBezTo>
                  <a:cubicBezTo>
                    <a:pt x="1993" y="218"/>
                    <a:pt x="1987" y="214"/>
                    <a:pt x="1980" y="210"/>
                  </a:cubicBezTo>
                  <a:cubicBezTo>
                    <a:pt x="1972" y="206"/>
                    <a:pt x="1964" y="204"/>
                    <a:pt x="1956" y="204"/>
                  </a:cubicBezTo>
                  <a:cubicBezTo>
                    <a:pt x="1946" y="204"/>
                    <a:pt x="1938" y="207"/>
                    <a:pt x="1930" y="212"/>
                  </a:cubicBezTo>
                  <a:cubicBezTo>
                    <a:pt x="1922" y="217"/>
                    <a:pt x="1917" y="224"/>
                    <a:pt x="1913" y="233"/>
                  </a:cubicBezTo>
                  <a:lnTo>
                    <a:pt x="1904" y="254"/>
                  </a:lnTo>
                  <a:cubicBezTo>
                    <a:pt x="1899" y="266"/>
                    <a:pt x="1890" y="271"/>
                    <a:pt x="1878" y="271"/>
                  </a:cubicBezTo>
                  <a:cubicBezTo>
                    <a:pt x="1870" y="271"/>
                    <a:pt x="1863" y="269"/>
                    <a:pt x="1857" y="263"/>
                  </a:cubicBezTo>
                  <a:cubicBezTo>
                    <a:pt x="1852" y="258"/>
                    <a:pt x="1849" y="251"/>
                    <a:pt x="1849" y="243"/>
                  </a:cubicBezTo>
                  <a:cubicBezTo>
                    <a:pt x="1849" y="230"/>
                    <a:pt x="1858" y="220"/>
                    <a:pt x="1875" y="211"/>
                  </a:cubicBezTo>
                  <a:cubicBezTo>
                    <a:pt x="1884" y="207"/>
                    <a:pt x="1896" y="203"/>
                    <a:pt x="1910" y="201"/>
                  </a:cubicBezTo>
                  <a:cubicBezTo>
                    <a:pt x="1924" y="198"/>
                    <a:pt x="1937" y="196"/>
                    <a:pt x="1950" y="196"/>
                  </a:cubicBezTo>
                  <a:cubicBezTo>
                    <a:pt x="1965" y="196"/>
                    <a:pt x="1981" y="198"/>
                    <a:pt x="1997" y="202"/>
                  </a:cubicBezTo>
                  <a:cubicBezTo>
                    <a:pt x="2013" y="206"/>
                    <a:pt x="2026" y="211"/>
                    <a:pt x="2037" y="217"/>
                  </a:cubicBezTo>
                  <a:cubicBezTo>
                    <a:pt x="2053" y="226"/>
                    <a:pt x="2062" y="238"/>
                    <a:pt x="2066" y="252"/>
                  </a:cubicBezTo>
                  <a:cubicBezTo>
                    <a:pt x="2068" y="259"/>
                    <a:pt x="2069" y="271"/>
                    <a:pt x="2069" y="289"/>
                  </a:cubicBezTo>
                  <a:lnTo>
                    <a:pt x="2069" y="423"/>
                  </a:lnTo>
                  <a:cubicBezTo>
                    <a:pt x="2069" y="446"/>
                    <a:pt x="2070" y="461"/>
                    <a:pt x="2072" y="470"/>
                  </a:cubicBezTo>
                  <a:cubicBezTo>
                    <a:pt x="2076" y="487"/>
                    <a:pt x="2086" y="496"/>
                    <a:pt x="2102" y="496"/>
                  </a:cubicBezTo>
                  <a:cubicBezTo>
                    <a:pt x="2109" y="496"/>
                    <a:pt x="2115" y="494"/>
                    <a:pt x="2119" y="491"/>
                  </a:cubicBezTo>
                  <a:cubicBezTo>
                    <a:pt x="2124" y="489"/>
                    <a:pt x="2129" y="483"/>
                    <a:pt x="2135" y="475"/>
                  </a:cubicBezTo>
                  <a:close/>
                  <a:moveTo>
                    <a:pt x="2015" y="332"/>
                  </a:moveTo>
                  <a:cubicBezTo>
                    <a:pt x="2002" y="343"/>
                    <a:pt x="1987" y="353"/>
                    <a:pt x="1972" y="361"/>
                  </a:cubicBezTo>
                  <a:cubicBezTo>
                    <a:pt x="1955" y="370"/>
                    <a:pt x="1943" y="378"/>
                    <a:pt x="1936" y="382"/>
                  </a:cubicBezTo>
                  <a:cubicBezTo>
                    <a:pt x="1929" y="387"/>
                    <a:pt x="1923" y="393"/>
                    <a:pt x="1918" y="400"/>
                  </a:cubicBezTo>
                  <a:cubicBezTo>
                    <a:pt x="1906" y="414"/>
                    <a:pt x="1901" y="430"/>
                    <a:pt x="1901" y="449"/>
                  </a:cubicBezTo>
                  <a:cubicBezTo>
                    <a:pt x="1901" y="465"/>
                    <a:pt x="1905" y="478"/>
                    <a:pt x="1914" y="489"/>
                  </a:cubicBezTo>
                  <a:cubicBezTo>
                    <a:pt x="1923" y="499"/>
                    <a:pt x="1934" y="504"/>
                    <a:pt x="1947" y="504"/>
                  </a:cubicBezTo>
                  <a:cubicBezTo>
                    <a:pt x="1959" y="504"/>
                    <a:pt x="1970" y="501"/>
                    <a:pt x="1980" y="493"/>
                  </a:cubicBezTo>
                  <a:cubicBezTo>
                    <a:pt x="1990" y="486"/>
                    <a:pt x="1998" y="476"/>
                    <a:pt x="2004" y="464"/>
                  </a:cubicBezTo>
                  <a:cubicBezTo>
                    <a:pt x="2011" y="447"/>
                    <a:pt x="2015" y="424"/>
                    <a:pt x="2015" y="393"/>
                  </a:cubicBezTo>
                  <a:lnTo>
                    <a:pt x="2015" y="332"/>
                  </a:lnTo>
                  <a:close/>
                  <a:moveTo>
                    <a:pt x="2281" y="196"/>
                  </a:moveTo>
                  <a:cubicBezTo>
                    <a:pt x="2284" y="210"/>
                    <a:pt x="2286" y="224"/>
                    <a:pt x="2286" y="236"/>
                  </a:cubicBezTo>
                  <a:lnTo>
                    <a:pt x="2286" y="242"/>
                  </a:lnTo>
                  <a:cubicBezTo>
                    <a:pt x="2315" y="211"/>
                    <a:pt x="2351" y="196"/>
                    <a:pt x="2392" y="196"/>
                  </a:cubicBezTo>
                  <a:cubicBezTo>
                    <a:pt x="2423" y="196"/>
                    <a:pt x="2447" y="203"/>
                    <a:pt x="2466" y="218"/>
                  </a:cubicBezTo>
                  <a:cubicBezTo>
                    <a:pt x="2485" y="232"/>
                    <a:pt x="2494" y="253"/>
                    <a:pt x="2494" y="279"/>
                  </a:cubicBezTo>
                  <a:lnTo>
                    <a:pt x="2494" y="433"/>
                  </a:lnTo>
                  <a:cubicBezTo>
                    <a:pt x="2494" y="449"/>
                    <a:pt x="2495" y="461"/>
                    <a:pt x="2497" y="469"/>
                  </a:cubicBezTo>
                  <a:cubicBezTo>
                    <a:pt x="2499" y="477"/>
                    <a:pt x="2502" y="483"/>
                    <a:pt x="2508" y="488"/>
                  </a:cubicBezTo>
                  <a:cubicBezTo>
                    <a:pt x="2515" y="495"/>
                    <a:pt x="2527" y="500"/>
                    <a:pt x="2545" y="503"/>
                  </a:cubicBezTo>
                  <a:lnTo>
                    <a:pt x="2545" y="510"/>
                  </a:lnTo>
                  <a:lnTo>
                    <a:pt x="2386" y="510"/>
                  </a:lnTo>
                  <a:lnTo>
                    <a:pt x="2386" y="503"/>
                  </a:lnTo>
                  <a:cubicBezTo>
                    <a:pt x="2400" y="501"/>
                    <a:pt x="2411" y="498"/>
                    <a:pt x="2417" y="495"/>
                  </a:cubicBezTo>
                  <a:cubicBezTo>
                    <a:pt x="2423" y="491"/>
                    <a:pt x="2428" y="485"/>
                    <a:pt x="2432" y="477"/>
                  </a:cubicBezTo>
                  <a:cubicBezTo>
                    <a:pt x="2435" y="471"/>
                    <a:pt x="2437" y="463"/>
                    <a:pt x="2438" y="452"/>
                  </a:cubicBezTo>
                  <a:cubicBezTo>
                    <a:pt x="2439" y="440"/>
                    <a:pt x="2439" y="424"/>
                    <a:pt x="2439" y="403"/>
                  </a:cubicBezTo>
                  <a:lnTo>
                    <a:pt x="2439" y="326"/>
                  </a:lnTo>
                  <a:cubicBezTo>
                    <a:pt x="2439" y="300"/>
                    <a:pt x="2438" y="280"/>
                    <a:pt x="2437" y="268"/>
                  </a:cubicBezTo>
                  <a:cubicBezTo>
                    <a:pt x="2435" y="255"/>
                    <a:pt x="2431" y="246"/>
                    <a:pt x="2426" y="238"/>
                  </a:cubicBezTo>
                  <a:cubicBezTo>
                    <a:pt x="2421" y="230"/>
                    <a:pt x="2413" y="223"/>
                    <a:pt x="2403" y="218"/>
                  </a:cubicBezTo>
                  <a:cubicBezTo>
                    <a:pt x="2392" y="214"/>
                    <a:pt x="2381" y="211"/>
                    <a:pt x="2368" y="211"/>
                  </a:cubicBezTo>
                  <a:cubicBezTo>
                    <a:pt x="2355" y="211"/>
                    <a:pt x="2342" y="214"/>
                    <a:pt x="2331" y="219"/>
                  </a:cubicBezTo>
                  <a:cubicBezTo>
                    <a:pt x="2319" y="224"/>
                    <a:pt x="2310" y="232"/>
                    <a:pt x="2303" y="241"/>
                  </a:cubicBezTo>
                  <a:cubicBezTo>
                    <a:pt x="2296" y="251"/>
                    <a:pt x="2291" y="262"/>
                    <a:pt x="2289" y="274"/>
                  </a:cubicBezTo>
                  <a:cubicBezTo>
                    <a:pt x="2287" y="286"/>
                    <a:pt x="2286" y="306"/>
                    <a:pt x="2286" y="335"/>
                  </a:cubicBezTo>
                  <a:lnTo>
                    <a:pt x="2286" y="406"/>
                  </a:lnTo>
                  <a:lnTo>
                    <a:pt x="2286" y="433"/>
                  </a:lnTo>
                  <a:cubicBezTo>
                    <a:pt x="2286" y="449"/>
                    <a:pt x="2287" y="461"/>
                    <a:pt x="2289" y="469"/>
                  </a:cubicBezTo>
                  <a:cubicBezTo>
                    <a:pt x="2291" y="477"/>
                    <a:pt x="2294" y="483"/>
                    <a:pt x="2300" y="488"/>
                  </a:cubicBezTo>
                  <a:cubicBezTo>
                    <a:pt x="2307" y="495"/>
                    <a:pt x="2319" y="500"/>
                    <a:pt x="2337" y="503"/>
                  </a:cubicBezTo>
                  <a:lnTo>
                    <a:pt x="2337" y="510"/>
                  </a:lnTo>
                  <a:lnTo>
                    <a:pt x="2178" y="510"/>
                  </a:lnTo>
                  <a:lnTo>
                    <a:pt x="2178" y="503"/>
                  </a:lnTo>
                  <a:cubicBezTo>
                    <a:pt x="2192" y="501"/>
                    <a:pt x="2202" y="498"/>
                    <a:pt x="2209" y="495"/>
                  </a:cubicBezTo>
                  <a:cubicBezTo>
                    <a:pt x="2215" y="491"/>
                    <a:pt x="2220" y="485"/>
                    <a:pt x="2224" y="477"/>
                  </a:cubicBezTo>
                  <a:cubicBezTo>
                    <a:pt x="2226" y="471"/>
                    <a:pt x="2228" y="463"/>
                    <a:pt x="2229" y="452"/>
                  </a:cubicBezTo>
                  <a:cubicBezTo>
                    <a:pt x="2230" y="441"/>
                    <a:pt x="2231" y="424"/>
                    <a:pt x="2231" y="403"/>
                  </a:cubicBezTo>
                  <a:lnTo>
                    <a:pt x="2231" y="314"/>
                  </a:lnTo>
                  <a:cubicBezTo>
                    <a:pt x="2231" y="289"/>
                    <a:pt x="2230" y="272"/>
                    <a:pt x="2229" y="262"/>
                  </a:cubicBezTo>
                  <a:cubicBezTo>
                    <a:pt x="2228" y="252"/>
                    <a:pt x="2225" y="244"/>
                    <a:pt x="2221" y="237"/>
                  </a:cubicBezTo>
                  <a:cubicBezTo>
                    <a:pt x="2217" y="231"/>
                    <a:pt x="2212" y="226"/>
                    <a:pt x="2206" y="223"/>
                  </a:cubicBezTo>
                  <a:cubicBezTo>
                    <a:pt x="2201" y="220"/>
                    <a:pt x="2192" y="218"/>
                    <a:pt x="2181" y="217"/>
                  </a:cubicBezTo>
                  <a:lnTo>
                    <a:pt x="2181" y="210"/>
                  </a:lnTo>
                  <a:lnTo>
                    <a:pt x="2281" y="196"/>
                  </a:lnTo>
                  <a:close/>
                  <a:moveTo>
                    <a:pt x="2603" y="210"/>
                  </a:moveTo>
                  <a:lnTo>
                    <a:pt x="2707" y="196"/>
                  </a:lnTo>
                  <a:lnTo>
                    <a:pt x="2707" y="406"/>
                  </a:lnTo>
                  <a:lnTo>
                    <a:pt x="2707" y="433"/>
                  </a:lnTo>
                  <a:cubicBezTo>
                    <a:pt x="2707" y="450"/>
                    <a:pt x="2708" y="462"/>
                    <a:pt x="2710" y="469"/>
                  </a:cubicBezTo>
                  <a:cubicBezTo>
                    <a:pt x="2712" y="477"/>
                    <a:pt x="2716" y="483"/>
                    <a:pt x="2721" y="488"/>
                  </a:cubicBezTo>
                  <a:cubicBezTo>
                    <a:pt x="2728" y="495"/>
                    <a:pt x="2740" y="500"/>
                    <a:pt x="2759" y="503"/>
                  </a:cubicBezTo>
                  <a:lnTo>
                    <a:pt x="2759" y="510"/>
                  </a:lnTo>
                  <a:lnTo>
                    <a:pt x="2599" y="510"/>
                  </a:lnTo>
                  <a:lnTo>
                    <a:pt x="2599" y="503"/>
                  </a:lnTo>
                  <a:cubicBezTo>
                    <a:pt x="2613" y="501"/>
                    <a:pt x="2624" y="498"/>
                    <a:pt x="2630" y="495"/>
                  </a:cubicBezTo>
                  <a:cubicBezTo>
                    <a:pt x="2636" y="491"/>
                    <a:pt x="2641" y="485"/>
                    <a:pt x="2645" y="477"/>
                  </a:cubicBezTo>
                  <a:cubicBezTo>
                    <a:pt x="2648" y="471"/>
                    <a:pt x="2650" y="463"/>
                    <a:pt x="2651" y="452"/>
                  </a:cubicBezTo>
                  <a:cubicBezTo>
                    <a:pt x="2652" y="441"/>
                    <a:pt x="2652" y="424"/>
                    <a:pt x="2652" y="403"/>
                  </a:cubicBezTo>
                  <a:lnTo>
                    <a:pt x="2652" y="314"/>
                  </a:lnTo>
                  <a:cubicBezTo>
                    <a:pt x="2652" y="289"/>
                    <a:pt x="2652" y="272"/>
                    <a:pt x="2650" y="262"/>
                  </a:cubicBezTo>
                  <a:cubicBezTo>
                    <a:pt x="2649" y="252"/>
                    <a:pt x="2647" y="244"/>
                    <a:pt x="2643" y="237"/>
                  </a:cubicBezTo>
                  <a:cubicBezTo>
                    <a:pt x="2639" y="231"/>
                    <a:pt x="2633" y="226"/>
                    <a:pt x="2628" y="223"/>
                  </a:cubicBezTo>
                  <a:cubicBezTo>
                    <a:pt x="2622" y="220"/>
                    <a:pt x="2614" y="218"/>
                    <a:pt x="2603" y="217"/>
                  </a:cubicBezTo>
                  <a:lnTo>
                    <a:pt x="2603" y="210"/>
                  </a:lnTo>
                  <a:close/>
                  <a:moveTo>
                    <a:pt x="2678" y="65"/>
                  </a:moveTo>
                  <a:cubicBezTo>
                    <a:pt x="2669" y="65"/>
                    <a:pt x="2661" y="62"/>
                    <a:pt x="2655" y="56"/>
                  </a:cubicBezTo>
                  <a:cubicBezTo>
                    <a:pt x="2649" y="50"/>
                    <a:pt x="2646" y="42"/>
                    <a:pt x="2646" y="33"/>
                  </a:cubicBezTo>
                  <a:cubicBezTo>
                    <a:pt x="2646" y="24"/>
                    <a:pt x="2649" y="17"/>
                    <a:pt x="2655" y="11"/>
                  </a:cubicBezTo>
                  <a:cubicBezTo>
                    <a:pt x="2661" y="4"/>
                    <a:pt x="2669" y="1"/>
                    <a:pt x="2678" y="1"/>
                  </a:cubicBezTo>
                  <a:cubicBezTo>
                    <a:pt x="2687" y="1"/>
                    <a:pt x="2695" y="4"/>
                    <a:pt x="2701" y="11"/>
                  </a:cubicBezTo>
                  <a:cubicBezTo>
                    <a:pt x="2708" y="17"/>
                    <a:pt x="2711" y="24"/>
                    <a:pt x="2711" y="33"/>
                  </a:cubicBezTo>
                  <a:cubicBezTo>
                    <a:pt x="2711" y="42"/>
                    <a:pt x="2708" y="50"/>
                    <a:pt x="2701" y="56"/>
                  </a:cubicBezTo>
                  <a:cubicBezTo>
                    <a:pt x="2695" y="62"/>
                    <a:pt x="2688" y="65"/>
                    <a:pt x="2678" y="65"/>
                  </a:cubicBezTo>
                  <a:close/>
                  <a:moveTo>
                    <a:pt x="3085" y="442"/>
                  </a:moveTo>
                  <a:lnTo>
                    <a:pt x="3092" y="444"/>
                  </a:lnTo>
                  <a:cubicBezTo>
                    <a:pt x="3084" y="470"/>
                    <a:pt x="3071" y="489"/>
                    <a:pt x="3053" y="500"/>
                  </a:cubicBezTo>
                  <a:cubicBezTo>
                    <a:pt x="3036" y="511"/>
                    <a:pt x="3012" y="517"/>
                    <a:pt x="2982" y="517"/>
                  </a:cubicBezTo>
                  <a:cubicBezTo>
                    <a:pt x="2934" y="517"/>
                    <a:pt x="2895" y="503"/>
                    <a:pt x="2868" y="474"/>
                  </a:cubicBezTo>
                  <a:cubicBezTo>
                    <a:pt x="2841" y="445"/>
                    <a:pt x="2828" y="409"/>
                    <a:pt x="2828" y="365"/>
                  </a:cubicBezTo>
                  <a:cubicBezTo>
                    <a:pt x="2828" y="344"/>
                    <a:pt x="2831" y="323"/>
                    <a:pt x="2839" y="302"/>
                  </a:cubicBezTo>
                  <a:cubicBezTo>
                    <a:pt x="2846" y="281"/>
                    <a:pt x="2856" y="263"/>
                    <a:pt x="2869" y="249"/>
                  </a:cubicBezTo>
                  <a:cubicBezTo>
                    <a:pt x="2884" y="232"/>
                    <a:pt x="2902" y="219"/>
                    <a:pt x="2923" y="210"/>
                  </a:cubicBezTo>
                  <a:cubicBezTo>
                    <a:pt x="2944" y="201"/>
                    <a:pt x="2968" y="196"/>
                    <a:pt x="2993" y="196"/>
                  </a:cubicBezTo>
                  <a:cubicBezTo>
                    <a:pt x="3028" y="196"/>
                    <a:pt x="3055" y="204"/>
                    <a:pt x="3075" y="220"/>
                  </a:cubicBezTo>
                  <a:cubicBezTo>
                    <a:pt x="3087" y="230"/>
                    <a:pt x="3093" y="240"/>
                    <a:pt x="3093" y="252"/>
                  </a:cubicBezTo>
                  <a:cubicBezTo>
                    <a:pt x="3093" y="259"/>
                    <a:pt x="3090" y="266"/>
                    <a:pt x="3085" y="271"/>
                  </a:cubicBezTo>
                  <a:cubicBezTo>
                    <a:pt x="3080" y="276"/>
                    <a:pt x="3074" y="279"/>
                    <a:pt x="3067" y="279"/>
                  </a:cubicBezTo>
                  <a:cubicBezTo>
                    <a:pt x="3051" y="279"/>
                    <a:pt x="3040" y="267"/>
                    <a:pt x="3032" y="245"/>
                  </a:cubicBezTo>
                  <a:cubicBezTo>
                    <a:pt x="3029" y="234"/>
                    <a:pt x="3026" y="227"/>
                    <a:pt x="3024" y="223"/>
                  </a:cubicBezTo>
                  <a:cubicBezTo>
                    <a:pt x="3022" y="219"/>
                    <a:pt x="3019" y="216"/>
                    <a:pt x="3015" y="213"/>
                  </a:cubicBezTo>
                  <a:cubicBezTo>
                    <a:pt x="3008" y="207"/>
                    <a:pt x="2999" y="204"/>
                    <a:pt x="2988" y="204"/>
                  </a:cubicBezTo>
                  <a:cubicBezTo>
                    <a:pt x="2974" y="204"/>
                    <a:pt x="2961" y="208"/>
                    <a:pt x="2949" y="217"/>
                  </a:cubicBezTo>
                  <a:cubicBezTo>
                    <a:pt x="2938" y="223"/>
                    <a:pt x="2929" y="232"/>
                    <a:pt x="2922" y="243"/>
                  </a:cubicBezTo>
                  <a:cubicBezTo>
                    <a:pt x="2915" y="253"/>
                    <a:pt x="2908" y="267"/>
                    <a:pt x="2903" y="283"/>
                  </a:cubicBezTo>
                  <a:cubicBezTo>
                    <a:pt x="2894" y="307"/>
                    <a:pt x="2890" y="331"/>
                    <a:pt x="2890" y="355"/>
                  </a:cubicBezTo>
                  <a:cubicBezTo>
                    <a:pt x="2890" y="376"/>
                    <a:pt x="2894" y="397"/>
                    <a:pt x="2902" y="418"/>
                  </a:cubicBezTo>
                  <a:cubicBezTo>
                    <a:pt x="2910" y="438"/>
                    <a:pt x="2920" y="456"/>
                    <a:pt x="2933" y="469"/>
                  </a:cubicBezTo>
                  <a:cubicBezTo>
                    <a:pt x="2954" y="491"/>
                    <a:pt x="2978" y="502"/>
                    <a:pt x="3006" y="502"/>
                  </a:cubicBezTo>
                  <a:cubicBezTo>
                    <a:pt x="3029" y="502"/>
                    <a:pt x="3048" y="495"/>
                    <a:pt x="3063" y="480"/>
                  </a:cubicBezTo>
                  <a:cubicBezTo>
                    <a:pt x="3070" y="472"/>
                    <a:pt x="3078" y="459"/>
                    <a:pt x="3085" y="442"/>
                  </a:cubicBezTo>
                  <a:close/>
                  <a:moveTo>
                    <a:pt x="3468" y="475"/>
                  </a:moveTo>
                  <a:lnTo>
                    <a:pt x="3474" y="479"/>
                  </a:lnTo>
                  <a:cubicBezTo>
                    <a:pt x="3466" y="504"/>
                    <a:pt x="3446" y="517"/>
                    <a:pt x="3415" y="517"/>
                  </a:cubicBezTo>
                  <a:cubicBezTo>
                    <a:pt x="3398" y="517"/>
                    <a:pt x="3384" y="513"/>
                    <a:pt x="3372" y="504"/>
                  </a:cubicBezTo>
                  <a:cubicBezTo>
                    <a:pt x="3365" y="499"/>
                    <a:pt x="3357" y="489"/>
                    <a:pt x="3349" y="475"/>
                  </a:cubicBezTo>
                  <a:cubicBezTo>
                    <a:pt x="3333" y="490"/>
                    <a:pt x="3321" y="499"/>
                    <a:pt x="3313" y="504"/>
                  </a:cubicBezTo>
                  <a:cubicBezTo>
                    <a:pt x="3297" y="513"/>
                    <a:pt x="3279" y="517"/>
                    <a:pt x="3258" y="517"/>
                  </a:cubicBezTo>
                  <a:cubicBezTo>
                    <a:pt x="3232" y="517"/>
                    <a:pt x="3211" y="511"/>
                    <a:pt x="3195" y="498"/>
                  </a:cubicBezTo>
                  <a:cubicBezTo>
                    <a:pt x="3180" y="485"/>
                    <a:pt x="3172" y="468"/>
                    <a:pt x="3172" y="446"/>
                  </a:cubicBezTo>
                  <a:cubicBezTo>
                    <a:pt x="3172" y="426"/>
                    <a:pt x="3178" y="409"/>
                    <a:pt x="3191" y="395"/>
                  </a:cubicBezTo>
                  <a:cubicBezTo>
                    <a:pt x="3198" y="388"/>
                    <a:pt x="3206" y="382"/>
                    <a:pt x="3216" y="377"/>
                  </a:cubicBezTo>
                  <a:cubicBezTo>
                    <a:pt x="3225" y="373"/>
                    <a:pt x="3238" y="368"/>
                    <a:pt x="3256" y="364"/>
                  </a:cubicBezTo>
                  <a:cubicBezTo>
                    <a:pt x="3277" y="358"/>
                    <a:pt x="3293" y="354"/>
                    <a:pt x="3302" y="350"/>
                  </a:cubicBezTo>
                  <a:cubicBezTo>
                    <a:pt x="3312" y="347"/>
                    <a:pt x="3321" y="342"/>
                    <a:pt x="3327" y="337"/>
                  </a:cubicBezTo>
                  <a:cubicBezTo>
                    <a:pt x="3335" y="332"/>
                    <a:pt x="3340" y="325"/>
                    <a:pt x="3343" y="318"/>
                  </a:cubicBezTo>
                  <a:cubicBezTo>
                    <a:pt x="3346" y="310"/>
                    <a:pt x="3348" y="300"/>
                    <a:pt x="3348" y="286"/>
                  </a:cubicBezTo>
                  <a:cubicBezTo>
                    <a:pt x="3348" y="258"/>
                    <a:pt x="3342" y="237"/>
                    <a:pt x="3332" y="224"/>
                  </a:cubicBezTo>
                  <a:cubicBezTo>
                    <a:pt x="3327" y="218"/>
                    <a:pt x="3321" y="214"/>
                    <a:pt x="3313" y="210"/>
                  </a:cubicBezTo>
                  <a:cubicBezTo>
                    <a:pt x="3306" y="206"/>
                    <a:pt x="3298" y="204"/>
                    <a:pt x="3290" y="204"/>
                  </a:cubicBezTo>
                  <a:cubicBezTo>
                    <a:pt x="3280" y="204"/>
                    <a:pt x="3271" y="207"/>
                    <a:pt x="3264" y="212"/>
                  </a:cubicBezTo>
                  <a:cubicBezTo>
                    <a:pt x="3256" y="217"/>
                    <a:pt x="3250" y="224"/>
                    <a:pt x="3246" y="233"/>
                  </a:cubicBezTo>
                  <a:lnTo>
                    <a:pt x="3237" y="254"/>
                  </a:lnTo>
                  <a:cubicBezTo>
                    <a:pt x="3233" y="266"/>
                    <a:pt x="3224" y="271"/>
                    <a:pt x="3212" y="271"/>
                  </a:cubicBezTo>
                  <a:cubicBezTo>
                    <a:pt x="3203" y="271"/>
                    <a:pt x="3197" y="269"/>
                    <a:pt x="3191" y="263"/>
                  </a:cubicBezTo>
                  <a:cubicBezTo>
                    <a:pt x="3186" y="258"/>
                    <a:pt x="3183" y="251"/>
                    <a:pt x="3183" y="243"/>
                  </a:cubicBezTo>
                  <a:cubicBezTo>
                    <a:pt x="3183" y="230"/>
                    <a:pt x="3191" y="220"/>
                    <a:pt x="3209" y="211"/>
                  </a:cubicBezTo>
                  <a:cubicBezTo>
                    <a:pt x="3218" y="207"/>
                    <a:pt x="3230" y="203"/>
                    <a:pt x="3244" y="201"/>
                  </a:cubicBezTo>
                  <a:cubicBezTo>
                    <a:pt x="3257" y="198"/>
                    <a:pt x="3271" y="196"/>
                    <a:pt x="3284" y="196"/>
                  </a:cubicBezTo>
                  <a:cubicBezTo>
                    <a:pt x="3299" y="196"/>
                    <a:pt x="3314" y="198"/>
                    <a:pt x="3331" y="202"/>
                  </a:cubicBezTo>
                  <a:cubicBezTo>
                    <a:pt x="3347" y="206"/>
                    <a:pt x="3360" y="211"/>
                    <a:pt x="3371" y="217"/>
                  </a:cubicBezTo>
                  <a:cubicBezTo>
                    <a:pt x="3386" y="226"/>
                    <a:pt x="3396" y="238"/>
                    <a:pt x="3400" y="252"/>
                  </a:cubicBezTo>
                  <a:cubicBezTo>
                    <a:pt x="3402" y="259"/>
                    <a:pt x="3403" y="271"/>
                    <a:pt x="3403" y="289"/>
                  </a:cubicBezTo>
                  <a:lnTo>
                    <a:pt x="3403" y="423"/>
                  </a:lnTo>
                  <a:cubicBezTo>
                    <a:pt x="3403" y="446"/>
                    <a:pt x="3404" y="461"/>
                    <a:pt x="3406" y="470"/>
                  </a:cubicBezTo>
                  <a:cubicBezTo>
                    <a:pt x="3410" y="487"/>
                    <a:pt x="3420" y="496"/>
                    <a:pt x="3436" y="496"/>
                  </a:cubicBezTo>
                  <a:cubicBezTo>
                    <a:pt x="3443" y="496"/>
                    <a:pt x="3449" y="494"/>
                    <a:pt x="3453" y="491"/>
                  </a:cubicBezTo>
                  <a:cubicBezTo>
                    <a:pt x="3457" y="489"/>
                    <a:pt x="3462" y="483"/>
                    <a:pt x="3468" y="475"/>
                  </a:cubicBezTo>
                  <a:close/>
                  <a:moveTo>
                    <a:pt x="3348" y="332"/>
                  </a:moveTo>
                  <a:cubicBezTo>
                    <a:pt x="3335" y="343"/>
                    <a:pt x="3321" y="353"/>
                    <a:pt x="3306" y="361"/>
                  </a:cubicBezTo>
                  <a:cubicBezTo>
                    <a:pt x="3288" y="370"/>
                    <a:pt x="3276" y="378"/>
                    <a:pt x="3270" y="382"/>
                  </a:cubicBezTo>
                  <a:cubicBezTo>
                    <a:pt x="3263" y="387"/>
                    <a:pt x="3257" y="393"/>
                    <a:pt x="3251" y="400"/>
                  </a:cubicBezTo>
                  <a:cubicBezTo>
                    <a:pt x="3240" y="414"/>
                    <a:pt x="3235" y="430"/>
                    <a:pt x="3235" y="449"/>
                  </a:cubicBezTo>
                  <a:cubicBezTo>
                    <a:pt x="3235" y="465"/>
                    <a:pt x="3239" y="478"/>
                    <a:pt x="3248" y="489"/>
                  </a:cubicBezTo>
                  <a:cubicBezTo>
                    <a:pt x="3256" y="499"/>
                    <a:pt x="3267" y="504"/>
                    <a:pt x="3281" y="504"/>
                  </a:cubicBezTo>
                  <a:cubicBezTo>
                    <a:pt x="3292" y="504"/>
                    <a:pt x="3303" y="501"/>
                    <a:pt x="3314" y="493"/>
                  </a:cubicBezTo>
                  <a:cubicBezTo>
                    <a:pt x="3324" y="486"/>
                    <a:pt x="3332" y="476"/>
                    <a:pt x="3337" y="464"/>
                  </a:cubicBezTo>
                  <a:cubicBezTo>
                    <a:pt x="3345" y="447"/>
                    <a:pt x="3348" y="424"/>
                    <a:pt x="3348" y="393"/>
                  </a:cubicBezTo>
                  <a:lnTo>
                    <a:pt x="3348" y="332"/>
                  </a:lnTo>
                  <a:close/>
                  <a:moveTo>
                    <a:pt x="3515" y="13"/>
                  </a:moveTo>
                  <a:lnTo>
                    <a:pt x="3619" y="0"/>
                  </a:lnTo>
                  <a:lnTo>
                    <a:pt x="3619" y="405"/>
                  </a:lnTo>
                  <a:lnTo>
                    <a:pt x="3620" y="433"/>
                  </a:lnTo>
                  <a:cubicBezTo>
                    <a:pt x="3620" y="449"/>
                    <a:pt x="3621" y="461"/>
                    <a:pt x="3622" y="469"/>
                  </a:cubicBezTo>
                  <a:cubicBezTo>
                    <a:pt x="3624" y="477"/>
                    <a:pt x="3628" y="483"/>
                    <a:pt x="3634" y="488"/>
                  </a:cubicBezTo>
                  <a:cubicBezTo>
                    <a:pt x="3640" y="495"/>
                    <a:pt x="3653" y="500"/>
                    <a:pt x="3671" y="503"/>
                  </a:cubicBezTo>
                  <a:lnTo>
                    <a:pt x="3671" y="510"/>
                  </a:lnTo>
                  <a:lnTo>
                    <a:pt x="3511" y="510"/>
                  </a:lnTo>
                  <a:lnTo>
                    <a:pt x="3511" y="503"/>
                  </a:lnTo>
                  <a:cubicBezTo>
                    <a:pt x="3526" y="501"/>
                    <a:pt x="3536" y="498"/>
                    <a:pt x="3542" y="495"/>
                  </a:cubicBezTo>
                  <a:cubicBezTo>
                    <a:pt x="3549" y="491"/>
                    <a:pt x="3554" y="485"/>
                    <a:pt x="3557" y="477"/>
                  </a:cubicBezTo>
                  <a:cubicBezTo>
                    <a:pt x="3560" y="471"/>
                    <a:pt x="3562" y="463"/>
                    <a:pt x="3563" y="452"/>
                  </a:cubicBezTo>
                  <a:cubicBezTo>
                    <a:pt x="3564" y="440"/>
                    <a:pt x="3565" y="424"/>
                    <a:pt x="3565" y="403"/>
                  </a:cubicBezTo>
                  <a:lnTo>
                    <a:pt x="3565" y="118"/>
                  </a:lnTo>
                  <a:cubicBezTo>
                    <a:pt x="3565" y="94"/>
                    <a:pt x="3564" y="76"/>
                    <a:pt x="3563" y="66"/>
                  </a:cubicBezTo>
                  <a:cubicBezTo>
                    <a:pt x="3562" y="56"/>
                    <a:pt x="3559" y="48"/>
                    <a:pt x="3555" y="41"/>
                  </a:cubicBezTo>
                  <a:cubicBezTo>
                    <a:pt x="3551" y="34"/>
                    <a:pt x="3546" y="30"/>
                    <a:pt x="3540" y="27"/>
                  </a:cubicBezTo>
                  <a:cubicBezTo>
                    <a:pt x="3534" y="24"/>
                    <a:pt x="3526" y="22"/>
                    <a:pt x="3515" y="21"/>
                  </a:cubicBezTo>
                  <a:lnTo>
                    <a:pt x="3515" y="13"/>
                  </a:lnTo>
                  <a:close/>
                  <a:moveTo>
                    <a:pt x="4184" y="475"/>
                  </a:moveTo>
                  <a:lnTo>
                    <a:pt x="4190" y="479"/>
                  </a:lnTo>
                  <a:cubicBezTo>
                    <a:pt x="4181" y="504"/>
                    <a:pt x="4162" y="517"/>
                    <a:pt x="4131" y="517"/>
                  </a:cubicBezTo>
                  <a:cubicBezTo>
                    <a:pt x="4113" y="517"/>
                    <a:pt x="4099" y="513"/>
                    <a:pt x="4088" y="504"/>
                  </a:cubicBezTo>
                  <a:cubicBezTo>
                    <a:pt x="4080" y="499"/>
                    <a:pt x="4073" y="489"/>
                    <a:pt x="4065" y="475"/>
                  </a:cubicBezTo>
                  <a:cubicBezTo>
                    <a:pt x="4049" y="490"/>
                    <a:pt x="4037" y="499"/>
                    <a:pt x="4028" y="504"/>
                  </a:cubicBezTo>
                  <a:cubicBezTo>
                    <a:pt x="4013" y="513"/>
                    <a:pt x="3995" y="517"/>
                    <a:pt x="3974" y="517"/>
                  </a:cubicBezTo>
                  <a:cubicBezTo>
                    <a:pt x="3947" y="517"/>
                    <a:pt x="3926" y="511"/>
                    <a:pt x="3911" y="498"/>
                  </a:cubicBezTo>
                  <a:cubicBezTo>
                    <a:pt x="3895" y="485"/>
                    <a:pt x="3888" y="468"/>
                    <a:pt x="3888" y="446"/>
                  </a:cubicBezTo>
                  <a:cubicBezTo>
                    <a:pt x="3888" y="426"/>
                    <a:pt x="3894" y="409"/>
                    <a:pt x="3907" y="395"/>
                  </a:cubicBezTo>
                  <a:cubicBezTo>
                    <a:pt x="3914" y="388"/>
                    <a:pt x="3922" y="382"/>
                    <a:pt x="3931" y="377"/>
                  </a:cubicBezTo>
                  <a:cubicBezTo>
                    <a:pt x="3941" y="373"/>
                    <a:pt x="3954" y="368"/>
                    <a:pt x="3972" y="364"/>
                  </a:cubicBezTo>
                  <a:cubicBezTo>
                    <a:pt x="3993" y="358"/>
                    <a:pt x="4008" y="354"/>
                    <a:pt x="4018" y="350"/>
                  </a:cubicBezTo>
                  <a:cubicBezTo>
                    <a:pt x="4028" y="347"/>
                    <a:pt x="4037" y="342"/>
                    <a:pt x="4043" y="337"/>
                  </a:cubicBezTo>
                  <a:cubicBezTo>
                    <a:pt x="4051" y="332"/>
                    <a:pt x="4056" y="325"/>
                    <a:pt x="4059" y="318"/>
                  </a:cubicBezTo>
                  <a:cubicBezTo>
                    <a:pt x="4062" y="310"/>
                    <a:pt x="4063" y="300"/>
                    <a:pt x="4063" y="286"/>
                  </a:cubicBezTo>
                  <a:cubicBezTo>
                    <a:pt x="4063" y="258"/>
                    <a:pt x="4058" y="237"/>
                    <a:pt x="4048" y="224"/>
                  </a:cubicBezTo>
                  <a:cubicBezTo>
                    <a:pt x="4043" y="218"/>
                    <a:pt x="4037" y="214"/>
                    <a:pt x="4029" y="210"/>
                  </a:cubicBezTo>
                  <a:cubicBezTo>
                    <a:pt x="4022" y="206"/>
                    <a:pt x="4014" y="204"/>
                    <a:pt x="4006" y="204"/>
                  </a:cubicBezTo>
                  <a:cubicBezTo>
                    <a:pt x="3996" y="204"/>
                    <a:pt x="3987" y="207"/>
                    <a:pt x="3980" y="212"/>
                  </a:cubicBezTo>
                  <a:cubicBezTo>
                    <a:pt x="3972" y="217"/>
                    <a:pt x="3966" y="224"/>
                    <a:pt x="3962" y="233"/>
                  </a:cubicBezTo>
                  <a:lnTo>
                    <a:pt x="3953" y="254"/>
                  </a:lnTo>
                  <a:cubicBezTo>
                    <a:pt x="3948" y="266"/>
                    <a:pt x="3940" y="271"/>
                    <a:pt x="3927" y="271"/>
                  </a:cubicBezTo>
                  <a:cubicBezTo>
                    <a:pt x="3919" y="271"/>
                    <a:pt x="3912" y="269"/>
                    <a:pt x="3907" y="263"/>
                  </a:cubicBezTo>
                  <a:cubicBezTo>
                    <a:pt x="3901" y="258"/>
                    <a:pt x="3899" y="251"/>
                    <a:pt x="3899" y="243"/>
                  </a:cubicBezTo>
                  <a:cubicBezTo>
                    <a:pt x="3899" y="230"/>
                    <a:pt x="3907" y="220"/>
                    <a:pt x="3925" y="211"/>
                  </a:cubicBezTo>
                  <a:cubicBezTo>
                    <a:pt x="3934" y="207"/>
                    <a:pt x="3946" y="203"/>
                    <a:pt x="3959" y="201"/>
                  </a:cubicBezTo>
                  <a:cubicBezTo>
                    <a:pt x="3973" y="198"/>
                    <a:pt x="3987" y="196"/>
                    <a:pt x="4000" y="196"/>
                  </a:cubicBezTo>
                  <a:cubicBezTo>
                    <a:pt x="4015" y="196"/>
                    <a:pt x="4030" y="198"/>
                    <a:pt x="4046" y="202"/>
                  </a:cubicBezTo>
                  <a:cubicBezTo>
                    <a:pt x="4062" y="206"/>
                    <a:pt x="4076" y="211"/>
                    <a:pt x="4087" y="217"/>
                  </a:cubicBezTo>
                  <a:cubicBezTo>
                    <a:pt x="4102" y="226"/>
                    <a:pt x="4112" y="238"/>
                    <a:pt x="4116" y="252"/>
                  </a:cubicBezTo>
                  <a:cubicBezTo>
                    <a:pt x="4118" y="259"/>
                    <a:pt x="4119" y="271"/>
                    <a:pt x="4119" y="289"/>
                  </a:cubicBezTo>
                  <a:lnTo>
                    <a:pt x="4119" y="423"/>
                  </a:lnTo>
                  <a:cubicBezTo>
                    <a:pt x="4119" y="446"/>
                    <a:pt x="4120" y="461"/>
                    <a:pt x="4122" y="470"/>
                  </a:cubicBezTo>
                  <a:cubicBezTo>
                    <a:pt x="4126" y="487"/>
                    <a:pt x="4136" y="496"/>
                    <a:pt x="4152" y="496"/>
                  </a:cubicBezTo>
                  <a:cubicBezTo>
                    <a:pt x="4159" y="496"/>
                    <a:pt x="4165" y="494"/>
                    <a:pt x="4169" y="491"/>
                  </a:cubicBezTo>
                  <a:cubicBezTo>
                    <a:pt x="4173" y="489"/>
                    <a:pt x="4178" y="483"/>
                    <a:pt x="4184" y="475"/>
                  </a:cubicBezTo>
                  <a:close/>
                  <a:moveTo>
                    <a:pt x="4064" y="332"/>
                  </a:moveTo>
                  <a:cubicBezTo>
                    <a:pt x="4051" y="343"/>
                    <a:pt x="4037" y="353"/>
                    <a:pt x="4021" y="361"/>
                  </a:cubicBezTo>
                  <a:cubicBezTo>
                    <a:pt x="4004" y="370"/>
                    <a:pt x="3992" y="378"/>
                    <a:pt x="3985" y="382"/>
                  </a:cubicBezTo>
                  <a:cubicBezTo>
                    <a:pt x="3979" y="387"/>
                    <a:pt x="3973" y="393"/>
                    <a:pt x="3967" y="400"/>
                  </a:cubicBezTo>
                  <a:cubicBezTo>
                    <a:pt x="3956" y="414"/>
                    <a:pt x="3950" y="430"/>
                    <a:pt x="3950" y="449"/>
                  </a:cubicBezTo>
                  <a:cubicBezTo>
                    <a:pt x="3950" y="465"/>
                    <a:pt x="3955" y="478"/>
                    <a:pt x="3963" y="489"/>
                  </a:cubicBezTo>
                  <a:cubicBezTo>
                    <a:pt x="3972" y="499"/>
                    <a:pt x="3983" y="504"/>
                    <a:pt x="3996" y="504"/>
                  </a:cubicBezTo>
                  <a:cubicBezTo>
                    <a:pt x="4008" y="504"/>
                    <a:pt x="4019" y="501"/>
                    <a:pt x="4030" y="493"/>
                  </a:cubicBezTo>
                  <a:cubicBezTo>
                    <a:pt x="4040" y="486"/>
                    <a:pt x="4048" y="476"/>
                    <a:pt x="4053" y="464"/>
                  </a:cubicBezTo>
                  <a:cubicBezTo>
                    <a:pt x="4060" y="447"/>
                    <a:pt x="4064" y="424"/>
                    <a:pt x="4064" y="393"/>
                  </a:cubicBezTo>
                  <a:lnTo>
                    <a:pt x="4064" y="332"/>
                  </a:lnTo>
                  <a:close/>
                  <a:moveTo>
                    <a:pt x="4330" y="196"/>
                  </a:moveTo>
                  <a:cubicBezTo>
                    <a:pt x="4333" y="210"/>
                    <a:pt x="4335" y="224"/>
                    <a:pt x="4335" y="236"/>
                  </a:cubicBezTo>
                  <a:lnTo>
                    <a:pt x="4335" y="242"/>
                  </a:lnTo>
                  <a:cubicBezTo>
                    <a:pt x="4365" y="211"/>
                    <a:pt x="4400" y="196"/>
                    <a:pt x="4441" y="196"/>
                  </a:cubicBezTo>
                  <a:cubicBezTo>
                    <a:pt x="4472" y="196"/>
                    <a:pt x="4497" y="203"/>
                    <a:pt x="4516" y="218"/>
                  </a:cubicBezTo>
                  <a:cubicBezTo>
                    <a:pt x="4534" y="232"/>
                    <a:pt x="4543" y="253"/>
                    <a:pt x="4543" y="279"/>
                  </a:cubicBezTo>
                  <a:lnTo>
                    <a:pt x="4543" y="433"/>
                  </a:lnTo>
                  <a:cubicBezTo>
                    <a:pt x="4543" y="449"/>
                    <a:pt x="4544" y="461"/>
                    <a:pt x="4546" y="469"/>
                  </a:cubicBezTo>
                  <a:cubicBezTo>
                    <a:pt x="4548" y="477"/>
                    <a:pt x="4552" y="483"/>
                    <a:pt x="4557" y="488"/>
                  </a:cubicBezTo>
                  <a:cubicBezTo>
                    <a:pt x="4564" y="495"/>
                    <a:pt x="4576" y="500"/>
                    <a:pt x="4594" y="503"/>
                  </a:cubicBezTo>
                  <a:lnTo>
                    <a:pt x="4594" y="510"/>
                  </a:lnTo>
                  <a:lnTo>
                    <a:pt x="4436" y="510"/>
                  </a:lnTo>
                  <a:lnTo>
                    <a:pt x="4436" y="503"/>
                  </a:lnTo>
                  <a:cubicBezTo>
                    <a:pt x="4450" y="501"/>
                    <a:pt x="4460" y="498"/>
                    <a:pt x="4466" y="495"/>
                  </a:cubicBezTo>
                  <a:cubicBezTo>
                    <a:pt x="4473" y="491"/>
                    <a:pt x="4478" y="485"/>
                    <a:pt x="4482" y="477"/>
                  </a:cubicBezTo>
                  <a:cubicBezTo>
                    <a:pt x="4484" y="471"/>
                    <a:pt x="4486" y="463"/>
                    <a:pt x="4487" y="452"/>
                  </a:cubicBezTo>
                  <a:cubicBezTo>
                    <a:pt x="4488" y="440"/>
                    <a:pt x="4489" y="424"/>
                    <a:pt x="4489" y="403"/>
                  </a:cubicBezTo>
                  <a:lnTo>
                    <a:pt x="4489" y="326"/>
                  </a:lnTo>
                  <a:cubicBezTo>
                    <a:pt x="4489" y="300"/>
                    <a:pt x="4488" y="280"/>
                    <a:pt x="4486" y="268"/>
                  </a:cubicBezTo>
                  <a:cubicBezTo>
                    <a:pt x="4484" y="255"/>
                    <a:pt x="4481" y="246"/>
                    <a:pt x="4476" y="238"/>
                  </a:cubicBezTo>
                  <a:cubicBezTo>
                    <a:pt x="4470" y="230"/>
                    <a:pt x="4462" y="223"/>
                    <a:pt x="4452" y="218"/>
                  </a:cubicBezTo>
                  <a:cubicBezTo>
                    <a:pt x="4442" y="214"/>
                    <a:pt x="4430" y="211"/>
                    <a:pt x="4418" y="211"/>
                  </a:cubicBezTo>
                  <a:cubicBezTo>
                    <a:pt x="4404" y="211"/>
                    <a:pt x="4392" y="214"/>
                    <a:pt x="4380" y="219"/>
                  </a:cubicBezTo>
                  <a:cubicBezTo>
                    <a:pt x="4369" y="224"/>
                    <a:pt x="4359" y="232"/>
                    <a:pt x="4353" y="241"/>
                  </a:cubicBezTo>
                  <a:cubicBezTo>
                    <a:pt x="4346" y="251"/>
                    <a:pt x="4341" y="262"/>
                    <a:pt x="4339" y="274"/>
                  </a:cubicBezTo>
                  <a:cubicBezTo>
                    <a:pt x="4336" y="286"/>
                    <a:pt x="4335" y="306"/>
                    <a:pt x="4335" y="335"/>
                  </a:cubicBezTo>
                  <a:lnTo>
                    <a:pt x="4335" y="406"/>
                  </a:lnTo>
                  <a:lnTo>
                    <a:pt x="4335" y="433"/>
                  </a:lnTo>
                  <a:cubicBezTo>
                    <a:pt x="4335" y="449"/>
                    <a:pt x="4336" y="461"/>
                    <a:pt x="4338" y="469"/>
                  </a:cubicBezTo>
                  <a:cubicBezTo>
                    <a:pt x="4340" y="477"/>
                    <a:pt x="4344" y="483"/>
                    <a:pt x="4349" y="488"/>
                  </a:cubicBezTo>
                  <a:cubicBezTo>
                    <a:pt x="4356" y="495"/>
                    <a:pt x="4369" y="500"/>
                    <a:pt x="4387" y="503"/>
                  </a:cubicBezTo>
                  <a:lnTo>
                    <a:pt x="4387" y="510"/>
                  </a:lnTo>
                  <a:lnTo>
                    <a:pt x="4227" y="510"/>
                  </a:lnTo>
                  <a:lnTo>
                    <a:pt x="4227" y="503"/>
                  </a:lnTo>
                  <a:cubicBezTo>
                    <a:pt x="4242" y="501"/>
                    <a:pt x="4252" y="498"/>
                    <a:pt x="4258" y="495"/>
                  </a:cubicBezTo>
                  <a:cubicBezTo>
                    <a:pt x="4264" y="491"/>
                    <a:pt x="4269" y="485"/>
                    <a:pt x="4273" y="477"/>
                  </a:cubicBezTo>
                  <a:cubicBezTo>
                    <a:pt x="4276" y="471"/>
                    <a:pt x="4278" y="463"/>
                    <a:pt x="4279" y="452"/>
                  </a:cubicBezTo>
                  <a:cubicBezTo>
                    <a:pt x="4280" y="441"/>
                    <a:pt x="4280" y="424"/>
                    <a:pt x="4280" y="403"/>
                  </a:cubicBezTo>
                  <a:lnTo>
                    <a:pt x="4280" y="314"/>
                  </a:lnTo>
                  <a:cubicBezTo>
                    <a:pt x="4280" y="289"/>
                    <a:pt x="4280" y="272"/>
                    <a:pt x="4279" y="262"/>
                  </a:cubicBezTo>
                  <a:cubicBezTo>
                    <a:pt x="4277" y="252"/>
                    <a:pt x="4275" y="244"/>
                    <a:pt x="4271" y="237"/>
                  </a:cubicBezTo>
                  <a:cubicBezTo>
                    <a:pt x="4267" y="231"/>
                    <a:pt x="4262" y="226"/>
                    <a:pt x="4256" y="223"/>
                  </a:cubicBezTo>
                  <a:cubicBezTo>
                    <a:pt x="4250" y="220"/>
                    <a:pt x="4242" y="218"/>
                    <a:pt x="4231" y="217"/>
                  </a:cubicBezTo>
                  <a:lnTo>
                    <a:pt x="4231" y="210"/>
                  </a:lnTo>
                  <a:lnTo>
                    <a:pt x="4330" y="196"/>
                  </a:lnTo>
                  <a:close/>
                  <a:moveTo>
                    <a:pt x="4911" y="522"/>
                  </a:moveTo>
                  <a:cubicBezTo>
                    <a:pt x="4908" y="511"/>
                    <a:pt x="4907" y="498"/>
                    <a:pt x="4907" y="485"/>
                  </a:cubicBezTo>
                  <a:cubicBezTo>
                    <a:pt x="4889" y="496"/>
                    <a:pt x="4873" y="504"/>
                    <a:pt x="4857" y="510"/>
                  </a:cubicBezTo>
                  <a:cubicBezTo>
                    <a:pt x="4841" y="515"/>
                    <a:pt x="4824" y="517"/>
                    <a:pt x="4806" y="517"/>
                  </a:cubicBezTo>
                  <a:cubicBezTo>
                    <a:pt x="4770" y="517"/>
                    <a:pt x="4739" y="506"/>
                    <a:pt x="4713" y="484"/>
                  </a:cubicBezTo>
                  <a:cubicBezTo>
                    <a:pt x="4696" y="470"/>
                    <a:pt x="4683" y="452"/>
                    <a:pt x="4674" y="431"/>
                  </a:cubicBezTo>
                  <a:cubicBezTo>
                    <a:pt x="4666" y="410"/>
                    <a:pt x="4661" y="387"/>
                    <a:pt x="4661" y="362"/>
                  </a:cubicBezTo>
                  <a:cubicBezTo>
                    <a:pt x="4661" y="335"/>
                    <a:pt x="4666" y="310"/>
                    <a:pt x="4676" y="288"/>
                  </a:cubicBezTo>
                  <a:cubicBezTo>
                    <a:pt x="4685" y="265"/>
                    <a:pt x="4699" y="246"/>
                    <a:pt x="4716" y="231"/>
                  </a:cubicBezTo>
                  <a:cubicBezTo>
                    <a:pt x="4743" y="208"/>
                    <a:pt x="4776" y="196"/>
                    <a:pt x="4813" y="196"/>
                  </a:cubicBezTo>
                  <a:cubicBezTo>
                    <a:pt x="4832" y="196"/>
                    <a:pt x="4847" y="199"/>
                    <a:pt x="4860" y="204"/>
                  </a:cubicBezTo>
                  <a:cubicBezTo>
                    <a:pt x="4873" y="210"/>
                    <a:pt x="4888" y="219"/>
                    <a:pt x="4906" y="233"/>
                  </a:cubicBezTo>
                  <a:lnTo>
                    <a:pt x="4906" y="98"/>
                  </a:lnTo>
                  <a:cubicBezTo>
                    <a:pt x="4906" y="72"/>
                    <a:pt x="4901" y="53"/>
                    <a:pt x="4893" y="41"/>
                  </a:cubicBezTo>
                  <a:cubicBezTo>
                    <a:pt x="4884" y="29"/>
                    <a:pt x="4870" y="24"/>
                    <a:pt x="4850" y="24"/>
                  </a:cubicBezTo>
                  <a:lnTo>
                    <a:pt x="4850" y="15"/>
                  </a:lnTo>
                  <a:lnTo>
                    <a:pt x="4960" y="1"/>
                  </a:lnTo>
                  <a:lnTo>
                    <a:pt x="4960" y="423"/>
                  </a:lnTo>
                  <a:cubicBezTo>
                    <a:pt x="4960" y="450"/>
                    <a:pt x="4965" y="469"/>
                    <a:pt x="4973" y="481"/>
                  </a:cubicBezTo>
                  <a:cubicBezTo>
                    <a:pt x="4982" y="493"/>
                    <a:pt x="4996" y="498"/>
                    <a:pt x="5017" y="498"/>
                  </a:cubicBezTo>
                  <a:lnTo>
                    <a:pt x="5017" y="507"/>
                  </a:lnTo>
                  <a:lnTo>
                    <a:pt x="4911" y="522"/>
                  </a:lnTo>
                  <a:close/>
                  <a:moveTo>
                    <a:pt x="4906" y="354"/>
                  </a:moveTo>
                  <a:cubicBezTo>
                    <a:pt x="4906" y="320"/>
                    <a:pt x="4904" y="295"/>
                    <a:pt x="4901" y="278"/>
                  </a:cubicBezTo>
                  <a:cubicBezTo>
                    <a:pt x="4899" y="261"/>
                    <a:pt x="4893" y="247"/>
                    <a:pt x="4886" y="236"/>
                  </a:cubicBezTo>
                  <a:cubicBezTo>
                    <a:pt x="4879" y="227"/>
                    <a:pt x="4871" y="220"/>
                    <a:pt x="4860" y="214"/>
                  </a:cubicBezTo>
                  <a:cubicBezTo>
                    <a:pt x="4849" y="209"/>
                    <a:pt x="4838" y="206"/>
                    <a:pt x="4826" y="206"/>
                  </a:cubicBezTo>
                  <a:cubicBezTo>
                    <a:pt x="4801" y="206"/>
                    <a:pt x="4779" y="218"/>
                    <a:pt x="4760" y="242"/>
                  </a:cubicBezTo>
                  <a:cubicBezTo>
                    <a:pt x="4749" y="257"/>
                    <a:pt x="4740" y="274"/>
                    <a:pt x="4733" y="294"/>
                  </a:cubicBezTo>
                  <a:cubicBezTo>
                    <a:pt x="4727" y="315"/>
                    <a:pt x="4724" y="335"/>
                    <a:pt x="4724" y="357"/>
                  </a:cubicBezTo>
                  <a:cubicBezTo>
                    <a:pt x="4724" y="378"/>
                    <a:pt x="4727" y="398"/>
                    <a:pt x="4733" y="418"/>
                  </a:cubicBezTo>
                  <a:cubicBezTo>
                    <a:pt x="4739" y="438"/>
                    <a:pt x="4747" y="455"/>
                    <a:pt x="4757" y="470"/>
                  </a:cubicBezTo>
                  <a:cubicBezTo>
                    <a:pt x="4775" y="494"/>
                    <a:pt x="4797" y="507"/>
                    <a:pt x="4823" y="507"/>
                  </a:cubicBezTo>
                  <a:cubicBezTo>
                    <a:pt x="4836" y="507"/>
                    <a:pt x="4848" y="504"/>
                    <a:pt x="4859" y="497"/>
                  </a:cubicBezTo>
                  <a:cubicBezTo>
                    <a:pt x="4870" y="491"/>
                    <a:pt x="4879" y="482"/>
                    <a:pt x="4886" y="471"/>
                  </a:cubicBezTo>
                  <a:cubicBezTo>
                    <a:pt x="4894" y="459"/>
                    <a:pt x="4899" y="445"/>
                    <a:pt x="4901" y="428"/>
                  </a:cubicBezTo>
                  <a:cubicBezTo>
                    <a:pt x="4904" y="411"/>
                    <a:pt x="4906" y="386"/>
                    <a:pt x="4906" y="354"/>
                  </a:cubicBezTo>
                  <a:close/>
                  <a:moveTo>
                    <a:pt x="5616" y="14"/>
                  </a:moveTo>
                  <a:lnTo>
                    <a:pt x="5622" y="134"/>
                  </a:lnTo>
                  <a:lnTo>
                    <a:pt x="5614" y="135"/>
                  </a:lnTo>
                  <a:cubicBezTo>
                    <a:pt x="5611" y="114"/>
                    <a:pt x="5606" y="97"/>
                    <a:pt x="5599" y="84"/>
                  </a:cubicBezTo>
                  <a:cubicBezTo>
                    <a:pt x="5591" y="70"/>
                    <a:pt x="5581" y="59"/>
                    <a:pt x="5567" y="48"/>
                  </a:cubicBezTo>
                  <a:cubicBezTo>
                    <a:pt x="5556" y="40"/>
                    <a:pt x="5542" y="34"/>
                    <a:pt x="5527" y="30"/>
                  </a:cubicBezTo>
                  <a:cubicBezTo>
                    <a:pt x="5512" y="27"/>
                    <a:pt x="5491" y="25"/>
                    <a:pt x="5466" y="25"/>
                  </a:cubicBezTo>
                  <a:lnTo>
                    <a:pt x="5383" y="25"/>
                  </a:lnTo>
                  <a:lnTo>
                    <a:pt x="5383" y="244"/>
                  </a:lnTo>
                  <a:lnTo>
                    <a:pt x="5405" y="244"/>
                  </a:lnTo>
                  <a:cubicBezTo>
                    <a:pt x="5427" y="244"/>
                    <a:pt x="5443" y="242"/>
                    <a:pt x="5454" y="240"/>
                  </a:cubicBezTo>
                  <a:cubicBezTo>
                    <a:pt x="5466" y="237"/>
                    <a:pt x="5474" y="232"/>
                    <a:pt x="5482" y="224"/>
                  </a:cubicBezTo>
                  <a:cubicBezTo>
                    <a:pt x="5488" y="217"/>
                    <a:pt x="5493" y="209"/>
                    <a:pt x="5497" y="199"/>
                  </a:cubicBezTo>
                  <a:cubicBezTo>
                    <a:pt x="5500" y="190"/>
                    <a:pt x="5503" y="175"/>
                    <a:pt x="5505" y="157"/>
                  </a:cubicBezTo>
                  <a:lnTo>
                    <a:pt x="5513" y="157"/>
                  </a:lnTo>
                  <a:lnTo>
                    <a:pt x="5511" y="352"/>
                  </a:lnTo>
                  <a:lnTo>
                    <a:pt x="5503" y="352"/>
                  </a:lnTo>
                  <a:cubicBezTo>
                    <a:pt x="5501" y="333"/>
                    <a:pt x="5498" y="318"/>
                    <a:pt x="5494" y="307"/>
                  </a:cubicBezTo>
                  <a:cubicBezTo>
                    <a:pt x="5490" y="295"/>
                    <a:pt x="5484" y="286"/>
                    <a:pt x="5476" y="278"/>
                  </a:cubicBezTo>
                  <a:cubicBezTo>
                    <a:pt x="5469" y="270"/>
                    <a:pt x="5459" y="264"/>
                    <a:pt x="5448" y="261"/>
                  </a:cubicBezTo>
                  <a:cubicBezTo>
                    <a:pt x="5436" y="257"/>
                    <a:pt x="5421" y="255"/>
                    <a:pt x="5404" y="255"/>
                  </a:cubicBezTo>
                  <a:lnTo>
                    <a:pt x="5383" y="255"/>
                  </a:lnTo>
                  <a:lnTo>
                    <a:pt x="5383" y="338"/>
                  </a:lnTo>
                  <a:cubicBezTo>
                    <a:pt x="5383" y="371"/>
                    <a:pt x="5384" y="396"/>
                    <a:pt x="5385" y="411"/>
                  </a:cubicBezTo>
                  <a:cubicBezTo>
                    <a:pt x="5387" y="426"/>
                    <a:pt x="5390" y="439"/>
                    <a:pt x="5395" y="449"/>
                  </a:cubicBezTo>
                  <a:cubicBezTo>
                    <a:pt x="5403" y="466"/>
                    <a:pt x="5416" y="479"/>
                    <a:pt x="5433" y="487"/>
                  </a:cubicBezTo>
                  <a:cubicBezTo>
                    <a:pt x="5450" y="495"/>
                    <a:pt x="5472" y="499"/>
                    <a:pt x="5500" y="499"/>
                  </a:cubicBezTo>
                  <a:cubicBezTo>
                    <a:pt x="5528" y="499"/>
                    <a:pt x="5553" y="496"/>
                    <a:pt x="5572" y="488"/>
                  </a:cubicBezTo>
                  <a:cubicBezTo>
                    <a:pt x="5591" y="481"/>
                    <a:pt x="5607" y="469"/>
                    <a:pt x="5620" y="454"/>
                  </a:cubicBezTo>
                  <a:cubicBezTo>
                    <a:pt x="5628" y="443"/>
                    <a:pt x="5635" y="432"/>
                    <a:pt x="5641" y="418"/>
                  </a:cubicBezTo>
                  <a:cubicBezTo>
                    <a:pt x="5646" y="405"/>
                    <a:pt x="5651" y="387"/>
                    <a:pt x="5655" y="366"/>
                  </a:cubicBezTo>
                  <a:lnTo>
                    <a:pt x="5664" y="366"/>
                  </a:lnTo>
                  <a:lnTo>
                    <a:pt x="5659" y="510"/>
                  </a:lnTo>
                  <a:lnTo>
                    <a:pt x="5229" y="510"/>
                  </a:lnTo>
                  <a:lnTo>
                    <a:pt x="5229" y="502"/>
                  </a:lnTo>
                  <a:cubicBezTo>
                    <a:pt x="5242" y="501"/>
                    <a:pt x="5253" y="499"/>
                    <a:pt x="5262" y="496"/>
                  </a:cubicBezTo>
                  <a:cubicBezTo>
                    <a:pt x="5271" y="493"/>
                    <a:pt x="5278" y="488"/>
                    <a:pt x="5285" y="481"/>
                  </a:cubicBezTo>
                  <a:cubicBezTo>
                    <a:pt x="5293" y="473"/>
                    <a:pt x="5298" y="463"/>
                    <a:pt x="5300" y="451"/>
                  </a:cubicBezTo>
                  <a:cubicBezTo>
                    <a:pt x="5303" y="439"/>
                    <a:pt x="5305" y="421"/>
                    <a:pt x="5305" y="396"/>
                  </a:cubicBezTo>
                  <a:lnTo>
                    <a:pt x="5305" y="128"/>
                  </a:lnTo>
                  <a:cubicBezTo>
                    <a:pt x="5305" y="103"/>
                    <a:pt x="5303" y="85"/>
                    <a:pt x="5300" y="73"/>
                  </a:cubicBezTo>
                  <a:cubicBezTo>
                    <a:pt x="5298" y="61"/>
                    <a:pt x="5293" y="51"/>
                    <a:pt x="5285" y="43"/>
                  </a:cubicBezTo>
                  <a:cubicBezTo>
                    <a:pt x="5278" y="36"/>
                    <a:pt x="5271" y="31"/>
                    <a:pt x="5262" y="28"/>
                  </a:cubicBezTo>
                  <a:cubicBezTo>
                    <a:pt x="5254" y="25"/>
                    <a:pt x="5243" y="23"/>
                    <a:pt x="5229" y="22"/>
                  </a:cubicBezTo>
                  <a:lnTo>
                    <a:pt x="5229" y="14"/>
                  </a:lnTo>
                  <a:lnTo>
                    <a:pt x="5616" y="14"/>
                  </a:lnTo>
                  <a:close/>
                  <a:moveTo>
                    <a:pt x="5721" y="13"/>
                  </a:moveTo>
                  <a:lnTo>
                    <a:pt x="5825" y="0"/>
                  </a:lnTo>
                  <a:lnTo>
                    <a:pt x="5825" y="405"/>
                  </a:lnTo>
                  <a:lnTo>
                    <a:pt x="5826" y="433"/>
                  </a:lnTo>
                  <a:cubicBezTo>
                    <a:pt x="5826" y="449"/>
                    <a:pt x="5827" y="461"/>
                    <a:pt x="5829" y="469"/>
                  </a:cubicBezTo>
                  <a:cubicBezTo>
                    <a:pt x="5831" y="477"/>
                    <a:pt x="5834" y="483"/>
                    <a:pt x="5840" y="488"/>
                  </a:cubicBezTo>
                  <a:cubicBezTo>
                    <a:pt x="5847" y="495"/>
                    <a:pt x="5859" y="500"/>
                    <a:pt x="5877" y="503"/>
                  </a:cubicBezTo>
                  <a:lnTo>
                    <a:pt x="5877" y="510"/>
                  </a:lnTo>
                  <a:lnTo>
                    <a:pt x="5718" y="510"/>
                  </a:lnTo>
                  <a:lnTo>
                    <a:pt x="5718" y="503"/>
                  </a:lnTo>
                  <a:cubicBezTo>
                    <a:pt x="5732" y="501"/>
                    <a:pt x="5742" y="498"/>
                    <a:pt x="5748" y="495"/>
                  </a:cubicBezTo>
                  <a:cubicBezTo>
                    <a:pt x="5755" y="491"/>
                    <a:pt x="5760" y="485"/>
                    <a:pt x="5764" y="477"/>
                  </a:cubicBezTo>
                  <a:cubicBezTo>
                    <a:pt x="5766" y="471"/>
                    <a:pt x="5768" y="463"/>
                    <a:pt x="5769" y="452"/>
                  </a:cubicBezTo>
                  <a:cubicBezTo>
                    <a:pt x="5770" y="440"/>
                    <a:pt x="5771" y="424"/>
                    <a:pt x="5771" y="403"/>
                  </a:cubicBezTo>
                  <a:lnTo>
                    <a:pt x="5771" y="118"/>
                  </a:lnTo>
                  <a:cubicBezTo>
                    <a:pt x="5771" y="94"/>
                    <a:pt x="5770" y="76"/>
                    <a:pt x="5769" y="66"/>
                  </a:cubicBezTo>
                  <a:cubicBezTo>
                    <a:pt x="5768" y="56"/>
                    <a:pt x="5765" y="48"/>
                    <a:pt x="5761" y="41"/>
                  </a:cubicBezTo>
                  <a:cubicBezTo>
                    <a:pt x="5757" y="34"/>
                    <a:pt x="5752" y="30"/>
                    <a:pt x="5746" y="27"/>
                  </a:cubicBezTo>
                  <a:cubicBezTo>
                    <a:pt x="5740" y="24"/>
                    <a:pt x="5732" y="22"/>
                    <a:pt x="5721" y="21"/>
                  </a:cubicBezTo>
                  <a:lnTo>
                    <a:pt x="5721" y="13"/>
                  </a:lnTo>
                  <a:close/>
                  <a:moveTo>
                    <a:pt x="6010" y="312"/>
                  </a:moveTo>
                  <a:cubicBezTo>
                    <a:pt x="6009" y="324"/>
                    <a:pt x="6009" y="333"/>
                    <a:pt x="6009" y="338"/>
                  </a:cubicBezTo>
                  <a:cubicBezTo>
                    <a:pt x="6009" y="359"/>
                    <a:pt x="6012" y="380"/>
                    <a:pt x="6018" y="400"/>
                  </a:cubicBezTo>
                  <a:cubicBezTo>
                    <a:pt x="6024" y="420"/>
                    <a:pt x="6032" y="437"/>
                    <a:pt x="6043" y="450"/>
                  </a:cubicBezTo>
                  <a:cubicBezTo>
                    <a:pt x="6054" y="464"/>
                    <a:pt x="6067" y="475"/>
                    <a:pt x="6083" y="482"/>
                  </a:cubicBezTo>
                  <a:cubicBezTo>
                    <a:pt x="6099" y="490"/>
                    <a:pt x="6116" y="494"/>
                    <a:pt x="6133" y="494"/>
                  </a:cubicBezTo>
                  <a:cubicBezTo>
                    <a:pt x="6146" y="494"/>
                    <a:pt x="6159" y="492"/>
                    <a:pt x="6170" y="487"/>
                  </a:cubicBezTo>
                  <a:cubicBezTo>
                    <a:pt x="6182" y="483"/>
                    <a:pt x="6191" y="477"/>
                    <a:pt x="6199" y="469"/>
                  </a:cubicBezTo>
                  <a:cubicBezTo>
                    <a:pt x="6208" y="461"/>
                    <a:pt x="6215" y="447"/>
                    <a:pt x="6221" y="429"/>
                  </a:cubicBezTo>
                  <a:lnTo>
                    <a:pt x="6229" y="431"/>
                  </a:lnTo>
                  <a:cubicBezTo>
                    <a:pt x="6223" y="460"/>
                    <a:pt x="6209" y="481"/>
                    <a:pt x="6189" y="495"/>
                  </a:cubicBezTo>
                  <a:cubicBezTo>
                    <a:pt x="6168" y="510"/>
                    <a:pt x="6141" y="517"/>
                    <a:pt x="6106" y="517"/>
                  </a:cubicBezTo>
                  <a:cubicBezTo>
                    <a:pt x="6077" y="517"/>
                    <a:pt x="6052" y="512"/>
                    <a:pt x="6030" y="503"/>
                  </a:cubicBezTo>
                  <a:cubicBezTo>
                    <a:pt x="6009" y="494"/>
                    <a:pt x="5991" y="479"/>
                    <a:pt x="5977" y="459"/>
                  </a:cubicBezTo>
                  <a:cubicBezTo>
                    <a:pt x="5956" y="432"/>
                    <a:pt x="5946" y="398"/>
                    <a:pt x="5946" y="358"/>
                  </a:cubicBezTo>
                  <a:cubicBezTo>
                    <a:pt x="5946" y="304"/>
                    <a:pt x="5965" y="261"/>
                    <a:pt x="6004" y="230"/>
                  </a:cubicBezTo>
                  <a:cubicBezTo>
                    <a:pt x="6032" y="208"/>
                    <a:pt x="6064" y="196"/>
                    <a:pt x="6100" y="196"/>
                  </a:cubicBezTo>
                  <a:cubicBezTo>
                    <a:pt x="6119" y="196"/>
                    <a:pt x="6137" y="200"/>
                    <a:pt x="6154" y="207"/>
                  </a:cubicBezTo>
                  <a:cubicBezTo>
                    <a:pt x="6170" y="214"/>
                    <a:pt x="6184" y="223"/>
                    <a:pt x="6195" y="236"/>
                  </a:cubicBezTo>
                  <a:cubicBezTo>
                    <a:pt x="6213" y="257"/>
                    <a:pt x="6221" y="282"/>
                    <a:pt x="6221" y="312"/>
                  </a:cubicBezTo>
                  <a:lnTo>
                    <a:pt x="6010" y="312"/>
                  </a:lnTo>
                  <a:close/>
                  <a:moveTo>
                    <a:pt x="6168" y="298"/>
                  </a:moveTo>
                  <a:cubicBezTo>
                    <a:pt x="6166" y="274"/>
                    <a:pt x="6161" y="256"/>
                    <a:pt x="6154" y="243"/>
                  </a:cubicBezTo>
                  <a:cubicBezTo>
                    <a:pt x="6148" y="231"/>
                    <a:pt x="6139" y="222"/>
                    <a:pt x="6128" y="215"/>
                  </a:cubicBezTo>
                  <a:cubicBezTo>
                    <a:pt x="6118" y="208"/>
                    <a:pt x="6106" y="204"/>
                    <a:pt x="6094" y="204"/>
                  </a:cubicBezTo>
                  <a:cubicBezTo>
                    <a:pt x="6073" y="204"/>
                    <a:pt x="6055" y="213"/>
                    <a:pt x="6040" y="231"/>
                  </a:cubicBezTo>
                  <a:cubicBezTo>
                    <a:pt x="6024" y="249"/>
                    <a:pt x="6015" y="271"/>
                    <a:pt x="6012" y="298"/>
                  </a:cubicBezTo>
                  <a:lnTo>
                    <a:pt x="6168" y="298"/>
                  </a:lnTo>
                  <a:close/>
                  <a:moveTo>
                    <a:pt x="6573" y="442"/>
                  </a:moveTo>
                  <a:lnTo>
                    <a:pt x="6580" y="444"/>
                  </a:lnTo>
                  <a:cubicBezTo>
                    <a:pt x="6572" y="470"/>
                    <a:pt x="6559" y="489"/>
                    <a:pt x="6542" y="500"/>
                  </a:cubicBezTo>
                  <a:cubicBezTo>
                    <a:pt x="6524" y="511"/>
                    <a:pt x="6501" y="517"/>
                    <a:pt x="6470" y="517"/>
                  </a:cubicBezTo>
                  <a:cubicBezTo>
                    <a:pt x="6422" y="517"/>
                    <a:pt x="6384" y="503"/>
                    <a:pt x="6356" y="474"/>
                  </a:cubicBezTo>
                  <a:cubicBezTo>
                    <a:pt x="6329" y="445"/>
                    <a:pt x="6316" y="409"/>
                    <a:pt x="6316" y="365"/>
                  </a:cubicBezTo>
                  <a:cubicBezTo>
                    <a:pt x="6316" y="344"/>
                    <a:pt x="6319" y="323"/>
                    <a:pt x="6327" y="302"/>
                  </a:cubicBezTo>
                  <a:cubicBezTo>
                    <a:pt x="6334" y="281"/>
                    <a:pt x="6345" y="263"/>
                    <a:pt x="6357" y="249"/>
                  </a:cubicBezTo>
                  <a:cubicBezTo>
                    <a:pt x="6372" y="232"/>
                    <a:pt x="6390" y="219"/>
                    <a:pt x="6411" y="210"/>
                  </a:cubicBezTo>
                  <a:cubicBezTo>
                    <a:pt x="6433" y="201"/>
                    <a:pt x="6456" y="196"/>
                    <a:pt x="6481" y="196"/>
                  </a:cubicBezTo>
                  <a:cubicBezTo>
                    <a:pt x="6516" y="196"/>
                    <a:pt x="6543" y="204"/>
                    <a:pt x="6563" y="220"/>
                  </a:cubicBezTo>
                  <a:cubicBezTo>
                    <a:pt x="6575" y="230"/>
                    <a:pt x="6581" y="240"/>
                    <a:pt x="6581" y="252"/>
                  </a:cubicBezTo>
                  <a:cubicBezTo>
                    <a:pt x="6581" y="259"/>
                    <a:pt x="6578" y="266"/>
                    <a:pt x="6573" y="271"/>
                  </a:cubicBezTo>
                  <a:cubicBezTo>
                    <a:pt x="6568" y="276"/>
                    <a:pt x="6562" y="279"/>
                    <a:pt x="6555" y="279"/>
                  </a:cubicBezTo>
                  <a:cubicBezTo>
                    <a:pt x="6539" y="279"/>
                    <a:pt x="6528" y="267"/>
                    <a:pt x="6520" y="245"/>
                  </a:cubicBezTo>
                  <a:cubicBezTo>
                    <a:pt x="6517" y="234"/>
                    <a:pt x="6514" y="227"/>
                    <a:pt x="6512" y="223"/>
                  </a:cubicBezTo>
                  <a:cubicBezTo>
                    <a:pt x="6510" y="219"/>
                    <a:pt x="6507" y="216"/>
                    <a:pt x="6503" y="213"/>
                  </a:cubicBezTo>
                  <a:cubicBezTo>
                    <a:pt x="6496" y="207"/>
                    <a:pt x="6487" y="204"/>
                    <a:pt x="6476" y="204"/>
                  </a:cubicBezTo>
                  <a:cubicBezTo>
                    <a:pt x="6462" y="204"/>
                    <a:pt x="6449" y="208"/>
                    <a:pt x="6437" y="217"/>
                  </a:cubicBezTo>
                  <a:cubicBezTo>
                    <a:pt x="6427" y="223"/>
                    <a:pt x="6418" y="232"/>
                    <a:pt x="6410" y="243"/>
                  </a:cubicBezTo>
                  <a:cubicBezTo>
                    <a:pt x="6403" y="253"/>
                    <a:pt x="6397" y="267"/>
                    <a:pt x="6391" y="283"/>
                  </a:cubicBezTo>
                  <a:cubicBezTo>
                    <a:pt x="6383" y="307"/>
                    <a:pt x="6379" y="331"/>
                    <a:pt x="6379" y="355"/>
                  </a:cubicBezTo>
                  <a:cubicBezTo>
                    <a:pt x="6379" y="376"/>
                    <a:pt x="6382" y="397"/>
                    <a:pt x="6390" y="418"/>
                  </a:cubicBezTo>
                  <a:cubicBezTo>
                    <a:pt x="6398" y="438"/>
                    <a:pt x="6408" y="456"/>
                    <a:pt x="6421" y="469"/>
                  </a:cubicBezTo>
                  <a:cubicBezTo>
                    <a:pt x="6442" y="491"/>
                    <a:pt x="6466" y="502"/>
                    <a:pt x="6494" y="502"/>
                  </a:cubicBezTo>
                  <a:cubicBezTo>
                    <a:pt x="6517" y="502"/>
                    <a:pt x="6536" y="495"/>
                    <a:pt x="6551" y="480"/>
                  </a:cubicBezTo>
                  <a:cubicBezTo>
                    <a:pt x="6559" y="472"/>
                    <a:pt x="6566" y="459"/>
                    <a:pt x="6573" y="442"/>
                  </a:cubicBezTo>
                  <a:close/>
                  <a:moveTo>
                    <a:pt x="6740" y="201"/>
                  </a:moveTo>
                  <a:lnTo>
                    <a:pt x="6832" y="201"/>
                  </a:lnTo>
                  <a:lnTo>
                    <a:pt x="6832" y="215"/>
                  </a:lnTo>
                  <a:lnTo>
                    <a:pt x="6740" y="215"/>
                  </a:lnTo>
                  <a:lnTo>
                    <a:pt x="6740" y="427"/>
                  </a:lnTo>
                  <a:cubicBezTo>
                    <a:pt x="6740" y="452"/>
                    <a:pt x="6745" y="470"/>
                    <a:pt x="6753" y="481"/>
                  </a:cubicBezTo>
                  <a:cubicBezTo>
                    <a:pt x="6758" y="487"/>
                    <a:pt x="6764" y="492"/>
                    <a:pt x="6771" y="496"/>
                  </a:cubicBezTo>
                  <a:cubicBezTo>
                    <a:pt x="6779" y="499"/>
                    <a:pt x="6787" y="501"/>
                    <a:pt x="6795" y="501"/>
                  </a:cubicBezTo>
                  <a:cubicBezTo>
                    <a:pt x="6806" y="501"/>
                    <a:pt x="6815" y="498"/>
                    <a:pt x="6822" y="494"/>
                  </a:cubicBezTo>
                  <a:cubicBezTo>
                    <a:pt x="6829" y="490"/>
                    <a:pt x="6837" y="481"/>
                    <a:pt x="6846" y="469"/>
                  </a:cubicBezTo>
                  <a:lnTo>
                    <a:pt x="6851" y="474"/>
                  </a:lnTo>
                  <a:cubicBezTo>
                    <a:pt x="6843" y="489"/>
                    <a:pt x="6832" y="499"/>
                    <a:pt x="6818" y="506"/>
                  </a:cubicBezTo>
                  <a:cubicBezTo>
                    <a:pt x="6804" y="514"/>
                    <a:pt x="6786" y="517"/>
                    <a:pt x="6765" y="517"/>
                  </a:cubicBezTo>
                  <a:cubicBezTo>
                    <a:pt x="6736" y="517"/>
                    <a:pt x="6716" y="512"/>
                    <a:pt x="6703" y="500"/>
                  </a:cubicBezTo>
                  <a:cubicBezTo>
                    <a:pt x="6696" y="495"/>
                    <a:pt x="6691" y="488"/>
                    <a:pt x="6689" y="479"/>
                  </a:cubicBezTo>
                  <a:cubicBezTo>
                    <a:pt x="6687" y="471"/>
                    <a:pt x="6686" y="457"/>
                    <a:pt x="6686" y="436"/>
                  </a:cubicBezTo>
                  <a:lnTo>
                    <a:pt x="6686" y="215"/>
                  </a:lnTo>
                  <a:lnTo>
                    <a:pt x="6647" y="215"/>
                  </a:lnTo>
                  <a:lnTo>
                    <a:pt x="6647" y="209"/>
                  </a:lnTo>
                  <a:cubicBezTo>
                    <a:pt x="6663" y="204"/>
                    <a:pt x="6677" y="195"/>
                    <a:pt x="6690" y="180"/>
                  </a:cubicBezTo>
                  <a:cubicBezTo>
                    <a:pt x="6698" y="171"/>
                    <a:pt x="6705" y="162"/>
                    <a:pt x="6710" y="153"/>
                  </a:cubicBezTo>
                  <a:cubicBezTo>
                    <a:pt x="6715" y="145"/>
                    <a:pt x="6719" y="133"/>
                    <a:pt x="6723" y="119"/>
                  </a:cubicBezTo>
                  <a:lnTo>
                    <a:pt x="6727" y="107"/>
                  </a:lnTo>
                  <a:lnTo>
                    <a:pt x="6740" y="107"/>
                  </a:lnTo>
                  <a:lnTo>
                    <a:pt x="6740" y="201"/>
                  </a:lnTo>
                  <a:close/>
                  <a:moveTo>
                    <a:pt x="6979" y="252"/>
                  </a:moveTo>
                  <a:cubicBezTo>
                    <a:pt x="6988" y="237"/>
                    <a:pt x="6997" y="225"/>
                    <a:pt x="7008" y="218"/>
                  </a:cubicBezTo>
                  <a:cubicBezTo>
                    <a:pt x="7028" y="203"/>
                    <a:pt x="7051" y="196"/>
                    <a:pt x="7076" y="196"/>
                  </a:cubicBezTo>
                  <a:cubicBezTo>
                    <a:pt x="7092" y="196"/>
                    <a:pt x="7104" y="200"/>
                    <a:pt x="7112" y="207"/>
                  </a:cubicBezTo>
                  <a:cubicBezTo>
                    <a:pt x="7120" y="213"/>
                    <a:pt x="7123" y="221"/>
                    <a:pt x="7123" y="230"/>
                  </a:cubicBezTo>
                  <a:cubicBezTo>
                    <a:pt x="7123" y="237"/>
                    <a:pt x="7121" y="242"/>
                    <a:pt x="7117" y="247"/>
                  </a:cubicBezTo>
                  <a:cubicBezTo>
                    <a:pt x="7112" y="251"/>
                    <a:pt x="7106" y="253"/>
                    <a:pt x="7100" y="253"/>
                  </a:cubicBezTo>
                  <a:cubicBezTo>
                    <a:pt x="7091" y="253"/>
                    <a:pt x="7084" y="250"/>
                    <a:pt x="7078" y="243"/>
                  </a:cubicBezTo>
                  <a:lnTo>
                    <a:pt x="7067" y="231"/>
                  </a:lnTo>
                  <a:cubicBezTo>
                    <a:pt x="7058" y="221"/>
                    <a:pt x="7048" y="216"/>
                    <a:pt x="7036" y="216"/>
                  </a:cubicBezTo>
                  <a:cubicBezTo>
                    <a:pt x="7019" y="216"/>
                    <a:pt x="7007" y="227"/>
                    <a:pt x="6997" y="248"/>
                  </a:cubicBezTo>
                  <a:cubicBezTo>
                    <a:pt x="6988" y="270"/>
                    <a:pt x="6984" y="299"/>
                    <a:pt x="6984" y="337"/>
                  </a:cubicBezTo>
                  <a:lnTo>
                    <a:pt x="6984" y="405"/>
                  </a:lnTo>
                  <a:lnTo>
                    <a:pt x="6984" y="433"/>
                  </a:lnTo>
                  <a:cubicBezTo>
                    <a:pt x="6984" y="449"/>
                    <a:pt x="6985" y="461"/>
                    <a:pt x="6987" y="469"/>
                  </a:cubicBezTo>
                  <a:cubicBezTo>
                    <a:pt x="6989" y="477"/>
                    <a:pt x="6993" y="483"/>
                    <a:pt x="6998" y="488"/>
                  </a:cubicBezTo>
                  <a:cubicBezTo>
                    <a:pt x="7005" y="495"/>
                    <a:pt x="7017" y="500"/>
                    <a:pt x="7035" y="503"/>
                  </a:cubicBezTo>
                  <a:lnTo>
                    <a:pt x="7035" y="510"/>
                  </a:lnTo>
                  <a:lnTo>
                    <a:pt x="6876" y="510"/>
                  </a:lnTo>
                  <a:lnTo>
                    <a:pt x="6876" y="503"/>
                  </a:lnTo>
                  <a:cubicBezTo>
                    <a:pt x="6890" y="501"/>
                    <a:pt x="6901" y="498"/>
                    <a:pt x="6907" y="495"/>
                  </a:cubicBezTo>
                  <a:cubicBezTo>
                    <a:pt x="6913" y="491"/>
                    <a:pt x="6918" y="485"/>
                    <a:pt x="6922" y="477"/>
                  </a:cubicBezTo>
                  <a:cubicBezTo>
                    <a:pt x="6925" y="471"/>
                    <a:pt x="6926" y="463"/>
                    <a:pt x="6927" y="452"/>
                  </a:cubicBezTo>
                  <a:cubicBezTo>
                    <a:pt x="6929" y="441"/>
                    <a:pt x="6929" y="424"/>
                    <a:pt x="6929" y="403"/>
                  </a:cubicBezTo>
                  <a:lnTo>
                    <a:pt x="6929" y="314"/>
                  </a:lnTo>
                  <a:cubicBezTo>
                    <a:pt x="6929" y="289"/>
                    <a:pt x="6928" y="272"/>
                    <a:pt x="6927" y="262"/>
                  </a:cubicBezTo>
                  <a:cubicBezTo>
                    <a:pt x="6926" y="252"/>
                    <a:pt x="6923" y="244"/>
                    <a:pt x="6919" y="237"/>
                  </a:cubicBezTo>
                  <a:cubicBezTo>
                    <a:pt x="6915" y="231"/>
                    <a:pt x="6910" y="226"/>
                    <a:pt x="6904" y="223"/>
                  </a:cubicBezTo>
                  <a:cubicBezTo>
                    <a:pt x="6899" y="220"/>
                    <a:pt x="6890" y="218"/>
                    <a:pt x="6880" y="217"/>
                  </a:cubicBezTo>
                  <a:lnTo>
                    <a:pt x="6880" y="210"/>
                  </a:lnTo>
                  <a:lnTo>
                    <a:pt x="6973" y="196"/>
                  </a:lnTo>
                  <a:cubicBezTo>
                    <a:pt x="6977" y="218"/>
                    <a:pt x="6979" y="236"/>
                    <a:pt x="6979" y="252"/>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8" name="Freeform 19"/>
            <p:cNvSpPr>
              <a:spLocks noEditPoints="1"/>
            </p:cNvSpPr>
            <p:nvPr>
              <p:custDataLst>
                <p:tags r:id="rId12"/>
              </p:custDataLst>
            </p:nvPr>
          </p:nvSpPr>
          <p:spPr bwMode="auto">
            <a:xfrm>
              <a:off x="4944987" y="1062877"/>
              <a:ext cx="2165350" cy="233363"/>
            </a:xfrm>
            <a:custGeom>
              <a:avLst/>
              <a:gdLst>
                <a:gd name="T0" fmla="*/ 31 w 6003"/>
                <a:gd name="T1" fmla="*/ 495 h 644"/>
                <a:gd name="T2" fmla="*/ 56 w 6003"/>
                <a:gd name="T3" fmla="*/ 56 h 644"/>
                <a:gd name="T4" fmla="*/ 384 w 6003"/>
                <a:gd name="T5" fmla="*/ 517 h 644"/>
                <a:gd name="T6" fmla="*/ 434 w 6003"/>
                <a:gd name="T7" fmla="*/ 245 h 644"/>
                <a:gd name="T8" fmla="*/ 464 w 6003"/>
                <a:gd name="T9" fmla="*/ 480 h 644"/>
                <a:gd name="T10" fmla="*/ 592 w 6003"/>
                <a:gd name="T11" fmla="*/ 395 h 644"/>
                <a:gd name="T12" fmla="*/ 648 w 6003"/>
                <a:gd name="T13" fmla="*/ 233 h 644"/>
                <a:gd name="T14" fmla="*/ 804 w 6003"/>
                <a:gd name="T15" fmla="*/ 289 h 644"/>
                <a:gd name="T16" fmla="*/ 649 w 6003"/>
                <a:gd name="T17" fmla="*/ 489 h 644"/>
                <a:gd name="T18" fmla="*/ 1035 w 6003"/>
                <a:gd name="T19" fmla="*/ 488 h 644"/>
                <a:gd name="T20" fmla="*/ 956 w 6003"/>
                <a:gd name="T21" fmla="*/ 41 h 644"/>
                <a:gd name="T22" fmla="*/ 1439 w 6003"/>
                <a:gd name="T23" fmla="*/ 25 h 644"/>
                <a:gd name="T24" fmla="*/ 1532 w 6003"/>
                <a:gd name="T25" fmla="*/ 278 h 644"/>
                <a:gd name="T26" fmla="*/ 1697 w 6003"/>
                <a:gd name="T27" fmla="*/ 418 h 644"/>
                <a:gd name="T28" fmla="*/ 1357 w 6003"/>
                <a:gd name="T29" fmla="*/ 73 h 644"/>
                <a:gd name="T30" fmla="*/ 2090 w 6003"/>
                <a:gd name="T31" fmla="*/ 279 h 644"/>
                <a:gd name="T32" fmla="*/ 2035 w 6003"/>
                <a:gd name="T33" fmla="*/ 403 h 644"/>
                <a:gd name="T34" fmla="*/ 1882 w 6003"/>
                <a:gd name="T35" fmla="*/ 433 h 644"/>
                <a:gd name="T36" fmla="*/ 1827 w 6003"/>
                <a:gd name="T37" fmla="*/ 314 h 644"/>
                <a:gd name="T38" fmla="*/ 2227 w 6003"/>
                <a:gd name="T39" fmla="*/ 537 h 644"/>
                <a:gd name="T40" fmla="*/ 2240 w 6003"/>
                <a:gd name="T41" fmla="*/ 404 h 644"/>
                <a:gd name="T42" fmla="*/ 2499 w 6003"/>
                <a:gd name="T43" fmla="*/ 227 h 644"/>
                <a:gd name="T44" fmla="*/ 2248 w 6003"/>
                <a:gd name="T45" fmla="*/ 429 h 644"/>
                <a:gd name="T46" fmla="*/ 2248 w 6003"/>
                <a:gd name="T47" fmla="*/ 502 h 644"/>
                <a:gd name="T48" fmla="*/ 2287 w 6003"/>
                <a:gd name="T49" fmla="*/ 231 h 644"/>
                <a:gd name="T50" fmla="*/ 2536 w 6003"/>
                <a:gd name="T51" fmla="*/ 510 h 644"/>
                <a:gd name="T52" fmla="*/ 2540 w 6003"/>
                <a:gd name="T53" fmla="*/ 210 h 644"/>
                <a:gd name="T54" fmla="*/ 2860 w 6003"/>
                <a:gd name="T55" fmla="*/ 236 h 644"/>
                <a:gd name="T56" fmla="*/ 2960 w 6003"/>
                <a:gd name="T57" fmla="*/ 503 h 644"/>
                <a:gd name="T58" fmla="*/ 2877 w 6003"/>
                <a:gd name="T59" fmla="*/ 241 h 644"/>
                <a:gd name="T60" fmla="*/ 2783 w 6003"/>
                <a:gd name="T61" fmla="*/ 495 h 644"/>
                <a:gd name="T62" fmla="*/ 3250 w 6003"/>
                <a:gd name="T63" fmla="*/ 312 h 644"/>
                <a:gd name="T64" fmla="*/ 3346 w 6003"/>
                <a:gd name="T65" fmla="*/ 517 h 644"/>
                <a:gd name="T66" fmla="*/ 3394 w 6003"/>
                <a:gd name="T67" fmla="*/ 243 h 644"/>
                <a:gd name="T68" fmla="*/ 3743 w 6003"/>
                <a:gd name="T69" fmla="*/ 494 h 644"/>
                <a:gd name="T70" fmla="*/ 3710 w 6003"/>
                <a:gd name="T71" fmla="*/ 196 h 644"/>
                <a:gd name="T72" fmla="*/ 3777 w 6003"/>
                <a:gd name="T73" fmla="*/ 298 h 644"/>
                <a:gd name="T74" fmla="*/ 4035 w 6003"/>
                <a:gd name="T75" fmla="*/ 248 h 644"/>
                <a:gd name="T76" fmla="*/ 3959 w 6003"/>
                <a:gd name="T77" fmla="*/ 477 h 644"/>
                <a:gd name="T78" fmla="*/ 4210 w 6003"/>
                <a:gd name="T79" fmla="*/ 210 h 644"/>
                <a:gd name="T80" fmla="*/ 4253 w 6003"/>
                <a:gd name="T81" fmla="*/ 477 h 644"/>
                <a:gd name="T82" fmla="*/ 4253 w 6003"/>
                <a:gd name="T83" fmla="*/ 33 h 644"/>
                <a:gd name="T84" fmla="*/ 4711 w 6003"/>
                <a:gd name="T85" fmla="*/ 218 h 644"/>
                <a:gd name="T86" fmla="*/ 4682 w 6003"/>
                <a:gd name="T87" fmla="*/ 452 h 644"/>
                <a:gd name="T88" fmla="*/ 4530 w 6003"/>
                <a:gd name="T89" fmla="*/ 406 h 644"/>
                <a:gd name="T90" fmla="*/ 4476 w 6003"/>
                <a:gd name="T91" fmla="*/ 403 h 644"/>
                <a:gd name="T92" fmla="*/ 4900 w 6003"/>
                <a:gd name="T93" fmla="*/ 525 h 644"/>
                <a:gd name="T94" fmla="*/ 4865 w 6003"/>
                <a:gd name="T95" fmla="*/ 445 h 644"/>
                <a:gd name="T96" fmla="*/ 5135 w 6003"/>
                <a:gd name="T97" fmla="*/ 204 h 644"/>
                <a:gd name="T98" fmla="*/ 4950 w 6003"/>
                <a:gd name="T99" fmla="*/ 399 h 644"/>
                <a:gd name="T100" fmla="*/ 4859 w 6003"/>
                <a:gd name="T101" fmla="*/ 519 h 644"/>
                <a:gd name="T102" fmla="*/ 4978 w 6003"/>
                <a:gd name="T103" fmla="*/ 204 h 644"/>
                <a:gd name="T104" fmla="*/ 5498 w 6003"/>
                <a:gd name="T105" fmla="*/ 444 h 644"/>
                <a:gd name="T106" fmla="*/ 5417 w 6003"/>
                <a:gd name="T107" fmla="*/ 128 h 644"/>
                <a:gd name="T108" fmla="*/ 5924 w 6003"/>
                <a:gd name="T109" fmla="*/ 218 h 644"/>
                <a:gd name="T110" fmla="*/ 5895 w 6003"/>
                <a:gd name="T111" fmla="*/ 452 h 644"/>
                <a:gd name="T112" fmla="*/ 5743 w 6003"/>
                <a:gd name="T113" fmla="*/ 406 h 644"/>
                <a:gd name="T114" fmla="*/ 5689 w 6003"/>
                <a:gd name="T115" fmla="*/ 403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03" h="644">
                  <a:moveTo>
                    <a:pt x="4" y="210"/>
                  </a:moveTo>
                  <a:lnTo>
                    <a:pt x="109" y="196"/>
                  </a:lnTo>
                  <a:lnTo>
                    <a:pt x="109" y="406"/>
                  </a:lnTo>
                  <a:lnTo>
                    <a:pt x="109" y="433"/>
                  </a:lnTo>
                  <a:cubicBezTo>
                    <a:pt x="109" y="450"/>
                    <a:pt x="110" y="462"/>
                    <a:pt x="112" y="469"/>
                  </a:cubicBezTo>
                  <a:cubicBezTo>
                    <a:pt x="114" y="477"/>
                    <a:pt x="117" y="483"/>
                    <a:pt x="123" y="488"/>
                  </a:cubicBezTo>
                  <a:cubicBezTo>
                    <a:pt x="130" y="495"/>
                    <a:pt x="142" y="500"/>
                    <a:pt x="160" y="503"/>
                  </a:cubicBezTo>
                  <a:lnTo>
                    <a:pt x="160" y="510"/>
                  </a:lnTo>
                  <a:lnTo>
                    <a:pt x="0" y="510"/>
                  </a:lnTo>
                  <a:lnTo>
                    <a:pt x="0" y="503"/>
                  </a:lnTo>
                  <a:cubicBezTo>
                    <a:pt x="15" y="501"/>
                    <a:pt x="25" y="498"/>
                    <a:pt x="31" y="495"/>
                  </a:cubicBezTo>
                  <a:cubicBezTo>
                    <a:pt x="38" y="491"/>
                    <a:pt x="43" y="485"/>
                    <a:pt x="47" y="477"/>
                  </a:cubicBezTo>
                  <a:cubicBezTo>
                    <a:pt x="49" y="471"/>
                    <a:pt x="51" y="463"/>
                    <a:pt x="52" y="452"/>
                  </a:cubicBezTo>
                  <a:cubicBezTo>
                    <a:pt x="53" y="441"/>
                    <a:pt x="54" y="424"/>
                    <a:pt x="54" y="403"/>
                  </a:cubicBezTo>
                  <a:lnTo>
                    <a:pt x="54" y="314"/>
                  </a:lnTo>
                  <a:cubicBezTo>
                    <a:pt x="54" y="289"/>
                    <a:pt x="53" y="272"/>
                    <a:pt x="52" y="262"/>
                  </a:cubicBezTo>
                  <a:cubicBezTo>
                    <a:pt x="51" y="252"/>
                    <a:pt x="48" y="244"/>
                    <a:pt x="44" y="237"/>
                  </a:cubicBezTo>
                  <a:cubicBezTo>
                    <a:pt x="40" y="231"/>
                    <a:pt x="35" y="226"/>
                    <a:pt x="29" y="223"/>
                  </a:cubicBezTo>
                  <a:cubicBezTo>
                    <a:pt x="23" y="220"/>
                    <a:pt x="15" y="218"/>
                    <a:pt x="4" y="217"/>
                  </a:cubicBezTo>
                  <a:lnTo>
                    <a:pt x="4" y="210"/>
                  </a:lnTo>
                  <a:close/>
                  <a:moveTo>
                    <a:pt x="80" y="65"/>
                  </a:moveTo>
                  <a:cubicBezTo>
                    <a:pt x="70" y="65"/>
                    <a:pt x="63" y="62"/>
                    <a:pt x="56" y="56"/>
                  </a:cubicBezTo>
                  <a:cubicBezTo>
                    <a:pt x="50" y="50"/>
                    <a:pt x="47" y="42"/>
                    <a:pt x="47" y="33"/>
                  </a:cubicBezTo>
                  <a:cubicBezTo>
                    <a:pt x="47" y="24"/>
                    <a:pt x="50" y="17"/>
                    <a:pt x="57" y="11"/>
                  </a:cubicBezTo>
                  <a:cubicBezTo>
                    <a:pt x="63" y="4"/>
                    <a:pt x="71" y="1"/>
                    <a:pt x="80" y="1"/>
                  </a:cubicBezTo>
                  <a:cubicBezTo>
                    <a:pt x="89" y="1"/>
                    <a:pt x="97" y="4"/>
                    <a:pt x="103" y="11"/>
                  </a:cubicBezTo>
                  <a:cubicBezTo>
                    <a:pt x="109" y="17"/>
                    <a:pt x="112" y="24"/>
                    <a:pt x="112" y="33"/>
                  </a:cubicBezTo>
                  <a:cubicBezTo>
                    <a:pt x="112" y="42"/>
                    <a:pt x="109" y="50"/>
                    <a:pt x="103" y="56"/>
                  </a:cubicBezTo>
                  <a:cubicBezTo>
                    <a:pt x="97" y="62"/>
                    <a:pt x="89" y="65"/>
                    <a:pt x="80" y="65"/>
                  </a:cubicBezTo>
                  <a:close/>
                  <a:moveTo>
                    <a:pt x="486" y="442"/>
                  </a:moveTo>
                  <a:lnTo>
                    <a:pt x="493" y="444"/>
                  </a:lnTo>
                  <a:cubicBezTo>
                    <a:pt x="485" y="470"/>
                    <a:pt x="472" y="489"/>
                    <a:pt x="455" y="500"/>
                  </a:cubicBezTo>
                  <a:cubicBezTo>
                    <a:pt x="438" y="511"/>
                    <a:pt x="414" y="517"/>
                    <a:pt x="384" y="517"/>
                  </a:cubicBezTo>
                  <a:cubicBezTo>
                    <a:pt x="335" y="517"/>
                    <a:pt x="297" y="503"/>
                    <a:pt x="269" y="474"/>
                  </a:cubicBezTo>
                  <a:cubicBezTo>
                    <a:pt x="242" y="445"/>
                    <a:pt x="229" y="409"/>
                    <a:pt x="229" y="365"/>
                  </a:cubicBezTo>
                  <a:cubicBezTo>
                    <a:pt x="229" y="344"/>
                    <a:pt x="233" y="323"/>
                    <a:pt x="240" y="302"/>
                  </a:cubicBezTo>
                  <a:cubicBezTo>
                    <a:pt x="248" y="281"/>
                    <a:pt x="258" y="263"/>
                    <a:pt x="271" y="249"/>
                  </a:cubicBezTo>
                  <a:cubicBezTo>
                    <a:pt x="285" y="232"/>
                    <a:pt x="303" y="219"/>
                    <a:pt x="325" y="210"/>
                  </a:cubicBezTo>
                  <a:cubicBezTo>
                    <a:pt x="346" y="201"/>
                    <a:pt x="369" y="196"/>
                    <a:pt x="394" y="196"/>
                  </a:cubicBezTo>
                  <a:cubicBezTo>
                    <a:pt x="429" y="196"/>
                    <a:pt x="457" y="204"/>
                    <a:pt x="476" y="220"/>
                  </a:cubicBezTo>
                  <a:cubicBezTo>
                    <a:pt x="488" y="230"/>
                    <a:pt x="494" y="240"/>
                    <a:pt x="494" y="252"/>
                  </a:cubicBezTo>
                  <a:cubicBezTo>
                    <a:pt x="494" y="259"/>
                    <a:pt x="492" y="266"/>
                    <a:pt x="487" y="271"/>
                  </a:cubicBezTo>
                  <a:cubicBezTo>
                    <a:pt x="482" y="276"/>
                    <a:pt x="476" y="279"/>
                    <a:pt x="468" y="279"/>
                  </a:cubicBezTo>
                  <a:cubicBezTo>
                    <a:pt x="453" y="279"/>
                    <a:pt x="441" y="267"/>
                    <a:pt x="434" y="245"/>
                  </a:cubicBezTo>
                  <a:cubicBezTo>
                    <a:pt x="430" y="234"/>
                    <a:pt x="428" y="227"/>
                    <a:pt x="426" y="223"/>
                  </a:cubicBezTo>
                  <a:cubicBezTo>
                    <a:pt x="424" y="219"/>
                    <a:pt x="421" y="216"/>
                    <a:pt x="417" y="213"/>
                  </a:cubicBezTo>
                  <a:cubicBezTo>
                    <a:pt x="409" y="207"/>
                    <a:pt x="400" y="204"/>
                    <a:pt x="389" y="204"/>
                  </a:cubicBezTo>
                  <a:cubicBezTo>
                    <a:pt x="375" y="204"/>
                    <a:pt x="362" y="208"/>
                    <a:pt x="350" y="217"/>
                  </a:cubicBezTo>
                  <a:cubicBezTo>
                    <a:pt x="340" y="223"/>
                    <a:pt x="331" y="232"/>
                    <a:pt x="324" y="243"/>
                  </a:cubicBezTo>
                  <a:cubicBezTo>
                    <a:pt x="316" y="253"/>
                    <a:pt x="310" y="267"/>
                    <a:pt x="304" y="283"/>
                  </a:cubicBezTo>
                  <a:cubicBezTo>
                    <a:pt x="296" y="307"/>
                    <a:pt x="292" y="331"/>
                    <a:pt x="292" y="355"/>
                  </a:cubicBezTo>
                  <a:cubicBezTo>
                    <a:pt x="292" y="376"/>
                    <a:pt x="296" y="397"/>
                    <a:pt x="303" y="418"/>
                  </a:cubicBezTo>
                  <a:cubicBezTo>
                    <a:pt x="311" y="438"/>
                    <a:pt x="321" y="456"/>
                    <a:pt x="335" y="469"/>
                  </a:cubicBezTo>
                  <a:cubicBezTo>
                    <a:pt x="355" y="491"/>
                    <a:pt x="379" y="502"/>
                    <a:pt x="407" y="502"/>
                  </a:cubicBezTo>
                  <a:cubicBezTo>
                    <a:pt x="430" y="502"/>
                    <a:pt x="449" y="495"/>
                    <a:pt x="464" y="480"/>
                  </a:cubicBezTo>
                  <a:cubicBezTo>
                    <a:pt x="472" y="472"/>
                    <a:pt x="479" y="459"/>
                    <a:pt x="486" y="442"/>
                  </a:cubicBezTo>
                  <a:close/>
                  <a:moveTo>
                    <a:pt x="870" y="475"/>
                  </a:moveTo>
                  <a:lnTo>
                    <a:pt x="876" y="479"/>
                  </a:lnTo>
                  <a:cubicBezTo>
                    <a:pt x="867" y="504"/>
                    <a:pt x="847" y="517"/>
                    <a:pt x="816" y="517"/>
                  </a:cubicBezTo>
                  <a:cubicBezTo>
                    <a:pt x="799" y="517"/>
                    <a:pt x="785" y="513"/>
                    <a:pt x="774" y="504"/>
                  </a:cubicBezTo>
                  <a:cubicBezTo>
                    <a:pt x="766" y="499"/>
                    <a:pt x="759" y="489"/>
                    <a:pt x="751" y="475"/>
                  </a:cubicBezTo>
                  <a:cubicBezTo>
                    <a:pt x="734" y="490"/>
                    <a:pt x="722" y="499"/>
                    <a:pt x="714" y="504"/>
                  </a:cubicBezTo>
                  <a:cubicBezTo>
                    <a:pt x="698" y="513"/>
                    <a:pt x="680" y="517"/>
                    <a:pt x="660" y="517"/>
                  </a:cubicBezTo>
                  <a:cubicBezTo>
                    <a:pt x="633" y="517"/>
                    <a:pt x="612" y="511"/>
                    <a:pt x="597" y="498"/>
                  </a:cubicBezTo>
                  <a:cubicBezTo>
                    <a:pt x="581" y="485"/>
                    <a:pt x="573" y="468"/>
                    <a:pt x="573" y="446"/>
                  </a:cubicBezTo>
                  <a:cubicBezTo>
                    <a:pt x="573" y="426"/>
                    <a:pt x="580" y="409"/>
                    <a:pt x="592" y="395"/>
                  </a:cubicBezTo>
                  <a:cubicBezTo>
                    <a:pt x="599" y="388"/>
                    <a:pt x="608" y="382"/>
                    <a:pt x="617" y="377"/>
                  </a:cubicBezTo>
                  <a:cubicBezTo>
                    <a:pt x="626" y="373"/>
                    <a:pt x="640" y="368"/>
                    <a:pt x="658" y="364"/>
                  </a:cubicBezTo>
                  <a:cubicBezTo>
                    <a:pt x="679" y="358"/>
                    <a:pt x="694" y="354"/>
                    <a:pt x="704" y="350"/>
                  </a:cubicBezTo>
                  <a:cubicBezTo>
                    <a:pt x="714" y="347"/>
                    <a:pt x="722" y="342"/>
                    <a:pt x="729" y="337"/>
                  </a:cubicBezTo>
                  <a:cubicBezTo>
                    <a:pt x="737" y="332"/>
                    <a:pt x="742" y="325"/>
                    <a:pt x="745" y="318"/>
                  </a:cubicBezTo>
                  <a:cubicBezTo>
                    <a:pt x="748" y="310"/>
                    <a:pt x="749" y="300"/>
                    <a:pt x="749" y="286"/>
                  </a:cubicBezTo>
                  <a:cubicBezTo>
                    <a:pt x="749" y="258"/>
                    <a:pt x="744" y="237"/>
                    <a:pt x="733" y="224"/>
                  </a:cubicBezTo>
                  <a:cubicBezTo>
                    <a:pt x="729" y="218"/>
                    <a:pt x="722" y="214"/>
                    <a:pt x="715" y="210"/>
                  </a:cubicBezTo>
                  <a:cubicBezTo>
                    <a:pt x="707" y="206"/>
                    <a:pt x="699" y="204"/>
                    <a:pt x="691" y="204"/>
                  </a:cubicBezTo>
                  <a:cubicBezTo>
                    <a:pt x="682" y="204"/>
                    <a:pt x="673" y="207"/>
                    <a:pt x="665" y="212"/>
                  </a:cubicBezTo>
                  <a:cubicBezTo>
                    <a:pt x="657" y="217"/>
                    <a:pt x="652" y="224"/>
                    <a:pt x="648" y="233"/>
                  </a:cubicBezTo>
                  <a:lnTo>
                    <a:pt x="639" y="254"/>
                  </a:lnTo>
                  <a:cubicBezTo>
                    <a:pt x="634" y="266"/>
                    <a:pt x="626" y="271"/>
                    <a:pt x="613" y="271"/>
                  </a:cubicBezTo>
                  <a:cubicBezTo>
                    <a:pt x="605" y="271"/>
                    <a:pt x="598" y="269"/>
                    <a:pt x="593" y="263"/>
                  </a:cubicBezTo>
                  <a:cubicBezTo>
                    <a:pt x="587" y="258"/>
                    <a:pt x="584" y="251"/>
                    <a:pt x="584" y="243"/>
                  </a:cubicBezTo>
                  <a:cubicBezTo>
                    <a:pt x="584" y="230"/>
                    <a:pt x="593" y="220"/>
                    <a:pt x="610" y="211"/>
                  </a:cubicBezTo>
                  <a:cubicBezTo>
                    <a:pt x="620" y="207"/>
                    <a:pt x="631" y="203"/>
                    <a:pt x="645" y="201"/>
                  </a:cubicBezTo>
                  <a:cubicBezTo>
                    <a:pt x="659" y="198"/>
                    <a:pt x="672" y="196"/>
                    <a:pt x="686" y="196"/>
                  </a:cubicBezTo>
                  <a:cubicBezTo>
                    <a:pt x="700" y="196"/>
                    <a:pt x="716" y="198"/>
                    <a:pt x="732" y="202"/>
                  </a:cubicBezTo>
                  <a:cubicBezTo>
                    <a:pt x="748" y="206"/>
                    <a:pt x="762" y="211"/>
                    <a:pt x="772" y="217"/>
                  </a:cubicBezTo>
                  <a:cubicBezTo>
                    <a:pt x="788" y="226"/>
                    <a:pt x="798" y="238"/>
                    <a:pt x="802" y="252"/>
                  </a:cubicBezTo>
                  <a:cubicBezTo>
                    <a:pt x="803" y="259"/>
                    <a:pt x="804" y="271"/>
                    <a:pt x="804" y="289"/>
                  </a:cubicBezTo>
                  <a:lnTo>
                    <a:pt x="804" y="423"/>
                  </a:lnTo>
                  <a:cubicBezTo>
                    <a:pt x="804" y="446"/>
                    <a:pt x="805" y="461"/>
                    <a:pt x="807" y="470"/>
                  </a:cubicBezTo>
                  <a:cubicBezTo>
                    <a:pt x="812" y="487"/>
                    <a:pt x="822" y="496"/>
                    <a:pt x="837" y="496"/>
                  </a:cubicBezTo>
                  <a:cubicBezTo>
                    <a:pt x="845" y="496"/>
                    <a:pt x="851" y="494"/>
                    <a:pt x="855" y="491"/>
                  </a:cubicBezTo>
                  <a:cubicBezTo>
                    <a:pt x="859" y="489"/>
                    <a:pt x="864" y="483"/>
                    <a:pt x="870" y="475"/>
                  </a:cubicBezTo>
                  <a:close/>
                  <a:moveTo>
                    <a:pt x="750" y="332"/>
                  </a:moveTo>
                  <a:cubicBezTo>
                    <a:pt x="737" y="343"/>
                    <a:pt x="723" y="353"/>
                    <a:pt x="707" y="361"/>
                  </a:cubicBezTo>
                  <a:cubicBezTo>
                    <a:pt x="690" y="370"/>
                    <a:pt x="678" y="378"/>
                    <a:pt x="671" y="382"/>
                  </a:cubicBezTo>
                  <a:cubicBezTo>
                    <a:pt x="664" y="387"/>
                    <a:pt x="658" y="393"/>
                    <a:pt x="653" y="400"/>
                  </a:cubicBezTo>
                  <a:cubicBezTo>
                    <a:pt x="642" y="414"/>
                    <a:pt x="636" y="430"/>
                    <a:pt x="636" y="449"/>
                  </a:cubicBezTo>
                  <a:cubicBezTo>
                    <a:pt x="636" y="465"/>
                    <a:pt x="640" y="478"/>
                    <a:pt x="649" y="489"/>
                  </a:cubicBezTo>
                  <a:cubicBezTo>
                    <a:pt x="658" y="499"/>
                    <a:pt x="669" y="504"/>
                    <a:pt x="682" y="504"/>
                  </a:cubicBezTo>
                  <a:cubicBezTo>
                    <a:pt x="694" y="504"/>
                    <a:pt x="705" y="501"/>
                    <a:pt x="715" y="493"/>
                  </a:cubicBezTo>
                  <a:cubicBezTo>
                    <a:pt x="726" y="486"/>
                    <a:pt x="733" y="476"/>
                    <a:pt x="739" y="464"/>
                  </a:cubicBezTo>
                  <a:cubicBezTo>
                    <a:pt x="746" y="447"/>
                    <a:pt x="750" y="424"/>
                    <a:pt x="750" y="393"/>
                  </a:cubicBezTo>
                  <a:lnTo>
                    <a:pt x="750" y="332"/>
                  </a:lnTo>
                  <a:close/>
                  <a:moveTo>
                    <a:pt x="917" y="13"/>
                  </a:moveTo>
                  <a:lnTo>
                    <a:pt x="1021" y="0"/>
                  </a:lnTo>
                  <a:lnTo>
                    <a:pt x="1021" y="405"/>
                  </a:lnTo>
                  <a:lnTo>
                    <a:pt x="1021" y="433"/>
                  </a:lnTo>
                  <a:cubicBezTo>
                    <a:pt x="1021" y="449"/>
                    <a:pt x="1022" y="461"/>
                    <a:pt x="1024" y="469"/>
                  </a:cubicBezTo>
                  <a:cubicBezTo>
                    <a:pt x="1026" y="477"/>
                    <a:pt x="1030" y="483"/>
                    <a:pt x="1035" y="488"/>
                  </a:cubicBezTo>
                  <a:cubicBezTo>
                    <a:pt x="1042" y="495"/>
                    <a:pt x="1054" y="500"/>
                    <a:pt x="1072" y="503"/>
                  </a:cubicBezTo>
                  <a:lnTo>
                    <a:pt x="1072" y="510"/>
                  </a:lnTo>
                  <a:lnTo>
                    <a:pt x="913" y="510"/>
                  </a:lnTo>
                  <a:lnTo>
                    <a:pt x="913" y="503"/>
                  </a:lnTo>
                  <a:cubicBezTo>
                    <a:pt x="927" y="501"/>
                    <a:pt x="938" y="498"/>
                    <a:pt x="944" y="495"/>
                  </a:cubicBezTo>
                  <a:cubicBezTo>
                    <a:pt x="950" y="491"/>
                    <a:pt x="955" y="485"/>
                    <a:pt x="959" y="477"/>
                  </a:cubicBezTo>
                  <a:cubicBezTo>
                    <a:pt x="962" y="471"/>
                    <a:pt x="963" y="463"/>
                    <a:pt x="965" y="452"/>
                  </a:cubicBezTo>
                  <a:cubicBezTo>
                    <a:pt x="966" y="440"/>
                    <a:pt x="966" y="424"/>
                    <a:pt x="966" y="403"/>
                  </a:cubicBezTo>
                  <a:lnTo>
                    <a:pt x="966" y="118"/>
                  </a:lnTo>
                  <a:cubicBezTo>
                    <a:pt x="966" y="94"/>
                    <a:pt x="966" y="76"/>
                    <a:pt x="964" y="66"/>
                  </a:cubicBezTo>
                  <a:cubicBezTo>
                    <a:pt x="963" y="56"/>
                    <a:pt x="960" y="48"/>
                    <a:pt x="956" y="41"/>
                  </a:cubicBezTo>
                  <a:cubicBezTo>
                    <a:pt x="952" y="34"/>
                    <a:pt x="947" y="30"/>
                    <a:pt x="941" y="27"/>
                  </a:cubicBezTo>
                  <a:cubicBezTo>
                    <a:pt x="936" y="24"/>
                    <a:pt x="927" y="22"/>
                    <a:pt x="917" y="21"/>
                  </a:cubicBezTo>
                  <a:lnTo>
                    <a:pt x="917" y="13"/>
                  </a:lnTo>
                  <a:close/>
                  <a:moveTo>
                    <a:pt x="1672" y="14"/>
                  </a:moveTo>
                  <a:lnTo>
                    <a:pt x="1678" y="134"/>
                  </a:lnTo>
                  <a:lnTo>
                    <a:pt x="1670" y="135"/>
                  </a:lnTo>
                  <a:cubicBezTo>
                    <a:pt x="1667" y="114"/>
                    <a:pt x="1662" y="97"/>
                    <a:pt x="1655" y="84"/>
                  </a:cubicBezTo>
                  <a:cubicBezTo>
                    <a:pt x="1647" y="70"/>
                    <a:pt x="1637" y="59"/>
                    <a:pt x="1623" y="48"/>
                  </a:cubicBezTo>
                  <a:cubicBezTo>
                    <a:pt x="1612" y="40"/>
                    <a:pt x="1599" y="34"/>
                    <a:pt x="1583" y="30"/>
                  </a:cubicBezTo>
                  <a:cubicBezTo>
                    <a:pt x="1568" y="27"/>
                    <a:pt x="1547" y="25"/>
                    <a:pt x="1522" y="25"/>
                  </a:cubicBezTo>
                  <a:lnTo>
                    <a:pt x="1439" y="25"/>
                  </a:lnTo>
                  <a:lnTo>
                    <a:pt x="1439" y="244"/>
                  </a:lnTo>
                  <a:lnTo>
                    <a:pt x="1461" y="244"/>
                  </a:lnTo>
                  <a:cubicBezTo>
                    <a:pt x="1483" y="244"/>
                    <a:pt x="1499" y="242"/>
                    <a:pt x="1510" y="240"/>
                  </a:cubicBezTo>
                  <a:cubicBezTo>
                    <a:pt x="1522" y="237"/>
                    <a:pt x="1531" y="232"/>
                    <a:pt x="1538" y="224"/>
                  </a:cubicBezTo>
                  <a:cubicBezTo>
                    <a:pt x="1544" y="217"/>
                    <a:pt x="1549" y="209"/>
                    <a:pt x="1553" y="199"/>
                  </a:cubicBezTo>
                  <a:cubicBezTo>
                    <a:pt x="1556" y="190"/>
                    <a:pt x="1559" y="175"/>
                    <a:pt x="1561" y="157"/>
                  </a:cubicBezTo>
                  <a:lnTo>
                    <a:pt x="1569" y="157"/>
                  </a:lnTo>
                  <a:lnTo>
                    <a:pt x="1568" y="352"/>
                  </a:lnTo>
                  <a:lnTo>
                    <a:pt x="1559" y="352"/>
                  </a:lnTo>
                  <a:cubicBezTo>
                    <a:pt x="1557" y="333"/>
                    <a:pt x="1554" y="318"/>
                    <a:pt x="1550" y="307"/>
                  </a:cubicBezTo>
                  <a:cubicBezTo>
                    <a:pt x="1546" y="295"/>
                    <a:pt x="1540" y="286"/>
                    <a:pt x="1532" y="278"/>
                  </a:cubicBezTo>
                  <a:cubicBezTo>
                    <a:pt x="1525" y="270"/>
                    <a:pt x="1516" y="264"/>
                    <a:pt x="1504" y="261"/>
                  </a:cubicBezTo>
                  <a:cubicBezTo>
                    <a:pt x="1492" y="257"/>
                    <a:pt x="1478" y="255"/>
                    <a:pt x="1460" y="255"/>
                  </a:cubicBezTo>
                  <a:lnTo>
                    <a:pt x="1439" y="255"/>
                  </a:lnTo>
                  <a:lnTo>
                    <a:pt x="1439" y="338"/>
                  </a:lnTo>
                  <a:cubicBezTo>
                    <a:pt x="1439" y="371"/>
                    <a:pt x="1440" y="396"/>
                    <a:pt x="1442" y="411"/>
                  </a:cubicBezTo>
                  <a:cubicBezTo>
                    <a:pt x="1443" y="426"/>
                    <a:pt x="1447" y="439"/>
                    <a:pt x="1451" y="449"/>
                  </a:cubicBezTo>
                  <a:cubicBezTo>
                    <a:pt x="1460" y="466"/>
                    <a:pt x="1472" y="479"/>
                    <a:pt x="1489" y="487"/>
                  </a:cubicBezTo>
                  <a:cubicBezTo>
                    <a:pt x="1506" y="495"/>
                    <a:pt x="1528" y="499"/>
                    <a:pt x="1556" y="499"/>
                  </a:cubicBezTo>
                  <a:cubicBezTo>
                    <a:pt x="1585" y="499"/>
                    <a:pt x="1609" y="496"/>
                    <a:pt x="1628" y="488"/>
                  </a:cubicBezTo>
                  <a:cubicBezTo>
                    <a:pt x="1648" y="481"/>
                    <a:pt x="1663" y="469"/>
                    <a:pt x="1676" y="454"/>
                  </a:cubicBezTo>
                  <a:cubicBezTo>
                    <a:pt x="1684" y="443"/>
                    <a:pt x="1691" y="432"/>
                    <a:pt x="1697" y="418"/>
                  </a:cubicBezTo>
                  <a:cubicBezTo>
                    <a:pt x="1702" y="405"/>
                    <a:pt x="1707" y="387"/>
                    <a:pt x="1712" y="366"/>
                  </a:cubicBezTo>
                  <a:lnTo>
                    <a:pt x="1720" y="366"/>
                  </a:lnTo>
                  <a:lnTo>
                    <a:pt x="1715" y="510"/>
                  </a:lnTo>
                  <a:lnTo>
                    <a:pt x="1285" y="510"/>
                  </a:lnTo>
                  <a:lnTo>
                    <a:pt x="1285" y="502"/>
                  </a:lnTo>
                  <a:cubicBezTo>
                    <a:pt x="1298" y="501"/>
                    <a:pt x="1310" y="499"/>
                    <a:pt x="1318" y="496"/>
                  </a:cubicBezTo>
                  <a:cubicBezTo>
                    <a:pt x="1327" y="493"/>
                    <a:pt x="1334" y="488"/>
                    <a:pt x="1341" y="481"/>
                  </a:cubicBezTo>
                  <a:cubicBezTo>
                    <a:pt x="1349" y="473"/>
                    <a:pt x="1354" y="463"/>
                    <a:pt x="1357" y="451"/>
                  </a:cubicBezTo>
                  <a:cubicBezTo>
                    <a:pt x="1359" y="439"/>
                    <a:pt x="1361" y="421"/>
                    <a:pt x="1361" y="396"/>
                  </a:cubicBezTo>
                  <a:lnTo>
                    <a:pt x="1361" y="128"/>
                  </a:lnTo>
                  <a:cubicBezTo>
                    <a:pt x="1361" y="103"/>
                    <a:pt x="1359" y="85"/>
                    <a:pt x="1357" y="73"/>
                  </a:cubicBezTo>
                  <a:cubicBezTo>
                    <a:pt x="1354" y="61"/>
                    <a:pt x="1349" y="51"/>
                    <a:pt x="1341" y="43"/>
                  </a:cubicBezTo>
                  <a:cubicBezTo>
                    <a:pt x="1335" y="36"/>
                    <a:pt x="1327" y="31"/>
                    <a:pt x="1318" y="28"/>
                  </a:cubicBezTo>
                  <a:cubicBezTo>
                    <a:pt x="1310" y="25"/>
                    <a:pt x="1299" y="23"/>
                    <a:pt x="1285" y="22"/>
                  </a:cubicBezTo>
                  <a:lnTo>
                    <a:pt x="1285" y="14"/>
                  </a:lnTo>
                  <a:lnTo>
                    <a:pt x="1672" y="14"/>
                  </a:lnTo>
                  <a:close/>
                  <a:moveTo>
                    <a:pt x="1876" y="196"/>
                  </a:moveTo>
                  <a:cubicBezTo>
                    <a:pt x="1880" y="210"/>
                    <a:pt x="1881" y="224"/>
                    <a:pt x="1881" y="236"/>
                  </a:cubicBezTo>
                  <a:lnTo>
                    <a:pt x="1881" y="242"/>
                  </a:lnTo>
                  <a:cubicBezTo>
                    <a:pt x="1911" y="211"/>
                    <a:pt x="1947" y="196"/>
                    <a:pt x="1988" y="196"/>
                  </a:cubicBezTo>
                  <a:cubicBezTo>
                    <a:pt x="2019" y="196"/>
                    <a:pt x="2043" y="203"/>
                    <a:pt x="2062" y="218"/>
                  </a:cubicBezTo>
                  <a:cubicBezTo>
                    <a:pt x="2081" y="232"/>
                    <a:pt x="2090" y="253"/>
                    <a:pt x="2090" y="279"/>
                  </a:cubicBezTo>
                  <a:lnTo>
                    <a:pt x="2090" y="433"/>
                  </a:lnTo>
                  <a:cubicBezTo>
                    <a:pt x="2090" y="449"/>
                    <a:pt x="2091" y="461"/>
                    <a:pt x="2093" y="469"/>
                  </a:cubicBezTo>
                  <a:cubicBezTo>
                    <a:pt x="2095" y="477"/>
                    <a:pt x="2098" y="483"/>
                    <a:pt x="2104" y="488"/>
                  </a:cubicBezTo>
                  <a:cubicBezTo>
                    <a:pt x="2110" y="495"/>
                    <a:pt x="2123" y="500"/>
                    <a:pt x="2141" y="503"/>
                  </a:cubicBezTo>
                  <a:lnTo>
                    <a:pt x="2141" y="510"/>
                  </a:lnTo>
                  <a:lnTo>
                    <a:pt x="1982" y="510"/>
                  </a:lnTo>
                  <a:lnTo>
                    <a:pt x="1982" y="503"/>
                  </a:lnTo>
                  <a:cubicBezTo>
                    <a:pt x="1996" y="501"/>
                    <a:pt x="2007" y="498"/>
                    <a:pt x="2013" y="495"/>
                  </a:cubicBezTo>
                  <a:cubicBezTo>
                    <a:pt x="2019" y="491"/>
                    <a:pt x="2024" y="485"/>
                    <a:pt x="2028" y="477"/>
                  </a:cubicBezTo>
                  <a:cubicBezTo>
                    <a:pt x="2031" y="471"/>
                    <a:pt x="2032" y="463"/>
                    <a:pt x="2034" y="452"/>
                  </a:cubicBezTo>
                  <a:cubicBezTo>
                    <a:pt x="2035" y="440"/>
                    <a:pt x="2035" y="424"/>
                    <a:pt x="2035" y="403"/>
                  </a:cubicBezTo>
                  <a:lnTo>
                    <a:pt x="2035" y="326"/>
                  </a:lnTo>
                  <a:cubicBezTo>
                    <a:pt x="2035" y="300"/>
                    <a:pt x="2034" y="280"/>
                    <a:pt x="2032" y="268"/>
                  </a:cubicBezTo>
                  <a:cubicBezTo>
                    <a:pt x="2031" y="255"/>
                    <a:pt x="2027" y="246"/>
                    <a:pt x="2022" y="238"/>
                  </a:cubicBezTo>
                  <a:cubicBezTo>
                    <a:pt x="2017" y="230"/>
                    <a:pt x="2009" y="223"/>
                    <a:pt x="1998" y="218"/>
                  </a:cubicBezTo>
                  <a:cubicBezTo>
                    <a:pt x="1988" y="214"/>
                    <a:pt x="1977" y="211"/>
                    <a:pt x="1964" y="211"/>
                  </a:cubicBezTo>
                  <a:cubicBezTo>
                    <a:pt x="1951" y="211"/>
                    <a:pt x="1938" y="214"/>
                    <a:pt x="1927" y="219"/>
                  </a:cubicBezTo>
                  <a:cubicBezTo>
                    <a:pt x="1915" y="224"/>
                    <a:pt x="1906" y="232"/>
                    <a:pt x="1899" y="241"/>
                  </a:cubicBezTo>
                  <a:cubicBezTo>
                    <a:pt x="1892" y="251"/>
                    <a:pt x="1887" y="262"/>
                    <a:pt x="1885" y="274"/>
                  </a:cubicBezTo>
                  <a:cubicBezTo>
                    <a:pt x="1883" y="286"/>
                    <a:pt x="1881" y="306"/>
                    <a:pt x="1881" y="335"/>
                  </a:cubicBezTo>
                  <a:lnTo>
                    <a:pt x="1881" y="406"/>
                  </a:lnTo>
                  <a:lnTo>
                    <a:pt x="1882" y="433"/>
                  </a:lnTo>
                  <a:cubicBezTo>
                    <a:pt x="1882" y="449"/>
                    <a:pt x="1883" y="461"/>
                    <a:pt x="1885" y="469"/>
                  </a:cubicBezTo>
                  <a:cubicBezTo>
                    <a:pt x="1887" y="477"/>
                    <a:pt x="1890" y="483"/>
                    <a:pt x="1896" y="488"/>
                  </a:cubicBezTo>
                  <a:cubicBezTo>
                    <a:pt x="1903" y="495"/>
                    <a:pt x="1915" y="500"/>
                    <a:pt x="1933" y="503"/>
                  </a:cubicBezTo>
                  <a:lnTo>
                    <a:pt x="1933" y="510"/>
                  </a:lnTo>
                  <a:lnTo>
                    <a:pt x="1774" y="510"/>
                  </a:lnTo>
                  <a:lnTo>
                    <a:pt x="1774" y="503"/>
                  </a:lnTo>
                  <a:cubicBezTo>
                    <a:pt x="1788" y="501"/>
                    <a:pt x="1798" y="498"/>
                    <a:pt x="1805" y="495"/>
                  </a:cubicBezTo>
                  <a:cubicBezTo>
                    <a:pt x="1811" y="491"/>
                    <a:pt x="1816" y="485"/>
                    <a:pt x="1820" y="477"/>
                  </a:cubicBezTo>
                  <a:cubicBezTo>
                    <a:pt x="1822" y="471"/>
                    <a:pt x="1824" y="463"/>
                    <a:pt x="1825" y="452"/>
                  </a:cubicBezTo>
                  <a:cubicBezTo>
                    <a:pt x="1826" y="441"/>
                    <a:pt x="1827" y="424"/>
                    <a:pt x="1827" y="403"/>
                  </a:cubicBezTo>
                  <a:lnTo>
                    <a:pt x="1827" y="314"/>
                  </a:lnTo>
                  <a:cubicBezTo>
                    <a:pt x="1827" y="289"/>
                    <a:pt x="1826" y="272"/>
                    <a:pt x="1825" y="262"/>
                  </a:cubicBezTo>
                  <a:cubicBezTo>
                    <a:pt x="1824" y="252"/>
                    <a:pt x="1821" y="244"/>
                    <a:pt x="1817" y="237"/>
                  </a:cubicBezTo>
                  <a:cubicBezTo>
                    <a:pt x="1813" y="231"/>
                    <a:pt x="1808" y="226"/>
                    <a:pt x="1802" y="223"/>
                  </a:cubicBezTo>
                  <a:cubicBezTo>
                    <a:pt x="1796" y="220"/>
                    <a:pt x="1788" y="218"/>
                    <a:pt x="1777" y="217"/>
                  </a:cubicBezTo>
                  <a:lnTo>
                    <a:pt x="1777" y="210"/>
                  </a:lnTo>
                  <a:lnTo>
                    <a:pt x="1876" y="196"/>
                  </a:lnTo>
                  <a:close/>
                  <a:moveTo>
                    <a:pt x="2285" y="542"/>
                  </a:moveTo>
                  <a:lnTo>
                    <a:pt x="2279" y="544"/>
                  </a:lnTo>
                  <a:cubicBezTo>
                    <a:pt x="2274" y="537"/>
                    <a:pt x="2270" y="532"/>
                    <a:pt x="2266" y="529"/>
                  </a:cubicBezTo>
                  <a:cubicBezTo>
                    <a:pt x="2262" y="527"/>
                    <a:pt x="2257" y="525"/>
                    <a:pt x="2251" y="525"/>
                  </a:cubicBezTo>
                  <a:cubicBezTo>
                    <a:pt x="2241" y="525"/>
                    <a:pt x="2233" y="529"/>
                    <a:pt x="2227" y="537"/>
                  </a:cubicBezTo>
                  <a:cubicBezTo>
                    <a:pt x="2220" y="545"/>
                    <a:pt x="2217" y="555"/>
                    <a:pt x="2217" y="567"/>
                  </a:cubicBezTo>
                  <a:cubicBezTo>
                    <a:pt x="2217" y="587"/>
                    <a:pt x="2227" y="603"/>
                    <a:pt x="2246" y="616"/>
                  </a:cubicBezTo>
                  <a:cubicBezTo>
                    <a:pt x="2266" y="628"/>
                    <a:pt x="2291" y="635"/>
                    <a:pt x="2321" y="635"/>
                  </a:cubicBezTo>
                  <a:cubicBezTo>
                    <a:pt x="2353" y="635"/>
                    <a:pt x="2380" y="628"/>
                    <a:pt x="2399" y="614"/>
                  </a:cubicBezTo>
                  <a:cubicBezTo>
                    <a:pt x="2419" y="600"/>
                    <a:pt x="2429" y="581"/>
                    <a:pt x="2429" y="559"/>
                  </a:cubicBezTo>
                  <a:cubicBezTo>
                    <a:pt x="2429" y="541"/>
                    <a:pt x="2423" y="527"/>
                    <a:pt x="2409" y="517"/>
                  </a:cubicBezTo>
                  <a:cubicBezTo>
                    <a:pt x="2396" y="508"/>
                    <a:pt x="2377" y="503"/>
                    <a:pt x="2353" y="503"/>
                  </a:cubicBezTo>
                  <a:lnTo>
                    <a:pt x="2295" y="503"/>
                  </a:lnTo>
                  <a:cubicBezTo>
                    <a:pt x="2272" y="503"/>
                    <a:pt x="2253" y="497"/>
                    <a:pt x="2238" y="486"/>
                  </a:cubicBezTo>
                  <a:cubicBezTo>
                    <a:pt x="2223" y="475"/>
                    <a:pt x="2216" y="461"/>
                    <a:pt x="2216" y="445"/>
                  </a:cubicBezTo>
                  <a:cubicBezTo>
                    <a:pt x="2216" y="427"/>
                    <a:pt x="2224" y="414"/>
                    <a:pt x="2240" y="404"/>
                  </a:cubicBezTo>
                  <a:cubicBezTo>
                    <a:pt x="2248" y="399"/>
                    <a:pt x="2263" y="394"/>
                    <a:pt x="2284" y="388"/>
                  </a:cubicBezTo>
                  <a:cubicBezTo>
                    <a:pt x="2263" y="379"/>
                    <a:pt x="2247" y="366"/>
                    <a:pt x="2235" y="350"/>
                  </a:cubicBezTo>
                  <a:cubicBezTo>
                    <a:pt x="2224" y="334"/>
                    <a:pt x="2218" y="317"/>
                    <a:pt x="2218" y="298"/>
                  </a:cubicBezTo>
                  <a:cubicBezTo>
                    <a:pt x="2218" y="273"/>
                    <a:pt x="2227" y="251"/>
                    <a:pt x="2245" y="232"/>
                  </a:cubicBezTo>
                  <a:cubicBezTo>
                    <a:pt x="2256" y="221"/>
                    <a:pt x="2268" y="212"/>
                    <a:pt x="2283" y="206"/>
                  </a:cubicBezTo>
                  <a:cubicBezTo>
                    <a:pt x="2297" y="199"/>
                    <a:pt x="2312" y="196"/>
                    <a:pt x="2327" y="196"/>
                  </a:cubicBezTo>
                  <a:cubicBezTo>
                    <a:pt x="2350" y="196"/>
                    <a:pt x="2374" y="205"/>
                    <a:pt x="2398" y="221"/>
                  </a:cubicBezTo>
                  <a:cubicBezTo>
                    <a:pt x="2409" y="212"/>
                    <a:pt x="2419" y="206"/>
                    <a:pt x="2428" y="202"/>
                  </a:cubicBezTo>
                  <a:cubicBezTo>
                    <a:pt x="2437" y="198"/>
                    <a:pt x="2447" y="196"/>
                    <a:pt x="2458" y="196"/>
                  </a:cubicBezTo>
                  <a:cubicBezTo>
                    <a:pt x="2470" y="196"/>
                    <a:pt x="2479" y="199"/>
                    <a:pt x="2486" y="204"/>
                  </a:cubicBezTo>
                  <a:cubicBezTo>
                    <a:pt x="2495" y="210"/>
                    <a:pt x="2499" y="218"/>
                    <a:pt x="2499" y="227"/>
                  </a:cubicBezTo>
                  <a:cubicBezTo>
                    <a:pt x="2499" y="233"/>
                    <a:pt x="2498" y="237"/>
                    <a:pt x="2494" y="241"/>
                  </a:cubicBezTo>
                  <a:cubicBezTo>
                    <a:pt x="2491" y="245"/>
                    <a:pt x="2487" y="247"/>
                    <a:pt x="2481" y="247"/>
                  </a:cubicBezTo>
                  <a:cubicBezTo>
                    <a:pt x="2474" y="247"/>
                    <a:pt x="2467" y="243"/>
                    <a:pt x="2460" y="234"/>
                  </a:cubicBezTo>
                  <a:lnTo>
                    <a:pt x="2452" y="224"/>
                  </a:lnTo>
                  <a:cubicBezTo>
                    <a:pt x="2448" y="218"/>
                    <a:pt x="2441" y="215"/>
                    <a:pt x="2433" y="215"/>
                  </a:cubicBezTo>
                  <a:cubicBezTo>
                    <a:pt x="2424" y="215"/>
                    <a:pt x="2415" y="219"/>
                    <a:pt x="2405" y="228"/>
                  </a:cubicBezTo>
                  <a:cubicBezTo>
                    <a:pt x="2425" y="252"/>
                    <a:pt x="2434" y="277"/>
                    <a:pt x="2434" y="302"/>
                  </a:cubicBezTo>
                  <a:cubicBezTo>
                    <a:pt x="2434" y="334"/>
                    <a:pt x="2420" y="359"/>
                    <a:pt x="2393" y="377"/>
                  </a:cubicBezTo>
                  <a:cubicBezTo>
                    <a:pt x="2378" y="386"/>
                    <a:pt x="2363" y="393"/>
                    <a:pt x="2347" y="396"/>
                  </a:cubicBezTo>
                  <a:cubicBezTo>
                    <a:pt x="2343" y="397"/>
                    <a:pt x="2327" y="398"/>
                    <a:pt x="2301" y="399"/>
                  </a:cubicBezTo>
                  <a:cubicBezTo>
                    <a:pt x="2266" y="402"/>
                    <a:pt x="2248" y="412"/>
                    <a:pt x="2248" y="429"/>
                  </a:cubicBezTo>
                  <a:cubicBezTo>
                    <a:pt x="2248" y="445"/>
                    <a:pt x="2263" y="452"/>
                    <a:pt x="2293" y="452"/>
                  </a:cubicBezTo>
                  <a:lnTo>
                    <a:pt x="2353" y="452"/>
                  </a:lnTo>
                  <a:cubicBezTo>
                    <a:pt x="2374" y="452"/>
                    <a:pt x="2392" y="454"/>
                    <a:pt x="2406" y="458"/>
                  </a:cubicBezTo>
                  <a:cubicBezTo>
                    <a:pt x="2420" y="462"/>
                    <a:pt x="2433" y="468"/>
                    <a:pt x="2444" y="476"/>
                  </a:cubicBezTo>
                  <a:cubicBezTo>
                    <a:pt x="2465" y="491"/>
                    <a:pt x="2476" y="514"/>
                    <a:pt x="2476" y="542"/>
                  </a:cubicBezTo>
                  <a:cubicBezTo>
                    <a:pt x="2476" y="574"/>
                    <a:pt x="2463" y="599"/>
                    <a:pt x="2439" y="616"/>
                  </a:cubicBezTo>
                  <a:cubicBezTo>
                    <a:pt x="2414" y="635"/>
                    <a:pt x="2377" y="644"/>
                    <a:pt x="2328" y="644"/>
                  </a:cubicBezTo>
                  <a:cubicBezTo>
                    <a:pt x="2275" y="644"/>
                    <a:pt x="2238" y="633"/>
                    <a:pt x="2216" y="612"/>
                  </a:cubicBezTo>
                  <a:cubicBezTo>
                    <a:pt x="2202" y="598"/>
                    <a:pt x="2195" y="581"/>
                    <a:pt x="2195" y="560"/>
                  </a:cubicBezTo>
                  <a:cubicBezTo>
                    <a:pt x="2195" y="544"/>
                    <a:pt x="2200" y="530"/>
                    <a:pt x="2211" y="519"/>
                  </a:cubicBezTo>
                  <a:cubicBezTo>
                    <a:pt x="2221" y="508"/>
                    <a:pt x="2233" y="502"/>
                    <a:pt x="2248" y="502"/>
                  </a:cubicBezTo>
                  <a:cubicBezTo>
                    <a:pt x="2259" y="502"/>
                    <a:pt x="2268" y="505"/>
                    <a:pt x="2275" y="512"/>
                  </a:cubicBezTo>
                  <a:cubicBezTo>
                    <a:pt x="2282" y="518"/>
                    <a:pt x="2285" y="527"/>
                    <a:pt x="2285" y="538"/>
                  </a:cubicBezTo>
                  <a:lnTo>
                    <a:pt x="2285" y="542"/>
                  </a:lnTo>
                  <a:close/>
                  <a:moveTo>
                    <a:pt x="2270" y="300"/>
                  </a:moveTo>
                  <a:cubicBezTo>
                    <a:pt x="2270" y="326"/>
                    <a:pt x="2275" y="347"/>
                    <a:pt x="2286" y="364"/>
                  </a:cubicBezTo>
                  <a:cubicBezTo>
                    <a:pt x="2297" y="380"/>
                    <a:pt x="2311" y="388"/>
                    <a:pt x="2328" y="388"/>
                  </a:cubicBezTo>
                  <a:cubicBezTo>
                    <a:pt x="2345" y="388"/>
                    <a:pt x="2359" y="380"/>
                    <a:pt x="2368" y="364"/>
                  </a:cubicBezTo>
                  <a:cubicBezTo>
                    <a:pt x="2378" y="348"/>
                    <a:pt x="2383" y="325"/>
                    <a:pt x="2383" y="296"/>
                  </a:cubicBezTo>
                  <a:cubicBezTo>
                    <a:pt x="2383" y="266"/>
                    <a:pt x="2376" y="242"/>
                    <a:pt x="2364" y="224"/>
                  </a:cubicBezTo>
                  <a:cubicBezTo>
                    <a:pt x="2355" y="211"/>
                    <a:pt x="2343" y="204"/>
                    <a:pt x="2329" y="204"/>
                  </a:cubicBezTo>
                  <a:cubicBezTo>
                    <a:pt x="2311" y="204"/>
                    <a:pt x="2297" y="213"/>
                    <a:pt x="2287" y="231"/>
                  </a:cubicBezTo>
                  <a:cubicBezTo>
                    <a:pt x="2282" y="239"/>
                    <a:pt x="2277" y="250"/>
                    <a:pt x="2274" y="262"/>
                  </a:cubicBezTo>
                  <a:cubicBezTo>
                    <a:pt x="2271" y="275"/>
                    <a:pt x="2270" y="287"/>
                    <a:pt x="2270" y="300"/>
                  </a:cubicBezTo>
                  <a:close/>
                  <a:moveTo>
                    <a:pt x="2540" y="210"/>
                  </a:moveTo>
                  <a:lnTo>
                    <a:pt x="2644" y="196"/>
                  </a:lnTo>
                  <a:lnTo>
                    <a:pt x="2644" y="406"/>
                  </a:lnTo>
                  <a:lnTo>
                    <a:pt x="2644" y="433"/>
                  </a:lnTo>
                  <a:cubicBezTo>
                    <a:pt x="2644" y="450"/>
                    <a:pt x="2645" y="462"/>
                    <a:pt x="2647" y="469"/>
                  </a:cubicBezTo>
                  <a:cubicBezTo>
                    <a:pt x="2649" y="477"/>
                    <a:pt x="2653" y="483"/>
                    <a:pt x="2658" y="488"/>
                  </a:cubicBezTo>
                  <a:cubicBezTo>
                    <a:pt x="2665" y="495"/>
                    <a:pt x="2677" y="500"/>
                    <a:pt x="2696" y="503"/>
                  </a:cubicBezTo>
                  <a:lnTo>
                    <a:pt x="2696" y="510"/>
                  </a:lnTo>
                  <a:lnTo>
                    <a:pt x="2536" y="510"/>
                  </a:lnTo>
                  <a:lnTo>
                    <a:pt x="2536" y="503"/>
                  </a:lnTo>
                  <a:cubicBezTo>
                    <a:pt x="2550" y="501"/>
                    <a:pt x="2561" y="498"/>
                    <a:pt x="2567" y="495"/>
                  </a:cubicBezTo>
                  <a:cubicBezTo>
                    <a:pt x="2573" y="491"/>
                    <a:pt x="2578" y="485"/>
                    <a:pt x="2582" y="477"/>
                  </a:cubicBezTo>
                  <a:cubicBezTo>
                    <a:pt x="2585" y="471"/>
                    <a:pt x="2587" y="463"/>
                    <a:pt x="2588" y="452"/>
                  </a:cubicBezTo>
                  <a:cubicBezTo>
                    <a:pt x="2589" y="441"/>
                    <a:pt x="2589" y="424"/>
                    <a:pt x="2589" y="403"/>
                  </a:cubicBezTo>
                  <a:lnTo>
                    <a:pt x="2589" y="314"/>
                  </a:lnTo>
                  <a:cubicBezTo>
                    <a:pt x="2589" y="289"/>
                    <a:pt x="2589" y="272"/>
                    <a:pt x="2587" y="262"/>
                  </a:cubicBezTo>
                  <a:cubicBezTo>
                    <a:pt x="2586" y="252"/>
                    <a:pt x="2584" y="244"/>
                    <a:pt x="2580" y="237"/>
                  </a:cubicBezTo>
                  <a:cubicBezTo>
                    <a:pt x="2575" y="231"/>
                    <a:pt x="2570" y="226"/>
                    <a:pt x="2565" y="223"/>
                  </a:cubicBezTo>
                  <a:cubicBezTo>
                    <a:pt x="2559" y="220"/>
                    <a:pt x="2551" y="218"/>
                    <a:pt x="2540" y="217"/>
                  </a:cubicBezTo>
                  <a:lnTo>
                    <a:pt x="2540" y="210"/>
                  </a:lnTo>
                  <a:close/>
                  <a:moveTo>
                    <a:pt x="2615" y="65"/>
                  </a:moveTo>
                  <a:cubicBezTo>
                    <a:pt x="2606" y="65"/>
                    <a:pt x="2598" y="62"/>
                    <a:pt x="2592" y="56"/>
                  </a:cubicBezTo>
                  <a:cubicBezTo>
                    <a:pt x="2586" y="50"/>
                    <a:pt x="2583" y="42"/>
                    <a:pt x="2583" y="33"/>
                  </a:cubicBezTo>
                  <a:cubicBezTo>
                    <a:pt x="2583" y="24"/>
                    <a:pt x="2586" y="17"/>
                    <a:pt x="2592" y="11"/>
                  </a:cubicBezTo>
                  <a:cubicBezTo>
                    <a:pt x="2598" y="4"/>
                    <a:pt x="2606" y="1"/>
                    <a:pt x="2615" y="1"/>
                  </a:cubicBezTo>
                  <a:cubicBezTo>
                    <a:pt x="2624" y="1"/>
                    <a:pt x="2632" y="4"/>
                    <a:pt x="2638" y="11"/>
                  </a:cubicBezTo>
                  <a:cubicBezTo>
                    <a:pt x="2645" y="17"/>
                    <a:pt x="2648" y="24"/>
                    <a:pt x="2648" y="33"/>
                  </a:cubicBezTo>
                  <a:cubicBezTo>
                    <a:pt x="2648" y="42"/>
                    <a:pt x="2645" y="50"/>
                    <a:pt x="2638" y="56"/>
                  </a:cubicBezTo>
                  <a:cubicBezTo>
                    <a:pt x="2632" y="62"/>
                    <a:pt x="2624" y="65"/>
                    <a:pt x="2615" y="65"/>
                  </a:cubicBezTo>
                  <a:close/>
                  <a:moveTo>
                    <a:pt x="2855" y="196"/>
                  </a:moveTo>
                  <a:cubicBezTo>
                    <a:pt x="2858" y="210"/>
                    <a:pt x="2860" y="224"/>
                    <a:pt x="2860" y="236"/>
                  </a:cubicBezTo>
                  <a:lnTo>
                    <a:pt x="2860" y="242"/>
                  </a:lnTo>
                  <a:cubicBezTo>
                    <a:pt x="2890" y="211"/>
                    <a:pt x="2925" y="196"/>
                    <a:pt x="2966" y="196"/>
                  </a:cubicBezTo>
                  <a:cubicBezTo>
                    <a:pt x="2997" y="196"/>
                    <a:pt x="3022" y="203"/>
                    <a:pt x="3040" y="218"/>
                  </a:cubicBezTo>
                  <a:cubicBezTo>
                    <a:pt x="3059" y="232"/>
                    <a:pt x="3068" y="253"/>
                    <a:pt x="3068" y="279"/>
                  </a:cubicBezTo>
                  <a:lnTo>
                    <a:pt x="3068" y="433"/>
                  </a:lnTo>
                  <a:cubicBezTo>
                    <a:pt x="3068" y="449"/>
                    <a:pt x="3069" y="461"/>
                    <a:pt x="3071" y="469"/>
                  </a:cubicBezTo>
                  <a:cubicBezTo>
                    <a:pt x="3073" y="477"/>
                    <a:pt x="3077" y="483"/>
                    <a:pt x="3082" y="488"/>
                  </a:cubicBezTo>
                  <a:cubicBezTo>
                    <a:pt x="3089" y="495"/>
                    <a:pt x="3101" y="500"/>
                    <a:pt x="3119" y="503"/>
                  </a:cubicBezTo>
                  <a:lnTo>
                    <a:pt x="3119" y="510"/>
                  </a:lnTo>
                  <a:lnTo>
                    <a:pt x="2960" y="510"/>
                  </a:lnTo>
                  <a:lnTo>
                    <a:pt x="2960" y="503"/>
                  </a:lnTo>
                  <a:cubicBezTo>
                    <a:pt x="2975" y="501"/>
                    <a:pt x="2985" y="498"/>
                    <a:pt x="2991" y="495"/>
                  </a:cubicBezTo>
                  <a:cubicBezTo>
                    <a:pt x="2997" y="491"/>
                    <a:pt x="3002" y="485"/>
                    <a:pt x="3006" y="477"/>
                  </a:cubicBezTo>
                  <a:cubicBezTo>
                    <a:pt x="3009" y="471"/>
                    <a:pt x="3011" y="463"/>
                    <a:pt x="3012" y="452"/>
                  </a:cubicBezTo>
                  <a:cubicBezTo>
                    <a:pt x="3013" y="440"/>
                    <a:pt x="3013" y="424"/>
                    <a:pt x="3013" y="403"/>
                  </a:cubicBezTo>
                  <a:lnTo>
                    <a:pt x="3013" y="326"/>
                  </a:lnTo>
                  <a:cubicBezTo>
                    <a:pt x="3013" y="300"/>
                    <a:pt x="3013" y="280"/>
                    <a:pt x="3011" y="268"/>
                  </a:cubicBezTo>
                  <a:cubicBezTo>
                    <a:pt x="3009" y="255"/>
                    <a:pt x="3006" y="246"/>
                    <a:pt x="3000" y="238"/>
                  </a:cubicBezTo>
                  <a:cubicBezTo>
                    <a:pt x="2995" y="230"/>
                    <a:pt x="2987" y="223"/>
                    <a:pt x="2977" y="218"/>
                  </a:cubicBezTo>
                  <a:cubicBezTo>
                    <a:pt x="2966" y="214"/>
                    <a:pt x="2955" y="211"/>
                    <a:pt x="2942" y="211"/>
                  </a:cubicBezTo>
                  <a:cubicBezTo>
                    <a:pt x="2929" y="211"/>
                    <a:pt x="2917" y="214"/>
                    <a:pt x="2905" y="219"/>
                  </a:cubicBezTo>
                  <a:cubicBezTo>
                    <a:pt x="2893" y="224"/>
                    <a:pt x="2884" y="232"/>
                    <a:pt x="2877" y="241"/>
                  </a:cubicBezTo>
                  <a:cubicBezTo>
                    <a:pt x="2870" y="251"/>
                    <a:pt x="2865" y="262"/>
                    <a:pt x="2863" y="274"/>
                  </a:cubicBezTo>
                  <a:cubicBezTo>
                    <a:pt x="2861" y="286"/>
                    <a:pt x="2860" y="306"/>
                    <a:pt x="2860" y="335"/>
                  </a:cubicBezTo>
                  <a:lnTo>
                    <a:pt x="2860" y="406"/>
                  </a:lnTo>
                  <a:lnTo>
                    <a:pt x="2860" y="433"/>
                  </a:lnTo>
                  <a:cubicBezTo>
                    <a:pt x="2860" y="449"/>
                    <a:pt x="2861" y="461"/>
                    <a:pt x="2863" y="469"/>
                  </a:cubicBezTo>
                  <a:cubicBezTo>
                    <a:pt x="2865" y="477"/>
                    <a:pt x="2869" y="483"/>
                    <a:pt x="2874" y="488"/>
                  </a:cubicBezTo>
                  <a:cubicBezTo>
                    <a:pt x="2881" y="495"/>
                    <a:pt x="2893" y="500"/>
                    <a:pt x="2911" y="503"/>
                  </a:cubicBezTo>
                  <a:lnTo>
                    <a:pt x="2911" y="510"/>
                  </a:lnTo>
                  <a:lnTo>
                    <a:pt x="2752" y="510"/>
                  </a:lnTo>
                  <a:lnTo>
                    <a:pt x="2752" y="503"/>
                  </a:lnTo>
                  <a:cubicBezTo>
                    <a:pt x="2766" y="501"/>
                    <a:pt x="2777" y="498"/>
                    <a:pt x="2783" y="495"/>
                  </a:cubicBezTo>
                  <a:cubicBezTo>
                    <a:pt x="2789" y="491"/>
                    <a:pt x="2794" y="485"/>
                    <a:pt x="2798" y="477"/>
                  </a:cubicBezTo>
                  <a:cubicBezTo>
                    <a:pt x="2801" y="471"/>
                    <a:pt x="2802" y="463"/>
                    <a:pt x="2803" y="452"/>
                  </a:cubicBezTo>
                  <a:cubicBezTo>
                    <a:pt x="2805" y="441"/>
                    <a:pt x="2805" y="424"/>
                    <a:pt x="2805" y="403"/>
                  </a:cubicBezTo>
                  <a:lnTo>
                    <a:pt x="2805" y="314"/>
                  </a:lnTo>
                  <a:cubicBezTo>
                    <a:pt x="2805" y="289"/>
                    <a:pt x="2804" y="272"/>
                    <a:pt x="2803" y="262"/>
                  </a:cubicBezTo>
                  <a:cubicBezTo>
                    <a:pt x="2802" y="252"/>
                    <a:pt x="2799" y="244"/>
                    <a:pt x="2795" y="237"/>
                  </a:cubicBezTo>
                  <a:cubicBezTo>
                    <a:pt x="2791" y="231"/>
                    <a:pt x="2786" y="226"/>
                    <a:pt x="2780" y="223"/>
                  </a:cubicBezTo>
                  <a:cubicBezTo>
                    <a:pt x="2775" y="220"/>
                    <a:pt x="2766" y="218"/>
                    <a:pt x="2756" y="217"/>
                  </a:cubicBezTo>
                  <a:lnTo>
                    <a:pt x="2756" y="210"/>
                  </a:lnTo>
                  <a:lnTo>
                    <a:pt x="2855" y="196"/>
                  </a:lnTo>
                  <a:close/>
                  <a:moveTo>
                    <a:pt x="3250" y="312"/>
                  </a:moveTo>
                  <a:cubicBezTo>
                    <a:pt x="3249" y="324"/>
                    <a:pt x="3249" y="333"/>
                    <a:pt x="3249" y="338"/>
                  </a:cubicBezTo>
                  <a:cubicBezTo>
                    <a:pt x="3249" y="359"/>
                    <a:pt x="3252" y="380"/>
                    <a:pt x="3258" y="400"/>
                  </a:cubicBezTo>
                  <a:cubicBezTo>
                    <a:pt x="3264" y="420"/>
                    <a:pt x="3272" y="437"/>
                    <a:pt x="3283" y="450"/>
                  </a:cubicBezTo>
                  <a:cubicBezTo>
                    <a:pt x="3294" y="464"/>
                    <a:pt x="3307" y="475"/>
                    <a:pt x="3323" y="482"/>
                  </a:cubicBezTo>
                  <a:cubicBezTo>
                    <a:pt x="3339" y="490"/>
                    <a:pt x="3356" y="494"/>
                    <a:pt x="3373" y="494"/>
                  </a:cubicBezTo>
                  <a:cubicBezTo>
                    <a:pt x="3386" y="494"/>
                    <a:pt x="3398" y="492"/>
                    <a:pt x="3410" y="487"/>
                  </a:cubicBezTo>
                  <a:cubicBezTo>
                    <a:pt x="3422" y="483"/>
                    <a:pt x="3431" y="477"/>
                    <a:pt x="3439" y="469"/>
                  </a:cubicBezTo>
                  <a:cubicBezTo>
                    <a:pt x="3448" y="461"/>
                    <a:pt x="3455" y="447"/>
                    <a:pt x="3461" y="429"/>
                  </a:cubicBezTo>
                  <a:lnTo>
                    <a:pt x="3469" y="431"/>
                  </a:lnTo>
                  <a:cubicBezTo>
                    <a:pt x="3463" y="460"/>
                    <a:pt x="3449" y="481"/>
                    <a:pt x="3429" y="495"/>
                  </a:cubicBezTo>
                  <a:cubicBezTo>
                    <a:pt x="3408" y="510"/>
                    <a:pt x="3381" y="517"/>
                    <a:pt x="3346" y="517"/>
                  </a:cubicBezTo>
                  <a:cubicBezTo>
                    <a:pt x="3317" y="517"/>
                    <a:pt x="3292" y="512"/>
                    <a:pt x="3270" y="503"/>
                  </a:cubicBezTo>
                  <a:cubicBezTo>
                    <a:pt x="3249" y="494"/>
                    <a:pt x="3231" y="479"/>
                    <a:pt x="3217" y="459"/>
                  </a:cubicBezTo>
                  <a:cubicBezTo>
                    <a:pt x="3196" y="432"/>
                    <a:pt x="3186" y="398"/>
                    <a:pt x="3186" y="358"/>
                  </a:cubicBezTo>
                  <a:cubicBezTo>
                    <a:pt x="3186" y="304"/>
                    <a:pt x="3205" y="261"/>
                    <a:pt x="3244" y="230"/>
                  </a:cubicBezTo>
                  <a:cubicBezTo>
                    <a:pt x="3272" y="208"/>
                    <a:pt x="3304" y="196"/>
                    <a:pt x="3340" y="196"/>
                  </a:cubicBezTo>
                  <a:cubicBezTo>
                    <a:pt x="3359" y="196"/>
                    <a:pt x="3377" y="200"/>
                    <a:pt x="3394" y="207"/>
                  </a:cubicBezTo>
                  <a:cubicBezTo>
                    <a:pt x="3410" y="214"/>
                    <a:pt x="3424" y="223"/>
                    <a:pt x="3435" y="236"/>
                  </a:cubicBezTo>
                  <a:cubicBezTo>
                    <a:pt x="3453" y="257"/>
                    <a:pt x="3461" y="282"/>
                    <a:pt x="3461" y="312"/>
                  </a:cubicBezTo>
                  <a:lnTo>
                    <a:pt x="3250" y="312"/>
                  </a:lnTo>
                  <a:close/>
                  <a:moveTo>
                    <a:pt x="3407" y="298"/>
                  </a:moveTo>
                  <a:cubicBezTo>
                    <a:pt x="3406" y="274"/>
                    <a:pt x="3401" y="256"/>
                    <a:pt x="3394" y="243"/>
                  </a:cubicBezTo>
                  <a:cubicBezTo>
                    <a:pt x="3388" y="231"/>
                    <a:pt x="3379" y="222"/>
                    <a:pt x="3368" y="215"/>
                  </a:cubicBezTo>
                  <a:cubicBezTo>
                    <a:pt x="3357" y="208"/>
                    <a:pt x="3346" y="204"/>
                    <a:pt x="3334" y="204"/>
                  </a:cubicBezTo>
                  <a:cubicBezTo>
                    <a:pt x="3313" y="204"/>
                    <a:pt x="3295" y="213"/>
                    <a:pt x="3280" y="231"/>
                  </a:cubicBezTo>
                  <a:cubicBezTo>
                    <a:pt x="3264" y="249"/>
                    <a:pt x="3255" y="271"/>
                    <a:pt x="3252" y="298"/>
                  </a:cubicBezTo>
                  <a:lnTo>
                    <a:pt x="3407" y="298"/>
                  </a:lnTo>
                  <a:close/>
                  <a:moveTo>
                    <a:pt x="3620" y="312"/>
                  </a:moveTo>
                  <a:cubicBezTo>
                    <a:pt x="3619" y="324"/>
                    <a:pt x="3618" y="333"/>
                    <a:pt x="3618" y="338"/>
                  </a:cubicBezTo>
                  <a:cubicBezTo>
                    <a:pt x="3618" y="359"/>
                    <a:pt x="3622" y="380"/>
                    <a:pt x="3628" y="400"/>
                  </a:cubicBezTo>
                  <a:cubicBezTo>
                    <a:pt x="3634" y="420"/>
                    <a:pt x="3642" y="437"/>
                    <a:pt x="3653" y="450"/>
                  </a:cubicBezTo>
                  <a:cubicBezTo>
                    <a:pt x="3663" y="464"/>
                    <a:pt x="3677" y="475"/>
                    <a:pt x="3693" y="482"/>
                  </a:cubicBezTo>
                  <a:cubicBezTo>
                    <a:pt x="3709" y="490"/>
                    <a:pt x="3725" y="494"/>
                    <a:pt x="3743" y="494"/>
                  </a:cubicBezTo>
                  <a:cubicBezTo>
                    <a:pt x="3756" y="494"/>
                    <a:pt x="3768" y="492"/>
                    <a:pt x="3780" y="487"/>
                  </a:cubicBezTo>
                  <a:cubicBezTo>
                    <a:pt x="3792" y="483"/>
                    <a:pt x="3801" y="477"/>
                    <a:pt x="3809" y="469"/>
                  </a:cubicBezTo>
                  <a:cubicBezTo>
                    <a:pt x="3818" y="461"/>
                    <a:pt x="3825" y="447"/>
                    <a:pt x="3831" y="429"/>
                  </a:cubicBezTo>
                  <a:lnTo>
                    <a:pt x="3839" y="431"/>
                  </a:lnTo>
                  <a:cubicBezTo>
                    <a:pt x="3832" y="460"/>
                    <a:pt x="3819" y="481"/>
                    <a:pt x="3798" y="495"/>
                  </a:cubicBezTo>
                  <a:cubicBezTo>
                    <a:pt x="3778" y="510"/>
                    <a:pt x="3750" y="517"/>
                    <a:pt x="3716" y="517"/>
                  </a:cubicBezTo>
                  <a:cubicBezTo>
                    <a:pt x="3687" y="517"/>
                    <a:pt x="3661" y="512"/>
                    <a:pt x="3640" y="503"/>
                  </a:cubicBezTo>
                  <a:cubicBezTo>
                    <a:pt x="3619" y="494"/>
                    <a:pt x="3601" y="479"/>
                    <a:pt x="3586" y="459"/>
                  </a:cubicBezTo>
                  <a:cubicBezTo>
                    <a:pt x="3566" y="432"/>
                    <a:pt x="3556" y="398"/>
                    <a:pt x="3556" y="358"/>
                  </a:cubicBezTo>
                  <a:cubicBezTo>
                    <a:pt x="3556" y="304"/>
                    <a:pt x="3575" y="261"/>
                    <a:pt x="3614" y="230"/>
                  </a:cubicBezTo>
                  <a:cubicBezTo>
                    <a:pt x="3642" y="208"/>
                    <a:pt x="3674" y="196"/>
                    <a:pt x="3710" y="196"/>
                  </a:cubicBezTo>
                  <a:cubicBezTo>
                    <a:pt x="3729" y="196"/>
                    <a:pt x="3747" y="200"/>
                    <a:pt x="3763" y="207"/>
                  </a:cubicBezTo>
                  <a:cubicBezTo>
                    <a:pt x="3780" y="214"/>
                    <a:pt x="3794" y="223"/>
                    <a:pt x="3805" y="236"/>
                  </a:cubicBezTo>
                  <a:cubicBezTo>
                    <a:pt x="3822" y="257"/>
                    <a:pt x="3831" y="282"/>
                    <a:pt x="3831" y="312"/>
                  </a:cubicBezTo>
                  <a:lnTo>
                    <a:pt x="3620" y="312"/>
                  </a:lnTo>
                  <a:close/>
                  <a:moveTo>
                    <a:pt x="3777" y="298"/>
                  </a:moveTo>
                  <a:cubicBezTo>
                    <a:pt x="3776" y="274"/>
                    <a:pt x="3771" y="256"/>
                    <a:pt x="3764" y="243"/>
                  </a:cubicBezTo>
                  <a:cubicBezTo>
                    <a:pt x="3758" y="231"/>
                    <a:pt x="3749" y="222"/>
                    <a:pt x="3738" y="215"/>
                  </a:cubicBezTo>
                  <a:cubicBezTo>
                    <a:pt x="3727" y="208"/>
                    <a:pt x="3716" y="204"/>
                    <a:pt x="3704" y="204"/>
                  </a:cubicBezTo>
                  <a:cubicBezTo>
                    <a:pt x="3683" y="204"/>
                    <a:pt x="3665" y="213"/>
                    <a:pt x="3650" y="231"/>
                  </a:cubicBezTo>
                  <a:cubicBezTo>
                    <a:pt x="3634" y="249"/>
                    <a:pt x="3625" y="271"/>
                    <a:pt x="3622" y="298"/>
                  </a:cubicBezTo>
                  <a:lnTo>
                    <a:pt x="3777" y="298"/>
                  </a:lnTo>
                  <a:close/>
                  <a:moveTo>
                    <a:pt x="4016" y="252"/>
                  </a:moveTo>
                  <a:cubicBezTo>
                    <a:pt x="4025" y="237"/>
                    <a:pt x="4035" y="225"/>
                    <a:pt x="4045" y="218"/>
                  </a:cubicBezTo>
                  <a:cubicBezTo>
                    <a:pt x="4065" y="203"/>
                    <a:pt x="4088" y="196"/>
                    <a:pt x="4114" y="196"/>
                  </a:cubicBezTo>
                  <a:cubicBezTo>
                    <a:pt x="4129" y="196"/>
                    <a:pt x="4141" y="200"/>
                    <a:pt x="4149" y="207"/>
                  </a:cubicBezTo>
                  <a:cubicBezTo>
                    <a:pt x="4157" y="213"/>
                    <a:pt x="4160" y="221"/>
                    <a:pt x="4160" y="230"/>
                  </a:cubicBezTo>
                  <a:cubicBezTo>
                    <a:pt x="4160" y="237"/>
                    <a:pt x="4158" y="242"/>
                    <a:pt x="4154" y="247"/>
                  </a:cubicBezTo>
                  <a:cubicBezTo>
                    <a:pt x="4149" y="251"/>
                    <a:pt x="4144" y="253"/>
                    <a:pt x="4137" y="253"/>
                  </a:cubicBezTo>
                  <a:cubicBezTo>
                    <a:pt x="4128" y="253"/>
                    <a:pt x="4121" y="250"/>
                    <a:pt x="4115" y="243"/>
                  </a:cubicBezTo>
                  <a:lnTo>
                    <a:pt x="4104" y="231"/>
                  </a:lnTo>
                  <a:cubicBezTo>
                    <a:pt x="4095" y="221"/>
                    <a:pt x="4085" y="216"/>
                    <a:pt x="4073" y="216"/>
                  </a:cubicBezTo>
                  <a:cubicBezTo>
                    <a:pt x="4056" y="216"/>
                    <a:pt x="4044" y="227"/>
                    <a:pt x="4035" y="248"/>
                  </a:cubicBezTo>
                  <a:cubicBezTo>
                    <a:pt x="4025" y="270"/>
                    <a:pt x="4021" y="299"/>
                    <a:pt x="4021" y="337"/>
                  </a:cubicBezTo>
                  <a:lnTo>
                    <a:pt x="4021" y="405"/>
                  </a:lnTo>
                  <a:lnTo>
                    <a:pt x="4021" y="433"/>
                  </a:lnTo>
                  <a:cubicBezTo>
                    <a:pt x="4021" y="449"/>
                    <a:pt x="4022" y="461"/>
                    <a:pt x="4024" y="469"/>
                  </a:cubicBezTo>
                  <a:cubicBezTo>
                    <a:pt x="4026" y="477"/>
                    <a:pt x="4030" y="483"/>
                    <a:pt x="4035" y="488"/>
                  </a:cubicBezTo>
                  <a:cubicBezTo>
                    <a:pt x="4042" y="495"/>
                    <a:pt x="4054" y="500"/>
                    <a:pt x="4073" y="503"/>
                  </a:cubicBezTo>
                  <a:lnTo>
                    <a:pt x="4073" y="510"/>
                  </a:lnTo>
                  <a:lnTo>
                    <a:pt x="3913" y="510"/>
                  </a:lnTo>
                  <a:lnTo>
                    <a:pt x="3913" y="503"/>
                  </a:lnTo>
                  <a:cubicBezTo>
                    <a:pt x="3927" y="501"/>
                    <a:pt x="3938" y="498"/>
                    <a:pt x="3944" y="495"/>
                  </a:cubicBezTo>
                  <a:cubicBezTo>
                    <a:pt x="3950" y="491"/>
                    <a:pt x="3955" y="485"/>
                    <a:pt x="3959" y="477"/>
                  </a:cubicBezTo>
                  <a:cubicBezTo>
                    <a:pt x="3962" y="471"/>
                    <a:pt x="3963" y="463"/>
                    <a:pt x="3965" y="452"/>
                  </a:cubicBezTo>
                  <a:cubicBezTo>
                    <a:pt x="3966" y="441"/>
                    <a:pt x="3966" y="424"/>
                    <a:pt x="3966" y="403"/>
                  </a:cubicBezTo>
                  <a:lnTo>
                    <a:pt x="3966" y="314"/>
                  </a:lnTo>
                  <a:cubicBezTo>
                    <a:pt x="3966" y="289"/>
                    <a:pt x="3966" y="272"/>
                    <a:pt x="3964" y="262"/>
                  </a:cubicBezTo>
                  <a:cubicBezTo>
                    <a:pt x="3963" y="252"/>
                    <a:pt x="3961" y="244"/>
                    <a:pt x="3956" y="237"/>
                  </a:cubicBezTo>
                  <a:cubicBezTo>
                    <a:pt x="3952" y="231"/>
                    <a:pt x="3947" y="226"/>
                    <a:pt x="3942" y="223"/>
                  </a:cubicBezTo>
                  <a:cubicBezTo>
                    <a:pt x="3936" y="220"/>
                    <a:pt x="3928" y="218"/>
                    <a:pt x="3917" y="217"/>
                  </a:cubicBezTo>
                  <a:lnTo>
                    <a:pt x="3917" y="210"/>
                  </a:lnTo>
                  <a:lnTo>
                    <a:pt x="4010" y="196"/>
                  </a:lnTo>
                  <a:cubicBezTo>
                    <a:pt x="4014" y="218"/>
                    <a:pt x="4016" y="236"/>
                    <a:pt x="4016" y="252"/>
                  </a:cubicBezTo>
                  <a:close/>
                  <a:moveTo>
                    <a:pt x="4210" y="210"/>
                  </a:moveTo>
                  <a:lnTo>
                    <a:pt x="4315" y="196"/>
                  </a:lnTo>
                  <a:lnTo>
                    <a:pt x="4315" y="406"/>
                  </a:lnTo>
                  <a:lnTo>
                    <a:pt x="4315" y="433"/>
                  </a:lnTo>
                  <a:cubicBezTo>
                    <a:pt x="4315" y="450"/>
                    <a:pt x="4316" y="462"/>
                    <a:pt x="4318" y="469"/>
                  </a:cubicBezTo>
                  <a:cubicBezTo>
                    <a:pt x="4320" y="477"/>
                    <a:pt x="4323" y="483"/>
                    <a:pt x="4329" y="488"/>
                  </a:cubicBezTo>
                  <a:cubicBezTo>
                    <a:pt x="4336" y="495"/>
                    <a:pt x="4348" y="500"/>
                    <a:pt x="4366" y="503"/>
                  </a:cubicBezTo>
                  <a:lnTo>
                    <a:pt x="4366" y="510"/>
                  </a:lnTo>
                  <a:lnTo>
                    <a:pt x="4206" y="510"/>
                  </a:lnTo>
                  <a:lnTo>
                    <a:pt x="4206" y="503"/>
                  </a:lnTo>
                  <a:cubicBezTo>
                    <a:pt x="4221" y="501"/>
                    <a:pt x="4231" y="498"/>
                    <a:pt x="4238" y="495"/>
                  </a:cubicBezTo>
                  <a:cubicBezTo>
                    <a:pt x="4244" y="491"/>
                    <a:pt x="4249" y="485"/>
                    <a:pt x="4253" y="477"/>
                  </a:cubicBezTo>
                  <a:cubicBezTo>
                    <a:pt x="4255" y="471"/>
                    <a:pt x="4257" y="463"/>
                    <a:pt x="4258" y="452"/>
                  </a:cubicBezTo>
                  <a:cubicBezTo>
                    <a:pt x="4259" y="441"/>
                    <a:pt x="4260" y="424"/>
                    <a:pt x="4260" y="403"/>
                  </a:cubicBezTo>
                  <a:lnTo>
                    <a:pt x="4260" y="314"/>
                  </a:lnTo>
                  <a:cubicBezTo>
                    <a:pt x="4260" y="289"/>
                    <a:pt x="4259" y="272"/>
                    <a:pt x="4258" y="262"/>
                  </a:cubicBezTo>
                  <a:cubicBezTo>
                    <a:pt x="4257" y="252"/>
                    <a:pt x="4254" y="244"/>
                    <a:pt x="4250" y="237"/>
                  </a:cubicBezTo>
                  <a:cubicBezTo>
                    <a:pt x="4246" y="231"/>
                    <a:pt x="4241" y="226"/>
                    <a:pt x="4235" y="223"/>
                  </a:cubicBezTo>
                  <a:cubicBezTo>
                    <a:pt x="4230" y="220"/>
                    <a:pt x="4221" y="218"/>
                    <a:pt x="4210" y="217"/>
                  </a:cubicBezTo>
                  <a:lnTo>
                    <a:pt x="4210" y="210"/>
                  </a:lnTo>
                  <a:close/>
                  <a:moveTo>
                    <a:pt x="4286" y="65"/>
                  </a:moveTo>
                  <a:cubicBezTo>
                    <a:pt x="4276" y="65"/>
                    <a:pt x="4269" y="62"/>
                    <a:pt x="4263" y="56"/>
                  </a:cubicBezTo>
                  <a:cubicBezTo>
                    <a:pt x="4256" y="50"/>
                    <a:pt x="4253" y="42"/>
                    <a:pt x="4253" y="33"/>
                  </a:cubicBezTo>
                  <a:cubicBezTo>
                    <a:pt x="4253" y="24"/>
                    <a:pt x="4256" y="17"/>
                    <a:pt x="4263" y="11"/>
                  </a:cubicBezTo>
                  <a:cubicBezTo>
                    <a:pt x="4269" y="4"/>
                    <a:pt x="4277" y="1"/>
                    <a:pt x="4286" y="1"/>
                  </a:cubicBezTo>
                  <a:cubicBezTo>
                    <a:pt x="4295" y="1"/>
                    <a:pt x="4303" y="4"/>
                    <a:pt x="4309" y="11"/>
                  </a:cubicBezTo>
                  <a:cubicBezTo>
                    <a:pt x="4315" y="17"/>
                    <a:pt x="4318" y="24"/>
                    <a:pt x="4318" y="33"/>
                  </a:cubicBezTo>
                  <a:cubicBezTo>
                    <a:pt x="4318" y="42"/>
                    <a:pt x="4315" y="50"/>
                    <a:pt x="4309" y="56"/>
                  </a:cubicBezTo>
                  <a:cubicBezTo>
                    <a:pt x="4303" y="62"/>
                    <a:pt x="4295" y="65"/>
                    <a:pt x="4286" y="65"/>
                  </a:cubicBezTo>
                  <a:close/>
                  <a:moveTo>
                    <a:pt x="4525" y="196"/>
                  </a:moveTo>
                  <a:cubicBezTo>
                    <a:pt x="4529" y="210"/>
                    <a:pt x="4530" y="224"/>
                    <a:pt x="4530" y="236"/>
                  </a:cubicBezTo>
                  <a:lnTo>
                    <a:pt x="4530" y="242"/>
                  </a:lnTo>
                  <a:cubicBezTo>
                    <a:pt x="4560" y="211"/>
                    <a:pt x="4596" y="196"/>
                    <a:pt x="4637" y="196"/>
                  </a:cubicBezTo>
                  <a:cubicBezTo>
                    <a:pt x="4667" y="196"/>
                    <a:pt x="4692" y="203"/>
                    <a:pt x="4711" y="218"/>
                  </a:cubicBezTo>
                  <a:cubicBezTo>
                    <a:pt x="4729" y="232"/>
                    <a:pt x="4739" y="253"/>
                    <a:pt x="4739" y="279"/>
                  </a:cubicBezTo>
                  <a:lnTo>
                    <a:pt x="4739" y="433"/>
                  </a:lnTo>
                  <a:cubicBezTo>
                    <a:pt x="4739" y="449"/>
                    <a:pt x="4740" y="461"/>
                    <a:pt x="4742" y="469"/>
                  </a:cubicBezTo>
                  <a:cubicBezTo>
                    <a:pt x="4744" y="477"/>
                    <a:pt x="4747" y="483"/>
                    <a:pt x="4753" y="488"/>
                  </a:cubicBezTo>
                  <a:cubicBezTo>
                    <a:pt x="4759" y="495"/>
                    <a:pt x="4772" y="500"/>
                    <a:pt x="4790" y="503"/>
                  </a:cubicBezTo>
                  <a:lnTo>
                    <a:pt x="4790" y="510"/>
                  </a:lnTo>
                  <a:lnTo>
                    <a:pt x="4631" y="510"/>
                  </a:lnTo>
                  <a:lnTo>
                    <a:pt x="4631" y="503"/>
                  </a:lnTo>
                  <a:cubicBezTo>
                    <a:pt x="4645" y="501"/>
                    <a:pt x="4655" y="498"/>
                    <a:pt x="4662" y="495"/>
                  </a:cubicBezTo>
                  <a:cubicBezTo>
                    <a:pt x="4668" y="491"/>
                    <a:pt x="4673" y="485"/>
                    <a:pt x="4677" y="477"/>
                  </a:cubicBezTo>
                  <a:cubicBezTo>
                    <a:pt x="4680" y="471"/>
                    <a:pt x="4681" y="463"/>
                    <a:pt x="4682" y="452"/>
                  </a:cubicBezTo>
                  <a:cubicBezTo>
                    <a:pt x="4684" y="440"/>
                    <a:pt x="4684" y="424"/>
                    <a:pt x="4684" y="403"/>
                  </a:cubicBezTo>
                  <a:lnTo>
                    <a:pt x="4684" y="326"/>
                  </a:lnTo>
                  <a:cubicBezTo>
                    <a:pt x="4684" y="300"/>
                    <a:pt x="4683" y="280"/>
                    <a:pt x="4681" y="268"/>
                  </a:cubicBezTo>
                  <a:cubicBezTo>
                    <a:pt x="4680" y="255"/>
                    <a:pt x="4676" y="246"/>
                    <a:pt x="4671" y="238"/>
                  </a:cubicBezTo>
                  <a:cubicBezTo>
                    <a:pt x="4666" y="230"/>
                    <a:pt x="4658" y="223"/>
                    <a:pt x="4647" y="218"/>
                  </a:cubicBezTo>
                  <a:cubicBezTo>
                    <a:pt x="4637" y="214"/>
                    <a:pt x="4626" y="211"/>
                    <a:pt x="4613" y="211"/>
                  </a:cubicBezTo>
                  <a:cubicBezTo>
                    <a:pt x="4600" y="211"/>
                    <a:pt x="4587" y="214"/>
                    <a:pt x="4576" y="219"/>
                  </a:cubicBezTo>
                  <a:cubicBezTo>
                    <a:pt x="4564" y="224"/>
                    <a:pt x="4555" y="232"/>
                    <a:pt x="4548" y="241"/>
                  </a:cubicBezTo>
                  <a:cubicBezTo>
                    <a:pt x="4541" y="251"/>
                    <a:pt x="4536" y="262"/>
                    <a:pt x="4534" y="274"/>
                  </a:cubicBezTo>
                  <a:cubicBezTo>
                    <a:pt x="4532" y="286"/>
                    <a:pt x="4530" y="306"/>
                    <a:pt x="4530" y="335"/>
                  </a:cubicBezTo>
                  <a:lnTo>
                    <a:pt x="4530" y="406"/>
                  </a:lnTo>
                  <a:lnTo>
                    <a:pt x="4531" y="433"/>
                  </a:lnTo>
                  <a:cubicBezTo>
                    <a:pt x="4531" y="449"/>
                    <a:pt x="4532" y="461"/>
                    <a:pt x="4534" y="469"/>
                  </a:cubicBezTo>
                  <a:cubicBezTo>
                    <a:pt x="4536" y="477"/>
                    <a:pt x="4539" y="483"/>
                    <a:pt x="4545" y="488"/>
                  </a:cubicBezTo>
                  <a:cubicBezTo>
                    <a:pt x="4552" y="495"/>
                    <a:pt x="4564" y="500"/>
                    <a:pt x="4582" y="503"/>
                  </a:cubicBezTo>
                  <a:lnTo>
                    <a:pt x="4582" y="510"/>
                  </a:lnTo>
                  <a:lnTo>
                    <a:pt x="4423" y="510"/>
                  </a:lnTo>
                  <a:lnTo>
                    <a:pt x="4423" y="503"/>
                  </a:lnTo>
                  <a:cubicBezTo>
                    <a:pt x="4437" y="501"/>
                    <a:pt x="4447" y="498"/>
                    <a:pt x="4453" y="495"/>
                  </a:cubicBezTo>
                  <a:cubicBezTo>
                    <a:pt x="4460" y="491"/>
                    <a:pt x="4465" y="485"/>
                    <a:pt x="4469" y="477"/>
                  </a:cubicBezTo>
                  <a:cubicBezTo>
                    <a:pt x="4471" y="471"/>
                    <a:pt x="4473" y="463"/>
                    <a:pt x="4474" y="452"/>
                  </a:cubicBezTo>
                  <a:cubicBezTo>
                    <a:pt x="4475" y="441"/>
                    <a:pt x="4476" y="424"/>
                    <a:pt x="4476" y="403"/>
                  </a:cubicBezTo>
                  <a:lnTo>
                    <a:pt x="4476" y="314"/>
                  </a:lnTo>
                  <a:cubicBezTo>
                    <a:pt x="4476" y="289"/>
                    <a:pt x="4475" y="272"/>
                    <a:pt x="4474" y="262"/>
                  </a:cubicBezTo>
                  <a:cubicBezTo>
                    <a:pt x="4473" y="252"/>
                    <a:pt x="4470" y="244"/>
                    <a:pt x="4466" y="237"/>
                  </a:cubicBezTo>
                  <a:cubicBezTo>
                    <a:pt x="4462" y="231"/>
                    <a:pt x="4457" y="226"/>
                    <a:pt x="4451" y="223"/>
                  </a:cubicBezTo>
                  <a:cubicBezTo>
                    <a:pt x="4445" y="220"/>
                    <a:pt x="4437" y="218"/>
                    <a:pt x="4426" y="217"/>
                  </a:cubicBezTo>
                  <a:lnTo>
                    <a:pt x="4426" y="210"/>
                  </a:lnTo>
                  <a:lnTo>
                    <a:pt x="4525" y="196"/>
                  </a:lnTo>
                  <a:close/>
                  <a:moveTo>
                    <a:pt x="4934" y="542"/>
                  </a:moveTo>
                  <a:lnTo>
                    <a:pt x="4927" y="544"/>
                  </a:lnTo>
                  <a:cubicBezTo>
                    <a:pt x="4923" y="537"/>
                    <a:pt x="4919" y="532"/>
                    <a:pt x="4915" y="529"/>
                  </a:cubicBezTo>
                  <a:cubicBezTo>
                    <a:pt x="4911" y="527"/>
                    <a:pt x="4906" y="525"/>
                    <a:pt x="4900" y="525"/>
                  </a:cubicBezTo>
                  <a:cubicBezTo>
                    <a:pt x="4890" y="525"/>
                    <a:pt x="4882" y="529"/>
                    <a:pt x="4876" y="537"/>
                  </a:cubicBezTo>
                  <a:cubicBezTo>
                    <a:pt x="4869" y="545"/>
                    <a:pt x="4866" y="555"/>
                    <a:pt x="4866" y="567"/>
                  </a:cubicBezTo>
                  <a:cubicBezTo>
                    <a:pt x="4866" y="587"/>
                    <a:pt x="4876" y="603"/>
                    <a:pt x="4895" y="616"/>
                  </a:cubicBezTo>
                  <a:cubicBezTo>
                    <a:pt x="4915" y="628"/>
                    <a:pt x="4940" y="635"/>
                    <a:pt x="4970" y="635"/>
                  </a:cubicBezTo>
                  <a:cubicBezTo>
                    <a:pt x="5002" y="635"/>
                    <a:pt x="5029" y="628"/>
                    <a:pt x="5048" y="614"/>
                  </a:cubicBezTo>
                  <a:cubicBezTo>
                    <a:pt x="5068" y="600"/>
                    <a:pt x="5078" y="581"/>
                    <a:pt x="5078" y="559"/>
                  </a:cubicBezTo>
                  <a:cubicBezTo>
                    <a:pt x="5078" y="541"/>
                    <a:pt x="5071" y="527"/>
                    <a:pt x="5058" y="517"/>
                  </a:cubicBezTo>
                  <a:cubicBezTo>
                    <a:pt x="5045" y="508"/>
                    <a:pt x="5026" y="503"/>
                    <a:pt x="5002" y="503"/>
                  </a:cubicBezTo>
                  <a:lnTo>
                    <a:pt x="4944" y="503"/>
                  </a:lnTo>
                  <a:cubicBezTo>
                    <a:pt x="4921" y="503"/>
                    <a:pt x="4901" y="497"/>
                    <a:pt x="4887" y="486"/>
                  </a:cubicBezTo>
                  <a:cubicBezTo>
                    <a:pt x="4872" y="475"/>
                    <a:pt x="4865" y="461"/>
                    <a:pt x="4865" y="445"/>
                  </a:cubicBezTo>
                  <a:cubicBezTo>
                    <a:pt x="4865" y="427"/>
                    <a:pt x="4873" y="414"/>
                    <a:pt x="4889" y="404"/>
                  </a:cubicBezTo>
                  <a:cubicBezTo>
                    <a:pt x="4897" y="399"/>
                    <a:pt x="4912" y="394"/>
                    <a:pt x="4933" y="388"/>
                  </a:cubicBezTo>
                  <a:cubicBezTo>
                    <a:pt x="4912" y="379"/>
                    <a:pt x="4896" y="366"/>
                    <a:pt x="4884" y="350"/>
                  </a:cubicBezTo>
                  <a:cubicBezTo>
                    <a:pt x="4873" y="334"/>
                    <a:pt x="4867" y="317"/>
                    <a:pt x="4867" y="298"/>
                  </a:cubicBezTo>
                  <a:cubicBezTo>
                    <a:pt x="4867" y="273"/>
                    <a:pt x="4876" y="251"/>
                    <a:pt x="4894" y="232"/>
                  </a:cubicBezTo>
                  <a:cubicBezTo>
                    <a:pt x="4905" y="221"/>
                    <a:pt x="4917" y="212"/>
                    <a:pt x="4932" y="206"/>
                  </a:cubicBezTo>
                  <a:cubicBezTo>
                    <a:pt x="4946" y="199"/>
                    <a:pt x="4961" y="196"/>
                    <a:pt x="4976" y="196"/>
                  </a:cubicBezTo>
                  <a:cubicBezTo>
                    <a:pt x="4999" y="196"/>
                    <a:pt x="5023" y="205"/>
                    <a:pt x="5047" y="221"/>
                  </a:cubicBezTo>
                  <a:cubicBezTo>
                    <a:pt x="5058" y="212"/>
                    <a:pt x="5068" y="206"/>
                    <a:pt x="5077" y="202"/>
                  </a:cubicBezTo>
                  <a:cubicBezTo>
                    <a:pt x="5086" y="198"/>
                    <a:pt x="5096" y="196"/>
                    <a:pt x="5107" y="196"/>
                  </a:cubicBezTo>
                  <a:cubicBezTo>
                    <a:pt x="5119" y="196"/>
                    <a:pt x="5128" y="199"/>
                    <a:pt x="5135" y="204"/>
                  </a:cubicBezTo>
                  <a:cubicBezTo>
                    <a:pt x="5144" y="210"/>
                    <a:pt x="5148" y="218"/>
                    <a:pt x="5148" y="227"/>
                  </a:cubicBezTo>
                  <a:cubicBezTo>
                    <a:pt x="5148" y="233"/>
                    <a:pt x="5147" y="237"/>
                    <a:pt x="5143" y="241"/>
                  </a:cubicBezTo>
                  <a:cubicBezTo>
                    <a:pt x="5140" y="245"/>
                    <a:pt x="5136" y="247"/>
                    <a:pt x="5130" y="247"/>
                  </a:cubicBezTo>
                  <a:cubicBezTo>
                    <a:pt x="5123" y="247"/>
                    <a:pt x="5116" y="243"/>
                    <a:pt x="5109" y="234"/>
                  </a:cubicBezTo>
                  <a:lnTo>
                    <a:pt x="5101" y="224"/>
                  </a:lnTo>
                  <a:cubicBezTo>
                    <a:pt x="5096" y="218"/>
                    <a:pt x="5090" y="215"/>
                    <a:pt x="5082" y="215"/>
                  </a:cubicBezTo>
                  <a:cubicBezTo>
                    <a:pt x="5073" y="215"/>
                    <a:pt x="5064" y="219"/>
                    <a:pt x="5054" y="228"/>
                  </a:cubicBezTo>
                  <a:cubicBezTo>
                    <a:pt x="5073" y="252"/>
                    <a:pt x="5083" y="277"/>
                    <a:pt x="5083" y="302"/>
                  </a:cubicBezTo>
                  <a:cubicBezTo>
                    <a:pt x="5083" y="334"/>
                    <a:pt x="5069" y="359"/>
                    <a:pt x="5041" y="377"/>
                  </a:cubicBezTo>
                  <a:cubicBezTo>
                    <a:pt x="5027" y="386"/>
                    <a:pt x="5012" y="393"/>
                    <a:pt x="4996" y="396"/>
                  </a:cubicBezTo>
                  <a:cubicBezTo>
                    <a:pt x="4991" y="397"/>
                    <a:pt x="4976" y="398"/>
                    <a:pt x="4950" y="399"/>
                  </a:cubicBezTo>
                  <a:cubicBezTo>
                    <a:pt x="4915" y="402"/>
                    <a:pt x="4897" y="412"/>
                    <a:pt x="4897" y="429"/>
                  </a:cubicBezTo>
                  <a:cubicBezTo>
                    <a:pt x="4897" y="445"/>
                    <a:pt x="4912" y="452"/>
                    <a:pt x="4942" y="452"/>
                  </a:cubicBezTo>
                  <a:lnTo>
                    <a:pt x="5002" y="452"/>
                  </a:lnTo>
                  <a:cubicBezTo>
                    <a:pt x="5023" y="452"/>
                    <a:pt x="5041" y="454"/>
                    <a:pt x="5055" y="458"/>
                  </a:cubicBezTo>
                  <a:cubicBezTo>
                    <a:pt x="5069" y="462"/>
                    <a:pt x="5082" y="468"/>
                    <a:pt x="5093" y="476"/>
                  </a:cubicBezTo>
                  <a:cubicBezTo>
                    <a:pt x="5114" y="491"/>
                    <a:pt x="5125" y="514"/>
                    <a:pt x="5125" y="542"/>
                  </a:cubicBezTo>
                  <a:cubicBezTo>
                    <a:pt x="5125" y="574"/>
                    <a:pt x="5112" y="599"/>
                    <a:pt x="5088" y="616"/>
                  </a:cubicBezTo>
                  <a:cubicBezTo>
                    <a:pt x="5063" y="635"/>
                    <a:pt x="5025" y="644"/>
                    <a:pt x="4977" y="644"/>
                  </a:cubicBezTo>
                  <a:cubicBezTo>
                    <a:pt x="4924" y="644"/>
                    <a:pt x="4887" y="633"/>
                    <a:pt x="4865" y="612"/>
                  </a:cubicBezTo>
                  <a:cubicBezTo>
                    <a:pt x="4851" y="598"/>
                    <a:pt x="4844" y="581"/>
                    <a:pt x="4844" y="560"/>
                  </a:cubicBezTo>
                  <a:cubicBezTo>
                    <a:pt x="4844" y="544"/>
                    <a:pt x="4849" y="530"/>
                    <a:pt x="4859" y="519"/>
                  </a:cubicBezTo>
                  <a:cubicBezTo>
                    <a:pt x="4870" y="508"/>
                    <a:pt x="4882" y="502"/>
                    <a:pt x="4897" y="502"/>
                  </a:cubicBezTo>
                  <a:cubicBezTo>
                    <a:pt x="4908" y="502"/>
                    <a:pt x="4917" y="505"/>
                    <a:pt x="4924" y="512"/>
                  </a:cubicBezTo>
                  <a:cubicBezTo>
                    <a:pt x="4931" y="518"/>
                    <a:pt x="4934" y="527"/>
                    <a:pt x="4934" y="538"/>
                  </a:cubicBezTo>
                  <a:lnTo>
                    <a:pt x="4934" y="542"/>
                  </a:lnTo>
                  <a:close/>
                  <a:moveTo>
                    <a:pt x="4919" y="300"/>
                  </a:moveTo>
                  <a:cubicBezTo>
                    <a:pt x="4919" y="326"/>
                    <a:pt x="4924" y="347"/>
                    <a:pt x="4935" y="364"/>
                  </a:cubicBezTo>
                  <a:cubicBezTo>
                    <a:pt x="4946" y="380"/>
                    <a:pt x="4960" y="388"/>
                    <a:pt x="4977" y="388"/>
                  </a:cubicBezTo>
                  <a:cubicBezTo>
                    <a:pt x="4994" y="388"/>
                    <a:pt x="5008" y="380"/>
                    <a:pt x="5017" y="364"/>
                  </a:cubicBezTo>
                  <a:cubicBezTo>
                    <a:pt x="5027" y="348"/>
                    <a:pt x="5032" y="325"/>
                    <a:pt x="5032" y="296"/>
                  </a:cubicBezTo>
                  <a:cubicBezTo>
                    <a:pt x="5032" y="266"/>
                    <a:pt x="5025" y="242"/>
                    <a:pt x="5013" y="224"/>
                  </a:cubicBezTo>
                  <a:cubicBezTo>
                    <a:pt x="5004" y="211"/>
                    <a:pt x="4992" y="204"/>
                    <a:pt x="4978" y="204"/>
                  </a:cubicBezTo>
                  <a:cubicBezTo>
                    <a:pt x="4960" y="204"/>
                    <a:pt x="4946" y="213"/>
                    <a:pt x="4936" y="231"/>
                  </a:cubicBezTo>
                  <a:cubicBezTo>
                    <a:pt x="4931" y="239"/>
                    <a:pt x="4926" y="250"/>
                    <a:pt x="4923" y="262"/>
                  </a:cubicBezTo>
                  <a:cubicBezTo>
                    <a:pt x="4920" y="275"/>
                    <a:pt x="4919" y="287"/>
                    <a:pt x="4919" y="300"/>
                  </a:cubicBezTo>
                  <a:close/>
                  <a:moveTo>
                    <a:pt x="5571" y="14"/>
                  </a:moveTo>
                  <a:lnTo>
                    <a:pt x="5571" y="22"/>
                  </a:lnTo>
                  <a:cubicBezTo>
                    <a:pt x="5557" y="23"/>
                    <a:pt x="5546" y="25"/>
                    <a:pt x="5538" y="28"/>
                  </a:cubicBezTo>
                  <a:cubicBezTo>
                    <a:pt x="5529" y="31"/>
                    <a:pt x="5521" y="36"/>
                    <a:pt x="5515" y="43"/>
                  </a:cubicBezTo>
                  <a:cubicBezTo>
                    <a:pt x="5505" y="53"/>
                    <a:pt x="5500" y="66"/>
                    <a:pt x="5497" y="84"/>
                  </a:cubicBezTo>
                  <a:cubicBezTo>
                    <a:pt x="5496" y="97"/>
                    <a:pt x="5495" y="111"/>
                    <a:pt x="5495" y="128"/>
                  </a:cubicBezTo>
                  <a:lnTo>
                    <a:pt x="5495" y="396"/>
                  </a:lnTo>
                  <a:cubicBezTo>
                    <a:pt x="5495" y="417"/>
                    <a:pt x="5496" y="432"/>
                    <a:pt x="5498" y="444"/>
                  </a:cubicBezTo>
                  <a:cubicBezTo>
                    <a:pt x="5500" y="456"/>
                    <a:pt x="5503" y="465"/>
                    <a:pt x="5508" y="472"/>
                  </a:cubicBezTo>
                  <a:cubicBezTo>
                    <a:pt x="5514" y="482"/>
                    <a:pt x="5522" y="489"/>
                    <a:pt x="5532" y="494"/>
                  </a:cubicBezTo>
                  <a:cubicBezTo>
                    <a:pt x="5542" y="498"/>
                    <a:pt x="5555" y="501"/>
                    <a:pt x="5571" y="502"/>
                  </a:cubicBezTo>
                  <a:lnTo>
                    <a:pt x="5571" y="510"/>
                  </a:lnTo>
                  <a:lnTo>
                    <a:pt x="5341" y="510"/>
                  </a:lnTo>
                  <a:lnTo>
                    <a:pt x="5341" y="502"/>
                  </a:lnTo>
                  <a:cubicBezTo>
                    <a:pt x="5355" y="501"/>
                    <a:pt x="5366" y="499"/>
                    <a:pt x="5375" y="496"/>
                  </a:cubicBezTo>
                  <a:cubicBezTo>
                    <a:pt x="5383" y="493"/>
                    <a:pt x="5391" y="488"/>
                    <a:pt x="5397" y="481"/>
                  </a:cubicBezTo>
                  <a:cubicBezTo>
                    <a:pt x="5405" y="473"/>
                    <a:pt x="5410" y="464"/>
                    <a:pt x="5413" y="452"/>
                  </a:cubicBezTo>
                  <a:cubicBezTo>
                    <a:pt x="5416" y="440"/>
                    <a:pt x="5417" y="421"/>
                    <a:pt x="5417" y="396"/>
                  </a:cubicBezTo>
                  <a:lnTo>
                    <a:pt x="5417" y="128"/>
                  </a:lnTo>
                  <a:cubicBezTo>
                    <a:pt x="5417" y="103"/>
                    <a:pt x="5416" y="85"/>
                    <a:pt x="5413" y="73"/>
                  </a:cubicBezTo>
                  <a:cubicBezTo>
                    <a:pt x="5410" y="61"/>
                    <a:pt x="5405" y="51"/>
                    <a:pt x="5397" y="43"/>
                  </a:cubicBezTo>
                  <a:cubicBezTo>
                    <a:pt x="5391" y="36"/>
                    <a:pt x="5383" y="31"/>
                    <a:pt x="5375" y="28"/>
                  </a:cubicBezTo>
                  <a:cubicBezTo>
                    <a:pt x="5366" y="25"/>
                    <a:pt x="5355" y="23"/>
                    <a:pt x="5341" y="22"/>
                  </a:cubicBezTo>
                  <a:lnTo>
                    <a:pt x="5341" y="14"/>
                  </a:lnTo>
                  <a:lnTo>
                    <a:pt x="5571" y="14"/>
                  </a:lnTo>
                  <a:close/>
                  <a:moveTo>
                    <a:pt x="5738" y="196"/>
                  </a:moveTo>
                  <a:cubicBezTo>
                    <a:pt x="5742" y="210"/>
                    <a:pt x="5743" y="224"/>
                    <a:pt x="5743" y="236"/>
                  </a:cubicBezTo>
                  <a:lnTo>
                    <a:pt x="5743" y="242"/>
                  </a:lnTo>
                  <a:cubicBezTo>
                    <a:pt x="5773" y="211"/>
                    <a:pt x="5809" y="196"/>
                    <a:pt x="5850" y="196"/>
                  </a:cubicBezTo>
                  <a:cubicBezTo>
                    <a:pt x="5880" y="196"/>
                    <a:pt x="5905" y="203"/>
                    <a:pt x="5924" y="218"/>
                  </a:cubicBezTo>
                  <a:cubicBezTo>
                    <a:pt x="5942" y="232"/>
                    <a:pt x="5952" y="253"/>
                    <a:pt x="5952" y="279"/>
                  </a:cubicBezTo>
                  <a:lnTo>
                    <a:pt x="5952" y="433"/>
                  </a:lnTo>
                  <a:cubicBezTo>
                    <a:pt x="5952" y="449"/>
                    <a:pt x="5953" y="461"/>
                    <a:pt x="5954" y="469"/>
                  </a:cubicBezTo>
                  <a:cubicBezTo>
                    <a:pt x="5956" y="477"/>
                    <a:pt x="5960" y="483"/>
                    <a:pt x="5966" y="488"/>
                  </a:cubicBezTo>
                  <a:cubicBezTo>
                    <a:pt x="5972" y="495"/>
                    <a:pt x="5985" y="500"/>
                    <a:pt x="6003" y="503"/>
                  </a:cubicBezTo>
                  <a:lnTo>
                    <a:pt x="6003" y="510"/>
                  </a:lnTo>
                  <a:lnTo>
                    <a:pt x="5844" y="510"/>
                  </a:lnTo>
                  <a:lnTo>
                    <a:pt x="5844" y="503"/>
                  </a:lnTo>
                  <a:cubicBezTo>
                    <a:pt x="5858" y="501"/>
                    <a:pt x="5868" y="498"/>
                    <a:pt x="5875" y="495"/>
                  </a:cubicBezTo>
                  <a:cubicBezTo>
                    <a:pt x="5881" y="491"/>
                    <a:pt x="5886" y="485"/>
                    <a:pt x="5890" y="477"/>
                  </a:cubicBezTo>
                  <a:cubicBezTo>
                    <a:pt x="5892" y="471"/>
                    <a:pt x="5894" y="463"/>
                    <a:pt x="5895" y="452"/>
                  </a:cubicBezTo>
                  <a:cubicBezTo>
                    <a:pt x="5896" y="440"/>
                    <a:pt x="5897" y="424"/>
                    <a:pt x="5897" y="403"/>
                  </a:cubicBezTo>
                  <a:lnTo>
                    <a:pt x="5897" y="326"/>
                  </a:lnTo>
                  <a:cubicBezTo>
                    <a:pt x="5897" y="300"/>
                    <a:pt x="5896" y="280"/>
                    <a:pt x="5894" y="268"/>
                  </a:cubicBezTo>
                  <a:cubicBezTo>
                    <a:pt x="5892" y="255"/>
                    <a:pt x="5889" y="246"/>
                    <a:pt x="5884" y="238"/>
                  </a:cubicBezTo>
                  <a:cubicBezTo>
                    <a:pt x="5879" y="230"/>
                    <a:pt x="5871" y="223"/>
                    <a:pt x="5860" y="218"/>
                  </a:cubicBezTo>
                  <a:cubicBezTo>
                    <a:pt x="5850" y="214"/>
                    <a:pt x="5839" y="211"/>
                    <a:pt x="5826" y="211"/>
                  </a:cubicBezTo>
                  <a:cubicBezTo>
                    <a:pt x="5813" y="211"/>
                    <a:pt x="5800" y="214"/>
                    <a:pt x="5789" y="219"/>
                  </a:cubicBezTo>
                  <a:cubicBezTo>
                    <a:pt x="5777" y="224"/>
                    <a:pt x="5768" y="232"/>
                    <a:pt x="5761" y="241"/>
                  </a:cubicBezTo>
                  <a:cubicBezTo>
                    <a:pt x="5754" y="251"/>
                    <a:pt x="5749" y="262"/>
                    <a:pt x="5747" y="274"/>
                  </a:cubicBezTo>
                  <a:cubicBezTo>
                    <a:pt x="5744" y="286"/>
                    <a:pt x="5743" y="306"/>
                    <a:pt x="5743" y="335"/>
                  </a:cubicBezTo>
                  <a:lnTo>
                    <a:pt x="5743" y="406"/>
                  </a:lnTo>
                  <a:lnTo>
                    <a:pt x="5744" y="433"/>
                  </a:lnTo>
                  <a:cubicBezTo>
                    <a:pt x="5744" y="449"/>
                    <a:pt x="5745" y="461"/>
                    <a:pt x="5747" y="469"/>
                  </a:cubicBezTo>
                  <a:cubicBezTo>
                    <a:pt x="5748" y="477"/>
                    <a:pt x="5752" y="483"/>
                    <a:pt x="5758" y="488"/>
                  </a:cubicBezTo>
                  <a:cubicBezTo>
                    <a:pt x="5765" y="495"/>
                    <a:pt x="5777" y="500"/>
                    <a:pt x="5795" y="503"/>
                  </a:cubicBezTo>
                  <a:lnTo>
                    <a:pt x="5795" y="510"/>
                  </a:lnTo>
                  <a:lnTo>
                    <a:pt x="5635" y="510"/>
                  </a:lnTo>
                  <a:lnTo>
                    <a:pt x="5635" y="503"/>
                  </a:lnTo>
                  <a:cubicBezTo>
                    <a:pt x="5650" y="501"/>
                    <a:pt x="5660" y="498"/>
                    <a:pt x="5666" y="495"/>
                  </a:cubicBezTo>
                  <a:cubicBezTo>
                    <a:pt x="5673" y="491"/>
                    <a:pt x="5678" y="485"/>
                    <a:pt x="5682" y="477"/>
                  </a:cubicBezTo>
                  <a:cubicBezTo>
                    <a:pt x="5684" y="471"/>
                    <a:pt x="5686" y="463"/>
                    <a:pt x="5687" y="452"/>
                  </a:cubicBezTo>
                  <a:cubicBezTo>
                    <a:pt x="5688" y="441"/>
                    <a:pt x="5689" y="424"/>
                    <a:pt x="5689" y="403"/>
                  </a:cubicBezTo>
                  <a:lnTo>
                    <a:pt x="5689" y="314"/>
                  </a:lnTo>
                  <a:cubicBezTo>
                    <a:pt x="5689" y="289"/>
                    <a:pt x="5688" y="272"/>
                    <a:pt x="5687" y="262"/>
                  </a:cubicBezTo>
                  <a:cubicBezTo>
                    <a:pt x="5686" y="252"/>
                    <a:pt x="5683" y="244"/>
                    <a:pt x="5679" y="237"/>
                  </a:cubicBezTo>
                  <a:cubicBezTo>
                    <a:pt x="5675" y="231"/>
                    <a:pt x="5670" y="226"/>
                    <a:pt x="5664" y="223"/>
                  </a:cubicBezTo>
                  <a:cubicBezTo>
                    <a:pt x="5658" y="220"/>
                    <a:pt x="5650" y="218"/>
                    <a:pt x="5639" y="217"/>
                  </a:cubicBezTo>
                  <a:lnTo>
                    <a:pt x="5639" y="210"/>
                  </a:lnTo>
                  <a:lnTo>
                    <a:pt x="5738" y="196"/>
                  </a:lnTo>
                  <a:close/>
                </a:path>
              </a:pathLst>
            </a:custGeom>
            <a:grpFill/>
            <a:ln>
              <a:noFill/>
            </a:ln>
          </p:spPr>
          <p:txBody>
            <a:bodyPr/>
            <a:lstStyle/>
            <a:p>
              <a:pPr>
                <a:defRPr/>
              </a:pPr>
              <a:endParaRPr lang="zh-CN" altLang="en-US" sz="2400">
                <a:solidFill>
                  <a:srgbClr val="0060A8"/>
                </a:solidFill>
                <a:cs typeface="+mn-ea"/>
                <a:sym typeface="+mn-lt"/>
              </a:endParaRPr>
            </a:p>
          </p:txBody>
        </p:sp>
        <p:sp>
          <p:nvSpPr>
            <p:cNvPr id="11" name="Freeform 20"/>
            <p:cNvSpPr>
              <a:spLocks noEditPoints="1"/>
            </p:cNvSpPr>
            <p:nvPr>
              <p:custDataLst>
                <p:tags r:id="rId13"/>
              </p:custDataLst>
            </p:nvPr>
          </p:nvSpPr>
          <p:spPr bwMode="auto">
            <a:xfrm>
              <a:off x="7137325" y="1062877"/>
              <a:ext cx="681038" cy="187325"/>
            </a:xfrm>
            <a:custGeom>
              <a:avLst/>
              <a:gdLst>
                <a:gd name="T0" fmla="*/ 31 w 1885"/>
                <a:gd name="T1" fmla="*/ 467 h 516"/>
                <a:gd name="T2" fmla="*/ 140 w 1885"/>
                <a:gd name="T3" fmla="*/ 411 h 516"/>
                <a:gd name="T4" fmla="*/ 3 w 1885"/>
                <a:gd name="T5" fmla="*/ 279 h 516"/>
                <a:gd name="T6" fmla="*/ 137 w 1885"/>
                <a:gd name="T7" fmla="*/ 207 h 516"/>
                <a:gd name="T8" fmla="*/ 171 w 1885"/>
                <a:gd name="T9" fmla="*/ 281 h 516"/>
                <a:gd name="T10" fmla="*/ 117 w 1885"/>
                <a:gd name="T11" fmla="*/ 211 h 516"/>
                <a:gd name="T12" fmla="*/ 52 w 1885"/>
                <a:gd name="T13" fmla="*/ 286 h 516"/>
                <a:gd name="T14" fmla="*/ 197 w 1885"/>
                <a:gd name="T15" fmla="*/ 424 h 516"/>
                <a:gd name="T16" fmla="*/ 33 w 1885"/>
                <a:gd name="T17" fmla="*/ 499 h 516"/>
                <a:gd name="T18" fmla="*/ 366 w 1885"/>
                <a:gd name="T19" fmla="*/ 200 h 516"/>
                <a:gd name="T20" fmla="*/ 366 w 1885"/>
                <a:gd name="T21" fmla="*/ 426 h 516"/>
                <a:gd name="T22" fmla="*/ 448 w 1885"/>
                <a:gd name="T23" fmla="*/ 493 h 516"/>
                <a:gd name="T24" fmla="*/ 390 w 1885"/>
                <a:gd name="T25" fmla="*/ 516 h 516"/>
                <a:gd name="T26" fmla="*/ 311 w 1885"/>
                <a:gd name="T27" fmla="*/ 214 h 516"/>
                <a:gd name="T28" fmla="*/ 335 w 1885"/>
                <a:gd name="T29" fmla="*/ 152 h 516"/>
                <a:gd name="T30" fmla="*/ 366 w 1885"/>
                <a:gd name="T31" fmla="*/ 200 h 516"/>
                <a:gd name="T32" fmla="*/ 610 w 1885"/>
                <a:gd name="T33" fmla="*/ 432 h 516"/>
                <a:gd name="T34" fmla="*/ 661 w 1885"/>
                <a:gd name="T35" fmla="*/ 509 h 516"/>
                <a:gd name="T36" fmla="*/ 547 w 1885"/>
                <a:gd name="T37" fmla="*/ 476 h 516"/>
                <a:gd name="T38" fmla="*/ 553 w 1885"/>
                <a:gd name="T39" fmla="*/ 261 h 516"/>
                <a:gd name="T40" fmla="*/ 505 w 1885"/>
                <a:gd name="T41" fmla="*/ 209 h 516"/>
                <a:gd name="T42" fmla="*/ 557 w 1885"/>
                <a:gd name="T43" fmla="*/ 10 h 516"/>
                <a:gd name="T44" fmla="*/ 604 w 1885"/>
                <a:gd name="T45" fmla="*/ 55 h 516"/>
                <a:gd name="T46" fmla="*/ 902 w 1885"/>
                <a:gd name="T47" fmla="*/ 214 h 516"/>
                <a:gd name="T48" fmla="*/ 841 w 1885"/>
                <a:gd name="T49" fmla="*/ 495 h 516"/>
                <a:gd name="T50" fmla="*/ 921 w 1885"/>
                <a:gd name="T51" fmla="*/ 473 h 516"/>
                <a:gd name="T52" fmla="*/ 759 w 1885"/>
                <a:gd name="T53" fmla="*/ 478 h 516"/>
                <a:gd name="T54" fmla="*/ 717 w 1885"/>
                <a:gd name="T55" fmla="*/ 208 h 516"/>
                <a:gd name="T56" fmla="*/ 797 w 1885"/>
                <a:gd name="T57" fmla="*/ 106 h 516"/>
                <a:gd name="T58" fmla="*/ 1201 w 1885"/>
                <a:gd name="T59" fmla="*/ 471 h 516"/>
                <a:gd name="T60" fmla="*/ 995 w 1885"/>
                <a:gd name="T61" fmla="*/ 306 h 516"/>
                <a:gd name="T62" fmla="*/ 943 w 1885"/>
                <a:gd name="T63" fmla="*/ 209 h 516"/>
                <a:gd name="T64" fmla="*/ 1052 w 1885"/>
                <a:gd name="T65" fmla="*/ 442 h 516"/>
                <a:gd name="T66" fmla="*/ 1156 w 1885"/>
                <a:gd name="T67" fmla="*/ 492 h 516"/>
                <a:gd name="T68" fmla="*/ 1201 w 1885"/>
                <a:gd name="T69" fmla="*/ 305 h 516"/>
                <a:gd name="T70" fmla="*/ 1149 w 1885"/>
                <a:gd name="T71" fmla="*/ 209 h 516"/>
                <a:gd name="T72" fmla="*/ 1257 w 1885"/>
                <a:gd name="T73" fmla="*/ 450 h 516"/>
                <a:gd name="T74" fmla="*/ 1305 w 1885"/>
                <a:gd name="T75" fmla="*/ 503 h 516"/>
                <a:gd name="T76" fmla="*/ 1545 w 1885"/>
                <a:gd name="T77" fmla="*/ 214 h 516"/>
                <a:gd name="T78" fmla="*/ 1485 w 1885"/>
                <a:gd name="T79" fmla="*/ 495 h 516"/>
                <a:gd name="T80" fmla="*/ 1565 w 1885"/>
                <a:gd name="T81" fmla="*/ 473 h 516"/>
                <a:gd name="T82" fmla="*/ 1402 w 1885"/>
                <a:gd name="T83" fmla="*/ 478 h 516"/>
                <a:gd name="T84" fmla="*/ 1361 w 1885"/>
                <a:gd name="T85" fmla="*/ 208 h 516"/>
                <a:gd name="T86" fmla="*/ 1440 w 1885"/>
                <a:gd name="T87" fmla="*/ 106 h 516"/>
                <a:gd name="T88" fmla="*/ 1665 w 1885"/>
                <a:gd name="T89" fmla="*/ 337 h 516"/>
                <a:gd name="T90" fmla="*/ 1789 w 1885"/>
                <a:gd name="T91" fmla="*/ 493 h 516"/>
                <a:gd name="T92" fmla="*/ 1885 w 1885"/>
                <a:gd name="T93" fmla="*/ 430 h 516"/>
                <a:gd name="T94" fmla="*/ 1632 w 1885"/>
                <a:gd name="T95" fmla="*/ 458 h 516"/>
                <a:gd name="T96" fmla="*/ 1809 w 1885"/>
                <a:gd name="T97" fmla="*/ 206 h 516"/>
                <a:gd name="T98" fmla="*/ 1823 w 1885"/>
                <a:gd name="T99" fmla="*/ 297 h 516"/>
                <a:gd name="T100" fmla="*/ 1696 w 1885"/>
                <a:gd name="T101" fmla="*/ 23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85" h="516">
                  <a:moveTo>
                    <a:pt x="0" y="509"/>
                  </a:moveTo>
                  <a:lnTo>
                    <a:pt x="0" y="406"/>
                  </a:lnTo>
                  <a:lnTo>
                    <a:pt x="6" y="406"/>
                  </a:lnTo>
                  <a:cubicBezTo>
                    <a:pt x="13" y="431"/>
                    <a:pt x="21" y="451"/>
                    <a:pt x="31" y="467"/>
                  </a:cubicBezTo>
                  <a:cubicBezTo>
                    <a:pt x="50" y="494"/>
                    <a:pt x="71" y="508"/>
                    <a:pt x="96" y="508"/>
                  </a:cubicBezTo>
                  <a:cubicBezTo>
                    <a:pt x="111" y="508"/>
                    <a:pt x="124" y="503"/>
                    <a:pt x="135" y="494"/>
                  </a:cubicBezTo>
                  <a:cubicBezTo>
                    <a:pt x="147" y="484"/>
                    <a:pt x="153" y="470"/>
                    <a:pt x="153" y="451"/>
                  </a:cubicBezTo>
                  <a:cubicBezTo>
                    <a:pt x="153" y="436"/>
                    <a:pt x="149" y="422"/>
                    <a:pt x="140" y="411"/>
                  </a:cubicBezTo>
                  <a:cubicBezTo>
                    <a:pt x="135" y="405"/>
                    <a:pt x="129" y="399"/>
                    <a:pt x="122" y="394"/>
                  </a:cubicBezTo>
                  <a:cubicBezTo>
                    <a:pt x="115" y="389"/>
                    <a:pt x="102" y="382"/>
                    <a:pt x="85" y="373"/>
                  </a:cubicBezTo>
                  <a:cubicBezTo>
                    <a:pt x="55" y="357"/>
                    <a:pt x="35" y="343"/>
                    <a:pt x="25" y="332"/>
                  </a:cubicBezTo>
                  <a:cubicBezTo>
                    <a:pt x="10" y="317"/>
                    <a:pt x="3" y="299"/>
                    <a:pt x="3" y="279"/>
                  </a:cubicBezTo>
                  <a:cubicBezTo>
                    <a:pt x="3" y="257"/>
                    <a:pt x="10" y="238"/>
                    <a:pt x="25" y="222"/>
                  </a:cubicBezTo>
                  <a:cubicBezTo>
                    <a:pt x="41" y="204"/>
                    <a:pt x="63" y="195"/>
                    <a:pt x="91" y="195"/>
                  </a:cubicBezTo>
                  <a:cubicBezTo>
                    <a:pt x="103" y="195"/>
                    <a:pt x="114" y="198"/>
                    <a:pt x="125" y="202"/>
                  </a:cubicBezTo>
                  <a:lnTo>
                    <a:pt x="137" y="207"/>
                  </a:lnTo>
                  <a:cubicBezTo>
                    <a:pt x="141" y="209"/>
                    <a:pt x="144" y="209"/>
                    <a:pt x="147" y="209"/>
                  </a:cubicBezTo>
                  <a:cubicBezTo>
                    <a:pt x="152" y="209"/>
                    <a:pt x="156" y="206"/>
                    <a:pt x="160" y="200"/>
                  </a:cubicBezTo>
                  <a:lnTo>
                    <a:pt x="168" y="200"/>
                  </a:lnTo>
                  <a:lnTo>
                    <a:pt x="171" y="281"/>
                  </a:lnTo>
                  <a:lnTo>
                    <a:pt x="164" y="281"/>
                  </a:lnTo>
                  <a:cubicBezTo>
                    <a:pt x="161" y="269"/>
                    <a:pt x="159" y="260"/>
                    <a:pt x="156" y="253"/>
                  </a:cubicBezTo>
                  <a:cubicBezTo>
                    <a:pt x="153" y="246"/>
                    <a:pt x="148" y="239"/>
                    <a:pt x="143" y="233"/>
                  </a:cubicBezTo>
                  <a:cubicBezTo>
                    <a:pt x="135" y="224"/>
                    <a:pt x="127" y="216"/>
                    <a:pt x="117" y="211"/>
                  </a:cubicBezTo>
                  <a:cubicBezTo>
                    <a:pt x="107" y="206"/>
                    <a:pt x="97" y="203"/>
                    <a:pt x="88" y="203"/>
                  </a:cubicBezTo>
                  <a:cubicBezTo>
                    <a:pt x="74" y="203"/>
                    <a:pt x="63" y="208"/>
                    <a:pt x="53" y="218"/>
                  </a:cubicBezTo>
                  <a:cubicBezTo>
                    <a:pt x="44" y="228"/>
                    <a:pt x="39" y="240"/>
                    <a:pt x="39" y="254"/>
                  </a:cubicBezTo>
                  <a:cubicBezTo>
                    <a:pt x="39" y="266"/>
                    <a:pt x="43" y="277"/>
                    <a:pt x="52" y="286"/>
                  </a:cubicBezTo>
                  <a:cubicBezTo>
                    <a:pt x="60" y="296"/>
                    <a:pt x="74" y="305"/>
                    <a:pt x="91" y="313"/>
                  </a:cubicBezTo>
                  <a:lnTo>
                    <a:pt x="129" y="330"/>
                  </a:lnTo>
                  <a:cubicBezTo>
                    <a:pt x="152" y="340"/>
                    <a:pt x="169" y="353"/>
                    <a:pt x="180" y="369"/>
                  </a:cubicBezTo>
                  <a:cubicBezTo>
                    <a:pt x="192" y="384"/>
                    <a:pt x="197" y="403"/>
                    <a:pt x="197" y="424"/>
                  </a:cubicBezTo>
                  <a:cubicBezTo>
                    <a:pt x="197" y="449"/>
                    <a:pt x="189" y="470"/>
                    <a:pt x="173" y="487"/>
                  </a:cubicBezTo>
                  <a:cubicBezTo>
                    <a:pt x="154" y="506"/>
                    <a:pt x="130" y="516"/>
                    <a:pt x="101" y="516"/>
                  </a:cubicBezTo>
                  <a:cubicBezTo>
                    <a:pt x="85" y="516"/>
                    <a:pt x="69" y="513"/>
                    <a:pt x="52" y="506"/>
                  </a:cubicBezTo>
                  <a:cubicBezTo>
                    <a:pt x="42" y="502"/>
                    <a:pt x="35" y="500"/>
                    <a:pt x="33" y="499"/>
                  </a:cubicBezTo>
                  <a:cubicBezTo>
                    <a:pt x="31" y="498"/>
                    <a:pt x="28" y="498"/>
                    <a:pt x="25" y="498"/>
                  </a:cubicBezTo>
                  <a:cubicBezTo>
                    <a:pt x="17" y="498"/>
                    <a:pt x="10" y="502"/>
                    <a:pt x="6" y="509"/>
                  </a:cubicBezTo>
                  <a:lnTo>
                    <a:pt x="0" y="509"/>
                  </a:lnTo>
                  <a:close/>
                  <a:moveTo>
                    <a:pt x="366" y="200"/>
                  </a:moveTo>
                  <a:lnTo>
                    <a:pt x="458" y="200"/>
                  </a:lnTo>
                  <a:lnTo>
                    <a:pt x="458" y="214"/>
                  </a:lnTo>
                  <a:lnTo>
                    <a:pt x="366" y="214"/>
                  </a:lnTo>
                  <a:lnTo>
                    <a:pt x="366" y="426"/>
                  </a:lnTo>
                  <a:cubicBezTo>
                    <a:pt x="366" y="451"/>
                    <a:pt x="370" y="469"/>
                    <a:pt x="379" y="480"/>
                  </a:cubicBezTo>
                  <a:cubicBezTo>
                    <a:pt x="384" y="486"/>
                    <a:pt x="389" y="491"/>
                    <a:pt x="397" y="495"/>
                  </a:cubicBezTo>
                  <a:cubicBezTo>
                    <a:pt x="404" y="498"/>
                    <a:pt x="412" y="500"/>
                    <a:pt x="421" y="500"/>
                  </a:cubicBezTo>
                  <a:cubicBezTo>
                    <a:pt x="432" y="500"/>
                    <a:pt x="441" y="497"/>
                    <a:pt x="448" y="493"/>
                  </a:cubicBezTo>
                  <a:cubicBezTo>
                    <a:pt x="455" y="489"/>
                    <a:pt x="463" y="480"/>
                    <a:pt x="471" y="468"/>
                  </a:cubicBezTo>
                  <a:lnTo>
                    <a:pt x="477" y="473"/>
                  </a:lnTo>
                  <a:cubicBezTo>
                    <a:pt x="469" y="488"/>
                    <a:pt x="458" y="498"/>
                    <a:pt x="444" y="505"/>
                  </a:cubicBezTo>
                  <a:cubicBezTo>
                    <a:pt x="429" y="513"/>
                    <a:pt x="411" y="516"/>
                    <a:pt x="390" y="516"/>
                  </a:cubicBezTo>
                  <a:cubicBezTo>
                    <a:pt x="362" y="516"/>
                    <a:pt x="341" y="511"/>
                    <a:pt x="328" y="499"/>
                  </a:cubicBezTo>
                  <a:cubicBezTo>
                    <a:pt x="321" y="494"/>
                    <a:pt x="317" y="487"/>
                    <a:pt x="315" y="478"/>
                  </a:cubicBezTo>
                  <a:cubicBezTo>
                    <a:pt x="312" y="470"/>
                    <a:pt x="311" y="456"/>
                    <a:pt x="311" y="435"/>
                  </a:cubicBezTo>
                  <a:lnTo>
                    <a:pt x="311" y="214"/>
                  </a:lnTo>
                  <a:lnTo>
                    <a:pt x="273" y="214"/>
                  </a:lnTo>
                  <a:lnTo>
                    <a:pt x="273" y="208"/>
                  </a:lnTo>
                  <a:cubicBezTo>
                    <a:pt x="288" y="203"/>
                    <a:pt x="303" y="194"/>
                    <a:pt x="316" y="179"/>
                  </a:cubicBezTo>
                  <a:cubicBezTo>
                    <a:pt x="324" y="170"/>
                    <a:pt x="330" y="161"/>
                    <a:pt x="335" y="152"/>
                  </a:cubicBezTo>
                  <a:cubicBezTo>
                    <a:pt x="340" y="144"/>
                    <a:pt x="345" y="132"/>
                    <a:pt x="349" y="118"/>
                  </a:cubicBezTo>
                  <a:lnTo>
                    <a:pt x="353" y="106"/>
                  </a:lnTo>
                  <a:lnTo>
                    <a:pt x="366" y="106"/>
                  </a:lnTo>
                  <a:lnTo>
                    <a:pt x="366" y="200"/>
                  </a:lnTo>
                  <a:close/>
                  <a:moveTo>
                    <a:pt x="505" y="209"/>
                  </a:moveTo>
                  <a:lnTo>
                    <a:pt x="609" y="195"/>
                  </a:lnTo>
                  <a:lnTo>
                    <a:pt x="609" y="405"/>
                  </a:lnTo>
                  <a:lnTo>
                    <a:pt x="610" y="432"/>
                  </a:lnTo>
                  <a:cubicBezTo>
                    <a:pt x="610" y="449"/>
                    <a:pt x="611" y="461"/>
                    <a:pt x="613" y="468"/>
                  </a:cubicBezTo>
                  <a:cubicBezTo>
                    <a:pt x="614" y="476"/>
                    <a:pt x="618" y="482"/>
                    <a:pt x="624" y="487"/>
                  </a:cubicBezTo>
                  <a:cubicBezTo>
                    <a:pt x="630" y="494"/>
                    <a:pt x="643" y="499"/>
                    <a:pt x="661" y="502"/>
                  </a:cubicBezTo>
                  <a:lnTo>
                    <a:pt x="661" y="509"/>
                  </a:lnTo>
                  <a:lnTo>
                    <a:pt x="501" y="509"/>
                  </a:lnTo>
                  <a:lnTo>
                    <a:pt x="501" y="502"/>
                  </a:lnTo>
                  <a:cubicBezTo>
                    <a:pt x="516" y="500"/>
                    <a:pt x="526" y="497"/>
                    <a:pt x="532" y="494"/>
                  </a:cubicBezTo>
                  <a:cubicBezTo>
                    <a:pt x="539" y="490"/>
                    <a:pt x="544" y="484"/>
                    <a:pt x="547" y="476"/>
                  </a:cubicBezTo>
                  <a:cubicBezTo>
                    <a:pt x="550" y="470"/>
                    <a:pt x="552" y="462"/>
                    <a:pt x="553" y="451"/>
                  </a:cubicBezTo>
                  <a:cubicBezTo>
                    <a:pt x="554" y="440"/>
                    <a:pt x="555" y="423"/>
                    <a:pt x="555" y="402"/>
                  </a:cubicBezTo>
                  <a:lnTo>
                    <a:pt x="555" y="313"/>
                  </a:lnTo>
                  <a:cubicBezTo>
                    <a:pt x="555" y="288"/>
                    <a:pt x="554" y="271"/>
                    <a:pt x="553" y="261"/>
                  </a:cubicBezTo>
                  <a:cubicBezTo>
                    <a:pt x="552" y="251"/>
                    <a:pt x="549" y="243"/>
                    <a:pt x="545" y="236"/>
                  </a:cubicBezTo>
                  <a:cubicBezTo>
                    <a:pt x="541" y="230"/>
                    <a:pt x="536" y="225"/>
                    <a:pt x="530" y="222"/>
                  </a:cubicBezTo>
                  <a:cubicBezTo>
                    <a:pt x="524" y="219"/>
                    <a:pt x="516" y="217"/>
                    <a:pt x="505" y="216"/>
                  </a:cubicBezTo>
                  <a:lnTo>
                    <a:pt x="505" y="209"/>
                  </a:lnTo>
                  <a:close/>
                  <a:moveTo>
                    <a:pt x="580" y="64"/>
                  </a:moveTo>
                  <a:cubicBezTo>
                    <a:pt x="571" y="64"/>
                    <a:pt x="563" y="61"/>
                    <a:pt x="557" y="55"/>
                  </a:cubicBezTo>
                  <a:cubicBezTo>
                    <a:pt x="551" y="49"/>
                    <a:pt x="548" y="41"/>
                    <a:pt x="548" y="32"/>
                  </a:cubicBezTo>
                  <a:cubicBezTo>
                    <a:pt x="548" y="23"/>
                    <a:pt x="551" y="16"/>
                    <a:pt x="557" y="10"/>
                  </a:cubicBezTo>
                  <a:cubicBezTo>
                    <a:pt x="564" y="3"/>
                    <a:pt x="571" y="0"/>
                    <a:pt x="580" y="0"/>
                  </a:cubicBezTo>
                  <a:cubicBezTo>
                    <a:pt x="590" y="0"/>
                    <a:pt x="597" y="3"/>
                    <a:pt x="604" y="10"/>
                  </a:cubicBezTo>
                  <a:cubicBezTo>
                    <a:pt x="610" y="16"/>
                    <a:pt x="613" y="23"/>
                    <a:pt x="613" y="32"/>
                  </a:cubicBezTo>
                  <a:cubicBezTo>
                    <a:pt x="613" y="41"/>
                    <a:pt x="610" y="49"/>
                    <a:pt x="604" y="55"/>
                  </a:cubicBezTo>
                  <a:cubicBezTo>
                    <a:pt x="598" y="61"/>
                    <a:pt x="590" y="64"/>
                    <a:pt x="580" y="64"/>
                  </a:cubicBezTo>
                  <a:close/>
                  <a:moveTo>
                    <a:pt x="810" y="200"/>
                  </a:moveTo>
                  <a:lnTo>
                    <a:pt x="902" y="200"/>
                  </a:lnTo>
                  <a:lnTo>
                    <a:pt x="902" y="214"/>
                  </a:lnTo>
                  <a:lnTo>
                    <a:pt x="810" y="214"/>
                  </a:lnTo>
                  <a:lnTo>
                    <a:pt x="810" y="426"/>
                  </a:lnTo>
                  <a:cubicBezTo>
                    <a:pt x="810" y="451"/>
                    <a:pt x="815" y="469"/>
                    <a:pt x="823" y="480"/>
                  </a:cubicBezTo>
                  <a:cubicBezTo>
                    <a:pt x="828" y="486"/>
                    <a:pt x="834" y="491"/>
                    <a:pt x="841" y="495"/>
                  </a:cubicBezTo>
                  <a:cubicBezTo>
                    <a:pt x="849" y="498"/>
                    <a:pt x="857" y="500"/>
                    <a:pt x="865" y="500"/>
                  </a:cubicBezTo>
                  <a:cubicBezTo>
                    <a:pt x="876" y="500"/>
                    <a:pt x="885" y="497"/>
                    <a:pt x="892" y="493"/>
                  </a:cubicBezTo>
                  <a:cubicBezTo>
                    <a:pt x="899" y="489"/>
                    <a:pt x="907" y="480"/>
                    <a:pt x="916" y="468"/>
                  </a:cubicBezTo>
                  <a:lnTo>
                    <a:pt x="921" y="473"/>
                  </a:lnTo>
                  <a:cubicBezTo>
                    <a:pt x="913" y="488"/>
                    <a:pt x="902" y="498"/>
                    <a:pt x="888" y="505"/>
                  </a:cubicBezTo>
                  <a:cubicBezTo>
                    <a:pt x="874" y="513"/>
                    <a:pt x="856" y="516"/>
                    <a:pt x="834" y="516"/>
                  </a:cubicBezTo>
                  <a:cubicBezTo>
                    <a:pt x="806" y="516"/>
                    <a:pt x="786" y="511"/>
                    <a:pt x="773" y="499"/>
                  </a:cubicBezTo>
                  <a:cubicBezTo>
                    <a:pt x="766" y="494"/>
                    <a:pt x="761" y="487"/>
                    <a:pt x="759" y="478"/>
                  </a:cubicBezTo>
                  <a:cubicBezTo>
                    <a:pt x="757" y="470"/>
                    <a:pt x="756" y="456"/>
                    <a:pt x="756" y="435"/>
                  </a:cubicBezTo>
                  <a:lnTo>
                    <a:pt x="756" y="214"/>
                  </a:lnTo>
                  <a:lnTo>
                    <a:pt x="717" y="214"/>
                  </a:lnTo>
                  <a:lnTo>
                    <a:pt x="717" y="208"/>
                  </a:lnTo>
                  <a:cubicBezTo>
                    <a:pt x="733" y="203"/>
                    <a:pt x="747" y="194"/>
                    <a:pt x="760" y="179"/>
                  </a:cubicBezTo>
                  <a:cubicBezTo>
                    <a:pt x="768" y="170"/>
                    <a:pt x="775" y="161"/>
                    <a:pt x="780" y="152"/>
                  </a:cubicBezTo>
                  <a:cubicBezTo>
                    <a:pt x="784" y="144"/>
                    <a:pt x="789" y="132"/>
                    <a:pt x="793" y="118"/>
                  </a:cubicBezTo>
                  <a:lnTo>
                    <a:pt x="797" y="106"/>
                  </a:lnTo>
                  <a:lnTo>
                    <a:pt x="810" y="106"/>
                  </a:lnTo>
                  <a:lnTo>
                    <a:pt x="810" y="200"/>
                  </a:lnTo>
                  <a:close/>
                  <a:moveTo>
                    <a:pt x="1206" y="516"/>
                  </a:moveTo>
                  <a:cubicBezTo>
                    <a:pt x="1203" y="501"/>
                    <a:pt x="1201" y="486"/>
                    <a:pt x="1201" y="471"/>
                  </a:cubicBezTo>
                  <a:cubicBezTo>
                    <a:pt x="1171" y="501"/>
                    <a:pt x="1135" y="516"/>
                    <a:pt x="1094" y="516"/>
                  </a:cubicBezTo>
                  <a:cubicBezTo>
                    <a:pt x="1064" y="516"/>
                    <a:pt x="1040" y="509"/>
                    <a:pt x="1021" y="494"/>
                  </a:cubicBezTo>
                  <a:cubicBezTo>
                    <a:pt x="1003" y="479"/>
                    <a:pt x="995" y="459"/>
                    <a:pt x="995" y="432"/>
                  </a:cubicBezTo>
                  <a:lnTo>
                    <a:pt x="995" y="306"/>
                  </a:lnTo>
                  <a:lnTo>
                    <a:pt x="994" y="278"/>
                  </a:lnTo>
                  <a:cubicBezTo>
                    <a:pt x="994" y="262"/>
                    <a:pt x="993" y="250"/>
                    <a:pt x="991" y="242"/>
                  </a:cubicBezTo>
                  <a:cubicBezTo>
                    <a:pt x="989" y="235"/>
                    <a:pt x="986" y="229"/>
                    <a:pt x="980" y="223"/>
                  </a:cubicBezTo>
                  <a:cubicBezTo>
                    <a:pt x="973" y="217"/>
                    <a:pt x="961" y="212"/>
                    <a:pt x="943" y="209"/>
                  </a:cubicBezTo>
                  <a:lnTo>
                    <a:pt x="943" y="200"/>
                  </a:lnTo>
                  <a:lnTo>
                    <a:pt x="1049" y="200"/>
                  </a:lnTo>
                  <a:lnTo>
                    <a:pt x="1049" y="385"/>
                  </a:lnTo>
                  <a:cubicBezTo>
                    <a:pt x="1049" y="411"/>
                    <a:pt x="1050" y="430"/>
                    <a:pt x="1052" y="442"/>
                  </a:cubicBezTo>
                  <a:cubicBezTo>
                    <a:pt x="1054" y="455"/>
                    <a:pt x="1057" y="465"/>
                    <a:pt x="1062" y="473"/>
                  </a:cubicBezTo>
                  <a:cubicBezTo>
                    <a:pt x="1067" y="481"/>
                    <a:pt x="1075" y="488"/>
                    <a:pt x="1085" y="493"/>
                  </a:cubicBezTo>
                  <a:cubicBezTo>
                    <a:pt x="1094" y="497"/>
                    <a:pt x="1105" y="500"/>
                    <a:pt x="1118" y="500"/>
                  </a:cubicBezTo>
                  <a:cubicBezTo>
                    <a:pt x="1131" y="500"/>
                    <a:pt x="1144" y="497"/>
                    <a:pt x="1156" y="492"/>
                  </a:cubicBezTo>
                  <a:cubicBezTo>
                    <a:pt x="1167" y="486"/>
                    <a:pt x="1177" y="479"/>
                    <a:pt x="1183" y="470"/>
                  </a:cubicBezTo>
                  <a:cubicBezTo>
                    <a:pt x="1190" y="461"/>
                    <a:pt x="1195" y="450"/>
                    <a:pt x="1197" y="437"/>
                  </a:cubicBezTo>
                  <a:cubicBezTo>
                    <a:pt x="1200" y="425"/>
                    <a:pt x="1201" y="405"/>
                    <a:pt x="1201" y="376"/>
                  </a:cubicBezTo>
                  <a:lnTo>
                    <a:pt x="1201" y="305"/>
                  </a:lnTo>
                  <a:lnTo>
                    <a:pt x="1200" y="278"/>
                  </a:lnTo>
                  <a:cubicBezTo>
                    <a:pt x="1200" y="262"/>
                    <a:pt x="1199" y="250"/>
                    <a:pt x="1198" y="242"/>
                  </a:cubicBezTo>
                  <a:cubicBezTo>
                    <a:pt x="1196" y="235"/>
                    <a:pt x="1192" y="229"/>
                    <a:pt x="1186" y="223"/>
                  </a:cubicBezTo>
                  <a:cubicBezTo>
                    <a:pt x="1180" y="217"/>
                    <a:pt x="1167" y="212"/>
                    <a:pt x="1149" y="209"/>
                  </a:cubicBezTo>
                  <a:lnTo>
                    <a:pt x="1149" y="200"/>
                  </a:lnTo>
                  <a:lnTo>
                    <a:pt x="1255" y="200"/>
                  </a:lnTo>
                  <a:lnTo>
                    <a:pt x="1255" y="398"/>
                  </a:lnTo>
                  <a:cubicBezTo>
                    <a:pt x="1255" y="423"/>
                    <a:pt x="1256" y="440"/>
                    <a:pt x="1257" y="450"/>
                  </a:cubicBezTo>
                  <a:cubicBezTo>
                    <a:pt x="1259" y="460"/>
                    <a:pt x="1261" y="469"/>
                    <a:pt x="1265" y="475"/>
                  </a:cubicBezTo>
                  <a:cubicBezTo>
                    <a:pt x="1269" y="482"/>
                    <a:pt x="1274" y="487"/>
                    <a:pt x="1280" y="490"/>
                  </a:cubicBezTo>
                  <a:cubicBezTo>
                    <a:pt x="1286" y="493"/>
                    <a:pt x="1294" y="495"/>
                    <a:pt x="1305" y="495"/>
                  </a:cubicBezTo>
                  <a:lnTo>
                    <a:pt x="1305" y="503"/>
                  </a:lnTo>
                  <a:lnTo>
                    <a:pt x="1206" y="516"/>
                  </a:lnTo>
                  <a:close/>
                  <a:moveTo>
                    <a:pt x="1454" y="200"/>
                  </a:moveTo>
                  <a:lnTo>
                    <a:pt x="1545" y="200"/>
                  </a:lnTo>
                  <a:lnTo>
                    <a:pt x="1545" y="214"/>
                  </a:lnTo>
                  <a:lnTo>
                    <a:pt x="1454" y="214"/>
                  </a:lnTo>
                  <a:lnTo>
                    <a:pt x="1454" y="426"/>
                  </a:lnTo>
                  <a:cubicBezTo>
                    <a:pt x="1454" y="451"/>
                    <a:pt x="1458" y="469"/>
                    <a:pt x="1467" y="480"/>
                  </a:cubicBezTo>
                  <a:cubicBezTo>
                    <a:pt x="1471" y="486"/>
                    <a:pt x="1477" y="491"/>
                    <a:pt x="1485" y="495"/>
                  </a:cubicBezTo>
                  <a:cubicBezTo>
                    <a:pt x="1492" y="498"/>
                    <a:pt x="1500" y="500"/>
                    <a:pt x="1509" y="500"/>
                  </a:cubicBezTo>
                  <a:cubicBezTo>
                    <a:pt x="1519" y="500"/>
                    <a:pt x="1528" y="497"/>
                    <a:pt x="1536" y="493"/>
                  </a:cubicBezTo>
                  <a:cubicBezTo>
                    <a:pt x="1543" y="489"/>
                    <a:pt x="1551" y="480"/>
                    <a:pt x="1559" y="468"/>
                  </a:cubicBezTo>
                  <a:lnTo>
                    <a:pt x="1565" y="473"/>
                  </a:lnTo>
                  <a:cubicBezTo>
                    <a:pt x="1557" y="488"/>
                    <a:pt x="1546" y="498"/>
                    <a:pt x="1531" y="505"/>
                  </a:cubicBezTo>
                  <a:cubicBezTo>
                    <a:pt x="1517" y="513"/>
                    <a:pt x="1499" y="516"/>
                    <a:pt x="1478" y="516"/>
                  </a:cubicBezTo>
                  <a:cubicBezTo>
                    <a:pt x="1450" y="516"/>
                    <a:pt x="1429" y="511"/>
                    <a:pt x="1416" y="499"/>
                  </a:cubicBezTo>
                  <a:cubicBezTo>
                    <a:pt x="1409" y="494"/>
                    <a:pt x="1405" y="487"/>
                    <a:pt x="1402" y="478"/>
                  </a:cubicBezTo>
                  <a:cubicBezTo>
                    <a:pt x="1400" y="470"/>
                    <a:pt x="1399" y="456"/>
                    <a:pt x="1399" y="435"/>
                  </a:cubicBezTo>
                  <a:lnTo>
                    <a:pt x="1399" y="214"/>
                  </a:lnTo>
                  <a:lnTo>
                    <a:pt x="1361" y="214"/>
                  </a:lnTo>
                  <a:lnTo>
                    <a:pt x="1361" y="208"/>
                  </a:lnTo>
                  <a:cubicBezTo>
                    <a:pt x="1376" y="203"/>
                    <a:pt x="1391" y="194"/>
                    <a:pt x="1404" y="179"/>
                  </a:cubicBezTo>
                  <a:cubicBezTo>
                    <a:pt x="1412" y="170"/>
                    <a:pt x="1418" y="161"/>
                    <a:pt x="1423" y="152"/>
                  </a:cubicBezTo>
                  <a:cubicBezTo>
                    <a:pt x="1428" y="144"/>
                    <a:pt x="1432" y="132"/>
                    <a:pt x="1437" y="118"/>
                  </a:cubicBezTo>
                  <a:lnTo>
                    <a:pt x="1440" y="106"/>
                  </a:lnTo>
                  <a:lnTo>
                    <a:pt x="1454" y="106"/>
                  </a:lnTo>
                  <a:lnTo>
                    <a:pt x="1454" y="200"/>
                  </a:lnTo>
                  <a:close/>
                  <a:moveTo>
                    <a:pt x="1666" y="311"/>
                  </a:moveTo>
                  <a:cubicBezTo>
                    <a:pt x="1665" y="323"/>
                    <a:pt x="1665" y="332"/>
                    <a:pt x="1665" y="337"/>
                  </a:cubicBezTo>
                  <a:cubicBezTo>
                    <a:pt x="1665" y="358"/>
                    <a:pt x="1668" y="379"/>
                    <a:pt x="1674" y="399"/>
                  </a:cubicBezTo>
                  <a:cubicBezTo>
                    <a:pt x="1680" y="419"/>
                    <a:pt x="1688" y="436"/>
                    <a:pt x="1699" y="449"/>
                  </a:cubicBezTo>
                  <a:cubicBezTo>
                    <a:pt x="1709" y="463"/>
                    <a:pt x="1723" y="474"/>
                    <a:pt x="1739" y="481"/>
                  </a:cubicBezTo>
                  <a:cubicBezTo>
                    <a:pt x="1755" y="489"/>
                    <a:pt x="1772" y="493"/>
                    <a:pt x="1789" y="493"/>
                  </a:cubicBezTo>
                  <a:cubicBezTo>
                    <a:pt x="1802" y="493"/>
                    <a:pt x="1814" y="491"/>
                    <a:pt x="1826" y="486"/>
                  </a:cubicBezTo>
                  <a:cubicBezTo>
                    <a:pt x="1838" y="482"/>
                    <a:pt x="1847" y="476"/>
                    <a:pt x="1855" y="468"/>
                  </a:cubicBezTo>
                  <a:cubicBezTo>
                    <a:pt x="1864" y="460"/>
                    <a:pt x="1871" y="446"/>
                    <a:pt x="1877" y="428"/>
                  </a:cubicBezTo>
                  <a:lnTo>
                    <a:pt x="1885" y="430"/>
                  </a:lnTo>
                  <a:cubicBezTo>
                    <a:pt x="1878" y="459"/>
                    <a:pt x="1865" y="480"/>
                    <a:pt x="1844" y="494"/>
                  </a:cubicBezTo>
                  <a:cubicBezTo>
                    <a:pt x="1824" y="509"/>
                    <a:pt x="1797" y="516"/>
                    <a:pt x="1762" y="516"/>
                  </a:cubicBezTo>
                  <a:cubicBezTo>
                    <a:pt x="1733" y="516"/>
                    <a:pt x="1707" y="511"/>
                    <a:pt x="1686" y="502"/>
                  </a:cubicBezTo>
                  <a:cubicBezTo>
                    <a:pt x="1665" y="493"/>
                    <a:pt x="1647" y="478"/>
                    <a:pt x="1632" y="458"/>
                  </a:cubicBezTo>
                  <a:cubicBezTo>
                    <a:pt x="1612" y="431"/>
                    <a:pt x="1602" y="397"/>
                    <a:pt x="1602" y="357"/>
                  </a:cubicBezTo>
                  <a:cubicBezTo>
                    <a:pt x="1602" y="303"/>
                    <a:pt x="1621" y="260"/>
                    <a:pt x="1660" y="229"/>
                  </a:cubicBezTo>
                  <a:cubicBezTo>
                    <a:pt x="1688" y="207"/>
                    <a:pt x="1720" y="195"/>
                    <a:pt x="1756" y="195"/>
                  </a:cubicBezTo>
                  <a:cubicBezTo>
                    <a:pt x="1775" y="195"/>
                    <a:pt x="1793" y="199"/>
                    <a:pt x="1809" y="206"/>
                  </a:cubicBezTo>
                  <a:cubicBezTo>
                    <a:pt x="1826" y="213"/>
                    <a:pt x="1840" y="222"/>
                    <a:pt x="1851" y="235"/>
                  </a:cubicBezTo>
                  <a:cubicBezTo>
                    <a:pt x="1869" y="256"/>
                    <a:pt x="1877" y="281"/>
                    <a:pt x="1877" y="311"/>
                  </a:cubicBezTo>
                  <a:lnTo>
                    <a:pt x="1666" y="311"/>
                  </a:lnTo>
                  <a:close/>
                  <a:moveTo>
                    <a:pt x="1823" y="297"/>
                  </a:moveTo>
                  <a:cubicBezTo>
                    <a:pt x="1822" y="273"/>
                    <a:pt x="1817" y="255"/>
                    <a:pt x="1810" y="242"/>
                  </a:cubicBezTo>
                  <a:cubicBezTo>
                    <a:pt x="1804" y="230"/>
                    <a:pt x="1795" y="221"/>
                    <a:pt x="1784" y="214"/>
                  </a:cubicBezTo>
                  <a:cubicBezTo>
                    <a:pt x="1773" y="207"/>
                    <a:pt x="1762" y="203"/>
                    <a:pt x="1750" y="203"/>
                  </a:cubicBezTo>
                  <a:cubicBezTo>
                    <a:pt x="1729" y="203"/>
                    <a:pt x="1711" y="212"/>
                    <a:pt x="1696" y="230"/>
                  </a:cubicBezTo>
                  <a:cubicBezTo>
                    <a:pt x="1680" y="248"/>
                    <a:pt x="1671" y="270"/>
                    <a:pt x="1668" y="297"/>
                  </a:cubicBezTo>
                  <a:lnTo>
                    <a:pt x="1823" y="297"/>
                  </a:lnTo>
                  <a:close/>
                </a:path>
              </a:pathLst>
            </a:custGeom>
            <a:grpFill/>
            <a:ln>
              <a:noFill/>
            </a:ln>
          </p:spPr>
          <p:txBody>
            <a:bodyPr/>
            <a:lstStyle/>
            <a:p>
              <a:pPr>
                <a:defRPr/>
              </a:pPr>
              <a:endParaRPr lang="zh-CN" altLang="en-US" sz="2400">
                <a:solidFill>
                  <a:srgbClr val="0060A8"/>
                </a:solidFill>
                <a:cs typeface="+mn-ea"/>
                <a:sym typeface="+mn-lt"/>
              </a:endParaRPr>
            </a:p>
          </p:txBody>
        </p:sp>
        <p:sp>
          <p:nvSpPr>
            <p:cNvPr id="23" name="Freeform 21"/>
            <p:cNvSpPr>
              <a:spLocks noEditPoints="1"/>
            </p:cNvSpPr>
            <p:nvPr>
              <p:custDataLst>
                <p:tags r:id="rId14"/>
              </p:custDataLst>
            </p:nvPr>
          </p:nvSpPr>
          <p:spPr bwMode="auto">
            <a:xfrm>
              <a:off x="1079425" y="281827"/>
              <a:ext cx="906463" cy="930275"/>
            </a:xfrm>
            <a:custGeom>
              <a:avLst/>
              <a:gdLst>
                <a:gd name="T0" fmla="*/ 1257 w 2514"/>
                <a:gd name="T1" fmla="*/ 0 h 2566"/>
                <a:gd name="T2" fmla="*/ 427 w 2514"/>
                <a:gd name="T3" fmla="*/ 1977 h 2566"/>
                <a:gd name="T4" fmla="*/ 478 w 2514"/>
                <a:gd name="T5" fmla="*/ 1954 h 2566"/>
                <a:gd name="T6" fmla="*/ 937 w 2514"/>
                <a:gd name="T7" fmla="*/ 1881 h 2566"/>
                <a:gd name="T8" fmla="*/ 793 w 2514"/>
                <a:gd name="T9" fmla="*/ 2323 h 2566"/>
                <a:gd name="T10" fmla="*/ 978 w 2514"/>
                <a:gd name="T11" fmla="*/ 2293 h 2566"/>
                <a:gd name="T12" fmla="*/ 1027 w 2514"/>
                <a:gd name="T13" fmla="*/ 2322 h 2566"/>
                <a:gd name="T14" fmla="*/ 1343 w 2514"/>
                <a:gd name="T15" fmla="*/ 2163 h 2566"/>
                <a:gd name="T16" fmla="*/ 2077 w 2514"/>
                <a:gd name="T17" fmla="*/ 921 h 2566"/>
                <a:gd name="T18" fmla="*/ 1611 w 2514"/>
                <a:gd name="T19" fmla="*/ 351 h 2566"/>
                <a:gd name="T20" fmla="*/ 1400 w 2514"/>
                <a:gd name="T21" fmla="*/ 302 h 2566"/>
                <a:gd name="T22" fmla="*/ 1049 w 2514"/>
                <a:gd name="T23" fmla="*/ 274 h 2566"/>
                <a:gd name="T24" fmla="*/ 996 w 2514"/>
                <a:gd name="T25" fmla="*/ 297 h 2566"/>
                <a:gd name="T26" fmla="*/ 1389 w 2514"/>
                <a:gd name="T27" fmla="*/ 420 h 2566"/>
                <a:gd name="T28" fmla="*/ 1765 w 2514"/>
                <a:gd name="T29" fmla="*/ 890 h 2566"/>
                <a:gd name="T30" fmla="*/ 1263 w 2514"/>
                <a:gd name="T31" fmla="*/ 1863 h 2566"/>
                <a:gd name="T32" fmla="*/ 1012 w 2514"/>
                <a:gd name="T33" fmla="*/ 1882 h 2566"/>
                <a:gd name="T34" fmla="*/ 965 w 2514"/>
                <a:gd name="T35" fmla="*/ 1718 h 2566"/>
                <a:gd name="T36" fmla="*/ 907 w 2514"/>
                <a:gd name="T37" fmla="*/ 1314 h 2566"/>
                <a:gd name="T38" fmla="*/ 837 w 2514"/>
                <a:gd name="T39" fmla="*/ 816 h 2566"/>
                <a:gd name="T40" fmla="*/ 824 w 2514"/>
                <a:gd name="T41" fmla="*/ 722 h 2566"/>
                <a:gd name="T42" fmla="*/ 581 w 2514"/>
                <a:gd name="T43" fmla="*/ 723 h 2566"/>
                <a:gd name="T44" fmla="*/ 568 w 2514"/>
                <a:gd name="T45" fmla="*/ 816 h 2566"/>
                <a:gd name="T46" fmla="*/ 487 w 2514"/>
                <a:gd name="T47" fmla="*/ 1484 h 2566"/>
                <a:gd name="T48" fmla="*/ 377 w 2514"/>
                <a:gd name="T49" fmla="*/ 1771 h 2566"/>
                <a:gd name="T50" fmla="*/ 402 w 2514"/>
                <a:gd name="T51" fmla="*/ 1932 h 2566"/>
                <a:gd name="T52" fmla="*/ 427 w 2514"/>
                <a:gd name="T53" fmla="*/ 1977 h 2566"/>
                <a:gd name="T54" fmla="*/ 1835 w 2514"/>
                <a:gd name="T55" fmla="*/ 2301 h 2566"/>
                <a:gd name="T56" fmla="*/ 1905 w 2514"/>
                <a:gd name="T57" fmla="*/ 2286 h 2566"/>
                <a:gd name="T58" fmla="*/ 2190 w 2514"/>
                <a:gd name="T59" fmla="*/ 1970 h 2566"/>
                <a:gd name="T60" fmla="*/ 2223 w 2514"/>
                <a:gd name="T61" fmla="*/ 1560 h 2566"/>
                <a:gd name="T62" fmla="*/ 1978 w 2514"/>
                <a:gd name="T63" fmla="*/ 2119 h 2566"/>
                <a:gd name="T64" fmla="*/ 1261 w 2514"/>
                <a:gd name="T65" fmla="*/ 2395 h 2566"/>
                <a:gd name="T66" fmla="*/ 1396 w 2514"/>
                <a:gd name="T67" fmla="*/ 2414 h 2566"/>
                <a:gd name="T68" fmla="*/ 1406 w 2514"/>
                <a:gd name="T69" fmla="*/ 2483 h 2566"/>
                <a:gd name="T70" fmla="*/ 1816 w 2514"/>
                <a:gd name="T71" fmla="*/ 2119 h 2566"/>
                <a:gd name="T72" fmla="*/ 2121 w 2514"/>
                <a:gd name="T73" fmla="*/ 874 h 2566"/>
                <a:gd name="T74" fmla="*/ 1348 w 2514"/>
                <a:gd name="T75" fmla="*/ 2333 h 2566"/>
                <a:gd name="T76" fmla="*/ 1095 w 2514"/>
                <a:gd name="T77" fmla="*/ 2036 h 2566"/>
                <a:gd name="T78" fmla="*/ 1074 w 2514"/>
                <a:gd name="T79" fmla="*/ 2030 h 2566"/>
                <a:gd name="T80" fmla="*/ 914 w 2514"/>
                <a:gd name="T81" fmla="*/ 1719 h 2566"/>
                <a:gd name="T82" fmla="*/ 548 w 2514"/>
                <a:gd name="T83" fmla="*/ 1378 h 2566"/>
                <a:gd name="T84" fmla="*/ 686 w 2514"/>
                <a:gd name="T85" fmla="*/ 1278 h 2566"/>
                <a:gd name="T86" fmla="*/ 506 w 2514"/>
                <a:gd name="T87" fmla="*/ 1719 h 2566"/>
                <a:gd name="T88" fmla="*/ 730 w 2514"/>
                <a:gd name="T89" fmla="*/ 851 h 2566"/>
                <a:gd name="T90" fmla="*/ 818 w 2514"/>
                <a:gd name="T91" fmla="*/ 1351 h 2566"/>
                <a:gd name="T92" fmla="*/ 711 w 2514"/>
                <a:gd name="T93" fmla="*/ 887 h 2566"/>
                <a:gd name="T94" fmla="*/ 695 w 2514"/>
                <a:gd name="T95" fmla="*/ 816 h 2566"/>
                <a:gd name="T96" fmla="*/ 723 w 2514"/>
                <a:gd name="T97" fmla="*/ 344 h 2566"/>
                <a:gd name="T98" fmla="*/ 742 w 2514"/>
                <a:gd name="T99" fmla="*/ 723 h 2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14" h="2566">
                  <a:moveTo>
                    <a:pt x="1257" y="2566"/>
                  </a:moveTo>
                  <a:cubicBezTo>
                    <a:pt x="1951" y="2566"/>
                    <a:pt x="2514" y="1992"/>
                    <a:pt x="2514" y="1283"/>
                  </a:cubicBezTo>
                  <a:cubicBezTo>
                    <a:pt x="2514" y="574"/>
                    <a:pt x="1951" y="0"/>
                    <a:pt x="1257" y="0"/>
                  </a:cubicBezTo>
                  <a:cubicBezTo>
                    <a:pt x="563" y="0"/>
                    <a:pt x="0" y="574"/>
                    <a:pt x="0" y="1283"/>
                  </a:cubicBezTo>
                  <a:cubicBezTo>
                    <a:pt x="0" y="1992"/>
                    <a:pt x="563" y="2566"/>
                    <a:pt x="1257" y="2566"/>
                  </a:cubicBezTo>
                  <a:close/>
                  <a:moveTo>
                    <a:pt x="427" y="1977"/>
                  </a:moveTo>
                  <a:lnTo>
                    <a:pt x="399" y="2208"/>
                  </a:lnTo>
                  <a:cubicBezTo>
                    <a:pt x="413" y="2221"/>
                    <a:pt x="427" y="2235"/>
                    <a:pt x="442" y="2248"/>
                  </a:cubicBezTo>
                  <a:cubicBezTo>
                    <a:pt x="449" y="2179"/>
                    <a:pt x="469" y="2024"/>
                    <a:pt x="478" y="1954"/>
                  </a:cubicBezTo>
                  <a:cubicBezTo>
                    <a:pt x="479" y="1945"/>
                    <a:pt x="481" y="1914"/>
                    <a:pt x="484" y="1908"/>
                  </a:cubicBezTo>
                  <a:cubicBezTo>
                    <a:pt x="486" y="1904"/>
                    <a:pt x="503" y="1885"/>
                    <a:pt x="507" y="1882"/>
                  </a:cubicBezTo>
                  <a:lnTo>
                    <a:pt x="937" y="1881"/>
                  </a:lnTo>
                  <a:lnTo>
                    <a:pt x="963" y="2068"/>
                  </a:lnTo>
                  <a:lnTo>
                    <a:pt x="974" y="2155"/>
                  </a:lnTo>
                  <a:cubicBezTo>
                    <a:pt x="951" y="2180"/>
                    <a:pt x="798" y="2312"/>
                    <a:pt x="793" y="2323"/>
                  </a:cubicBezTo>
                  <a:cubicBezTo>
                    <a:pt x="816" y="2328"/>
                    <a:pt x="931" y="2250"/>
                    <a:pt x="962" y="2238"/>
                  </a:cubicBezTo>
                  <a:lnTo>
                    <a:pt x="825" y="2375"/>
                  </a:lnTo>
                  <a:lnTo>
                    <a:pt x="978" y="2293"/>
                  </a:lnTo>
                  <a:cubicBezTo>
                    <a:pt x="962" y="2307"/>
                    <a:pt x="920" y="2357"/>
                    <a:pt x="906" y="2364"/>
                  </a:cubicBezTo>
                  <a:cubicBezTo>
                    <a:pt x="902" y="2374"/>
                    <a:pt x="886" y="2382"/>
                    <a:pt x="880" y="2393"/>
                  </a:cubicBezTo>
                  <a:cubicBezTo>
                    <a:pt x="914" y="2382"/>
                    <a:pt x="995" y="2331"/>
                    <a:pt x="1027" y="2322"/>
                  </a:cubicBezTo>
                  <a:lnTo>
                    <a:pt x="947" y="2432"/>
                  </a:lnTo>
                  <a:cubicBezTo>
                    <a:pt x="1008" y="2414"/>
                    <a:pt x="1107" y="2349"/>
                    <a:pt x="1160" y="2311"/>
                  </a:cubicBezTo>
                  <a:cubicBezTo>
                    <a:pt x="1205" y="2278"/>
                    <a:pt x="1305" y="2200"/>
                    <a:pt x="1343" y="2163"/>
                  </a:cubicBezTo>
                  <a:cubicBezTo>
                    <a:pt x="1398" y="2108"/>
                    <a:pt x="1456" y="2057"/>
                    <a:pt x="1509" y="1999"/>
                  </a:cubicBezTo>
                  <a:cubicBezTo>
                    <a:pt x="1561" y="1943"/>
                    <a:pt x="1614" y="1883"/>
                    <a:pt x="1662" y="1823"/>
                  </a:cubicBezTo>
                  <a:cubicBezTo>
                    <a:pt x="1851" y="1584"/>
                    <a:pt x="2074" y="1231"/>
                    <a:pt x="2077" y="921"/>
                  </a:cubicBezTo>
                  <a:cubicBezTo>
                    <a:pt x="2076" y="772"/>
                    <a:pt x="2050" y="679"/>
                    <a:pt x="1959" y="563"/>
                  </a:cubicBezTo>
                  <a:cubicBezTo>
                    <a:pt x="1935" y="532"/>
                    <a:pt x="1889" y="496"/>
                    <a:pt x="1880" y="485"/>
                  </a:cubicBezTo>
                  <a:cubicBezTo>
                    <a:pt x="1870" y="481"/>
                    <a:pt x="1791" y="409"/>
                    <a:pt x="1611" y="351"/>
                  </a:cubicBezTo>
                  <a:cubicBezTo>
                    <a:pt x="1578" y="340"/>
                    <a:pt x="1530" y="330"/>
                    <a:pt x="1509" y="323"/>
                  </a:cubicBezTo>
                  <a:cubicBezTo>
                    <a:pt x="1492" y="321"/>
                    <a:pt x="1472" y="315"/>
                    <a:pt x="1454" y="312"/>
                  </a:cubicBezTo>
                  <a:cubicBezTo>
                    <a:pt x="1436" y="308"/>
                    <a:pt x="1418" y="305"/>
                    <a:pt x="1400" y="302"/>
                  </a:cubicBezTo>
                  <a:cubicBezTo>
                    <a:pt x="1364" y="296"/>
                    <a:pt x="1326" y="292"/>
                    <a:pt x="1290" y="288"/>
                  </a:cubicBezTo>
                  <a:cubicBezTo>
                    <a:pt x="1250" y="285"/>
                    <a:pt x="1210" y="281"/>
                    <a:pt x="1170" y="278"/>
                  </a:cubicBezTo>
                  <a:cubicBezTo>
                    <a:pt x="1132" y="276"/>
                    <a:pt x="1086" y="272"/>
                    <a:pt x="1049" y="274"/>
                  </a:cubicBezTo>
                  <a:cubicBezTo>
                    <a:pt x="1021" y="274"/>
                    <a:pt x="903" y="270"/>
                    <a:pt x="887" y="276"/>
                  </a:cubicBezTo>
                  <a:lnTo>
                    <a:pt x="925" y="284"/>
                  </a:lnTo>
                  <a:cubicBezTo>
                    <a:pt x="942" y="289"/>
                    <a:pt x="976" y="293"/>
                    <a:pt x="996" y="297"/>
                  </a:cubicBezTo>
                  <a:cubicBezTo>
                    <a:pt x="1020" y="302"/>
                    <a:pt x="1043" y="306"/>
                    <a:pt x="1067" y="312"/>
                  </a:cubicBezTo>
                  <a:cubicBezTo>
                    <a:pt x="1090" y="317"/>
                    <a:pt x="1190" y="339"/>
                    <a:pt x="1202" y="350"/>
                  </a:cubicBezTo>
                  <a:cubicBezTo>
                    <a:pt x="1225" y="348"/>
                    <a:pt x="1362" y="407"/>
                    <a:pt x="1389" y="420"/>
                  </a:cubicBezTo>
                  <a:cubicBezTo>
                    <a:pt x="1413" y="431"/>
                    <a:pt x="1540" y="498"/>
                    <a:pt x="1549" y="517"/>
                  </a:cubicBezTo>
                  <a:cubicBezTo>
                    <a:pt x="1565" y="525"/>
                    <a:pt x="1615" y="571"/>
                    <a:pt x="1629" y="586"/>
                  </a:cubicBezTo>
                  <a:cubicBezTo>
                    <a:pt x="1710" y="681"/>
                    <a:pt x="1755" y="760"/>
                    <a:pt x="1765" y="890"/>
                  </a:cubicBezTo>
                  <a:cubicBezTo>
                    <a:pt x="1778" y="1059"/>
                    <a:pt x="1715" y="1206"/>
                    <a:pt x="1641" y="1353"/>
                  </a:cubicBezTo>
                  <a:cubicBezTo>
                    <a:pt x="1584" y="1467"/>
                    <a:pt x="1482" y="1605"/>
                    <a:pt x="1400" y="1704"/>
                  </a:cubicBezTo>
                  <a:cubicBezTo>
                    <a:pt x="1371" y="1739"/>
                    <a:pt x="1292" y="1835"/>
                    <a:pt x="1263" y="1863"/>
                  </a:cubicBezTo>
                  <a:lnTo>
                    <a:pt x="1192" y="1939"/>
                  </a:lnTo>
                  <a:cubicBezTo>
                    <a:pt x="1170" y="1965"/>
                    <a:pt x="1144" y="1988"/>
                    <a:pt x="1120" y="2013"/>
                  </a:cubicBezTo>
                  <a:lnTo>
                    <a:pt x="1012" y="1882"/>
                  </a:lnTo>
                  <a:lnTo>
                    <a:pt x="1036" y="1880"/>
                  </a:lnTo>
                  <a:lnTo>
                    <a:pt x="1036" y="1719"/>
                  </a:lnTo>
                  <a:lnTo>
                    <a:pt x="965" y="1718"/>
                  </a:lnTo>
                  <a:cubicBezTo>
                    <a:pt x="960" y="1714"/>
                    <a:pt x="963" y="1719"/>
                    <a:pt x="961" y="1712"/>
                  </a:cubicBezTo>
                  <a:lnTo>
                    <a:pt x="934" y="1516"/>
                  </a:lnTo>
                  <a:cubicBezTo>
                    <a:pt x="930" y="1488"/>
                    <a:pt x="906" y="1328"/>
                    <a:pt x="907" y="1314"/>
                  </a:cubicBezTo>
                  <a:cubicBezTo>
                    <a:pt x="902" y="1307"/>
                    <a:pt x="882" y="1145"/>
                    <a:pt x="879" y="1122"/>
                  </a:cubicBezTo>
                  <a:cubicBezTo>
                    <a:pt x="870" y="1058"/>
                    <a:pt x="858" y="990"/>
                    <a:pt x="853" y="928"/>
                  </a:cubicBezTo>
                  <a:lnTo>
                    <a:pt x="837" y="816"/>
                  </a:lnTo>
                  <a:lnTo>
                    <a:pt x="861" y="816"/>
                  </a:lnTo>
                  <a:lnTo>
                    <a:pt x="860" y="723"/>
                  </a:lnTo>
                  <a:lnTo>
                    <a:pt x="824" y="722"/>
                  </a:lnTo>
                  <a:lnTo>
                    <a:pt x="765" y="297"/>
                  </a:lnTo>
                  <a:cubicBezTo>
                    <a:pt x="738" y="297"/>
                    <a:pt x="654" y="293"/>
                    <a:pt x="633" y="298"/>
                  </a:cubicBezTo>
                  <a:lnTo>
                    <a:pt x="581" y="723"/>
                  </a:lnTo>
                  <a:lnTo>
                    <a:pt x="519" y="723"/>
                  </a:lnTo>
                  <a:lnTo>
                    <a:pt x="519" y="816"/>
                  </a:lnTo>
                  <a:lnTo>
                    <a:pt x="568" y="816"/>
                  </a:lnTo>
                  <a:cubicBezTo>
                    <a:pt x="569" y="825"/>
                    <a:pt x="570" y="819"/>
                    <a:pt x="567" y="824"/>
                  </a:cubicBezTo>
                  <a:cubicBezTo>
                    <a:pt x="568" y="832"/>
                    <a:pt x="537" y="1095"/>
                    <a:pt x="532" y="1121"/>
                  </a:cubicBezTo>
                  <a:lnTo>
                    <a:pt x="487" y="1484"/>
                  </a:lnTo>
                  <a:lnTo>
                    <a:pt x="459" y="1719"/>
                  </a:lnTo>
                  <a:lnTo>
                    <a:pt x="377" y="1719"/>
                  </a:lnTo>
                  <a:lnTo>
                    <a:pt x="377" y="1771"/>
                  </a:lnTo>
                  <a:lnTo>
                    <a:pt x="377" y="1881"/>
                  </a:lnTo>
                  <a:lnTo>
                    <a:pt x="439" y="1881"/>
                  </a:lnTo>
                  <a:cubicBezTo>
                    <a:pt x="437" y="1896"/>
                    <a:pt x="412" y="1920"/>
                    <a:pt x="402" y="1932"/>
                  </a:cubicBezTo>
                  <a:lnTo>
                    <a:pt x="280" y="2076"/>
                  </a:lnTo>
                  <a:cubicBezTo>
                    <a:pt x="290" y="2089"/>
                    <a:pt x="300" y="2101"/>
                    <a:pt x="311" y="2114"/>
                  </a:cubicBezTo>
                  <a:lnTo>
                    <a:pt x="427" y="1977"/>
                  </a:lnTo>
                  <a:close/>
                  <a:moveTo>
                    <a:pt x="1809" y="2273"/>
                  </a:moveTo>
                  <a:cubicBezTo>
                    <a:pt x="1825" y="2274"/>
                    <a:pt x="1841" y="2269"/>
                    <a:pt x="1857" y="2267"/>
                  </a:cubicBezTo>
                  <a:lnTo>
                    <a:pt x="1835" y="2301"/>
                  </a:lnTo>
                  <a:cubicBezTo>
                    <a:pt x="1847" y="2296"/>
                    <a:pt x="1869" y="2285"/>
                    <a:pt x="1881" y="2283"/>
                  </a:cubicBezTo>
                  <a:cubicBezTo>
                    <a:pt x="1877" y="2291"/>
                    <a:pt x="1868" y="2293"/>
                    <a:pt x="1863" y="2305"/>
                  </a:cubicBezTo>
                  <a:cubicBezTo>
                    <a:pt x="1878" y="2301"/>
                    <a:pt x="1891" y="2291"/>
                    <a:pt x="1905" y="2286"/>
                  </a:cubicBezTo>
                  <a:lnTo>
                    <a:pt x="1887" y="2319"/>
                  </a:lnTo>
                  <a:cubicBezTo>
                    <a:pt x="1929" y="2296"/>
                    <a:pt x="2029" y="2204"/>
                    <a:pt x="2059" y="2166"/>
                  </a:cubicBezTo>
                  <a:cubicBezTo>
                    <a:pt x="2113" y="2100"/>
                    <a:pt x="2152" y="2049"/>
                    <a:pt x="2190" y="1970"/>
                  </a:cubicBezTo>
                  <a:cubicBezTo>
                    <a:pt x="2262" y="1822"/>
                    <a:pt x="2281" y="1650"/>
                    <a:pt x="2256" y="1488"/>
                  </a:cubicBezTo>
                  <a:cubicBezTo>
                    <a:pt x="2253" y="1468"/>
                    <a:pt x="2245" y="1438"/>
                    <a:pt x="2244" y="1420"/>
                  </a:cubicBezTo>
                  <a:cubicBezTo>
                    <a:pt x="2235" y="1466"/>
                    <a:pt x="2231" y="1513"/>
                    <a:pt x="2223" y="1560"/>
                  </a:cubicBezTo>
                  <a:cubicBezTo>
                    <a:pt x="2215" y="1604"/>
                    <a:pt x="2206" y="1648"/>
                    <a:pt x="2196" y="1692"/>
                  </a:cubicBezTo>
                  <a:cubicBezTo>
                    <a:pt x="2164" y="1818"/>
                    <a:pt x="2122" y="1922"/>
                    <a:pt x="2049" y="2029"/>
                  </a:cubicBezTo>
                  <a:cubicBezTo>
                    <a:pt x="2021" y="2071"/>
                    <a:pt x="2003" y="2086"/>
                    <a:pt x="1978" y="2119"/>
                  </a:cubicBezTo>
                  <a:cubicBezTo>
                    <a:pt x="1956" y="2148"/>
                    <a:pt x="1924" y="2174"/>
                    <a:pt x="1898" y="2199"/>
                  </a:cubicBezTo>
                  <a:lnTo>
                    <a:pt x="1809" y="2273"/>
                  </a:lnTo>
                  <a:close/>
                  <a:moveTo>
                    <a:pt x="1261" y="2395"/>
                  </a:moveTo>
                  <a:cubicBezTo>
                    <a:pt x="1287" y="2399"/>
                    <a:pt x="1325" y="2386"/>
                    <a:pt x="1352" y="2385"/>
                  </a:cubicBezTo>
                  <a:lnTo>
                    <a:pt x="1309" y="2448"/>
                  </a:lnTo>
                  <a:cubicBezTo>
                    <a:pt x="1334" y="2442"/>
                    <a:pt x="1370" y="2416"/>
                    <a:pt x="1396" y="2414"/>
                  </a:cubicBezTo>
                  <a:cubicBezTo>
                    <a:pt x="1390" y="2425"/>
                    <a:pt x="1362" y="2444"/>
                    <a:pt x="1361" y="2455"/>
                  </a:cubicBezTo>
                  <a:cubicBezTo>
                    <a:pt x="1384" y="2452"/>
                    <a:pt x="1425" y="2423"/>
                    <a:pt x="1440" y="2421"/>
                  </a:cubicBezTo>
                  <a:cubicBezTo>
                    <a:pt x="1435" y="2440"/>
                    <a:pt x="1411" y="2463"/>
                    <a:pt x="1406" y="2483"/>
                  </a:cubicBezTo>
                  <a:cubicBezTo>
                    <a:pt x="1454" y="2455"/>
                    <a:pt x="1623" y="2317"/>
                    <a:pt x="1663" y="2276"/>
                  </a:cubicBezTo>
                  <a:cubicBezTo>
                    <a:pt x="1688" y="2250"/>
                    <a:pt x="1717" y="2227"/>
                    <a:pt x="1741" y="2199"/>
                  </a:cubicBezTo>
                  <a:cubicBezTo>
                    <a:pt x="1765" y="2172"/>
                    <a:pt x="1792" y="2147"/>
                    <a:pt x="1816" y="2119"/>
                  </a:cubicBezTo>
                  <a:cubicBezTo>
                    <a:pt x="1995" y="1915"/>
                    <a:pt x="2140" y="1674"/>
                    <a:pt x="2181" y="1404"/>
                  </a:cubicBezTo>
                  <a:cubicBezTo>
                    <a:pt x="2195" y="1308"/>
                    <a:pt x="2198" y="1215"/>
                    <a:pt x="2186" y="1119"/>
                  </a:cubicBezTo>
                  <a:cubicBezTo>
                    <a:pt x="2179" y="1063"/>
                    <a:pt x="2149" y="919"/>
                    <a:pt x="2121" y="874"/>
                  </a:cubicBezTo>
                  <a:cubicBezTo>
                    <a:pt x="2121" y="923"/>
                    <a:pt x="2124" y="970"/>
                    <a:pt x="2121" y="1020"/>
                  </a:cubicBezTo>
                  <a:cubicBezTo>
                    <a:pt x="2106" y="1293"/>
                    <a:pt x="2007" y="1569"/>
                    <a:pt x="1858" y="1798"/>
                  </a:cubicBezTo>
                  <a:cubicBezTo>
                    <a:pt x="1725" y="2003"/>
                    <a:pt x="1553" y="2194"/>
                    <a:pt x="1348" y="2333"/>
                  </a:cubicBezTo>
                  <a:cubicBezTo>
                    <a:pt x="1330" y="2345"/>
                    <a:pt x="1268" y="2381"/>
                    <a:pt x="1261" y="2395"/>
                  </a:cubicBezTo>
                  <a:close/>
                  <a:moveTo>
                    <a:pt x="1085" y="2043"/>
                  </a:moveTo>
                  <a:lnTo>
                    <a:pt x="1095" y="2036"/>
                  </a:lnTo>
                  <a:cubicBezTo>
                    <a:pt x="1091" y="2045"/>
                    <a:pt x="1026" y="2108"/>
                    <a:pt x="1017" y="2113"/>
                  </a:cubicBezTo>
                  <a:lnTo>
                    <a:pt x="992" y="1934"/>
                  </a:lnTo>
                  <a:cubicBezTo>
                    <a:pt x="999" y="1939"/>
                    <a:pt x="1060" y="2013"/>
                    <a:pt x="1074" y="2030"/>
                  </a:cubicBezTo>
                  <a:lnTo>
                    <a:pt x="1085" y="2043"/>
                  </a:lnTo>
                  <a:close/>
                  <a:moveTo>
                    <a:pt x="876" y="1443"/>
                  </a:moveTo>
                  <a:lnTo>
                    <a:pt x="914" y="1719"/>
                  </a:lnTo>
                  <a:lnTo>
                    <a:pt x="643" y="1718"/>
                  </a:lnTo>
                  <a:lnTo>
                    <a:pt x="876" y="1443"/>
                  </a:lnTo>
                  <a:close/>
                  <a:moveTo>
                    <a:pt x="548" y="1378"/>
                  </a:moveTo>
                  <a:lnTo>
                    <a:pt x="575" y="1157"/>
                  </a:lnTo>
                  <a:cubicBezTo>
                    <a:pt x="584" y="1164"/>
                    <a:pt x="596" y="1179"/>
                    <a:pt x="603" y="1187"/>
                  </a:cubicBezTo>
                  <a:cubicBezTo>
                    <a:pt x="618" y="1203"/>
                    <a:pt x="682" y="1268"/>
                    <a:pt x="686" y="1278"/>
                  </a:cubicBezTo>
                  <a:cubicBezTo>
                    <a:pt x="694" y="1284"/>
                    <a:pt x="822" y="1424"/>
                    <a:pt x="825" y="1429"/>
                  </a:cubicBezTo>
                  <a:lnTo>
                    <a:pt x="581" y="1719"/>
                  </a:lnTo>
                  <a:lnTo>
                    <a:pt x="506" y="1719"/>
                  </a:lnTo>
                  <a:lnTo>
                    <a:pt x="548" y="1378"/>
                  </a:lnTo>
                  <a:close/>
                  <a:moveTo>
                    <a:pt x="711" y="887"/>
                  </a:moveTo>
                  <a:cubicBezTo>
                    <a:pt x="717" y="875"/>
                    <a:pt x="724" y="863"/>
                    <a:pt x="730" y="851"/>
                  </a:cubicBezTo>
                  <a:cubicBezTo>
                    <a:pt x="753" y="809"/>
                    <a:pt x="741" y="816"/>
                    <a:pt x="789" y="817"/>
                  </a:cubicBezTo>
                  <a:lnTo>
                    <a:pt x="871" y="1407"/>
                  </a:lnTo>
                  <a:lnTo>
                    <a:pt x="818" y="1351"/>
                  </a:lnTo>
                  <a:cubicBezTo>
                    <a:pt x="805" y="1334"/>
                    <a:pt x="746" y="1275"/>
                    <a:pt x="731" y="1257"/>
                  </a:cubicBezTo>
                  <a:cubicBezTo>
                    <a:pt x="705" y="1224"/>
                    <a:pt x="611" y="1130"/>
                    <a:pt x="593" y="1104"/>
                  </a:cubicBezTo>
                  <a:lnTo>
                    <a:pt x="711" y="887"/>
                  </a:lnTo>
                  <a:close/>
                  <a:moveTo>
                    <a:pt x="595" y="998"/>
                  </a:moveTo>
                  <a:cubicBezTo>
                    <a:pt x="596" y="962"/>
                    <a:pt x="609" y="884"/>
                    <a:pt x="614" y="840"/>
                  </a:cubicBezTo>
                  <a:cubicBezTo>
                    <a:pt x="617" y="813"/>
                    <a:pt x="602" y="814"/>
                    <a:pt x="695" y="816"/>
                  </a:cubicBezTo>
                  <a:cubicBezTo>
                    <a:pt x="691" y="828"/>
                    <a:pt x="600" y="994"/>
                    <a:pt x="595" y="998"/>
                  </a:cubicBezTo>
                  <a:close/>
                  <a:moveTo>
                    <a:pt x="675" y="343"/>
                  </a:moveTo>
                  <a:lnTo>
                    <a:pt x="723" y="344"/>
                  </a:lnTo>
                  <a:lnTo>
                    <a:pt x="776" y="723"/>
                  </a:lnTo>
                  <a:cubicBezTo>
                    <a:pt x="765" y="724"/>
                    <a:pt x="761" y="724"/>
                    <a:pt x="752" y="717"/>
                  </a:cubicBezTo>
                  <a:cubicBezTo>
                    <a:pt x="743" y="721"/>
                    <a:pt x="752" y="721"/>
                    <a:pt x="742" y="723"/>
                  </a:cubicBezTo>
                  <a:lnTo>
                    <a:pt x="628" y="723"/>
                  </a:lnTo>
                  <a:lnTo>
                    <a:pt x="675" y="343"/>
                  </a:lnTo>
                  <a:close/>
                </a:path>
              </a:pathLst>
            </a:custGeom>
            <a:grpFill/>
            <a:ln>
              <a:noFill/>
            </a:ln>
          </p:spPr>
          <p:txBody>
            <a:bodyPr/>
            <a:lstStyle/>
            <a:p>
              <a:pPr>
                <a:defRPr/>
              </a:pPr>
              <a:endParaRPr lang="zh-CN" altLang="en-US" sz="2400">
                <a:solidFill>
                  <a:srgbClr val="0060A8"/>
                </a:solidFill>
                <a:cs typeface="+mn-ea"/>
                <a:sym typeface="+mn-lt"/>
              </a:endParaRPr>
            </a:p>
          </p:txBody>
        </p:sp>
        <p:sp>
          <p:nvSpPr>
            <p:cNvPr id="12" name="Freeform 22"/>
            <p:cNvSpPr>
              <a:spLocks noEditPoints="1"/>
            </p:cNvSpPr>
            <p:nvPr>
              <p:custDataLst>
                <p:tags r:id="rId15"/>
              </p:custDataLst>
            </p:nvPr>
          </p:nvSpPr>
          <p:spPr bwMode="auto">
            <a:xfrm>
              <a:off x="895275" y="92915"/>
              <a:ext cx="1274763" cy="1309688"/>
            </a:xfrm>
            <a:custGeom>
              <a:avLst/>
              <a:gdLst>
                <a:gd name="T0" fmla="*/ 2038 w 3536"/>
                <a:gd name="T1" fmla="*/ 176 h 3610"/>
                <a:gd name="T2" fmla="*/ 2331 w 3536"/>
                <a:gd name="T3" fmla="*/ 91 h 3610"/>
                <a:gd name="T4" fmla="*/ 2442 w 3536"/>
                <a:gd name="T5" fmla="*/ 302 h 3610"/>
                <a:gd name="T6" fmla="*/ 2747 w 3536"/>
                <a:gd name="T7" fmla="*/ 298 h 3610"/>
                <a:gd name="T8" fmla="*/ 2800 w 3536"/>
                <a:gd name="T9" fmla="*/ 532 h 3610"/>
                <a:gd name="T10" fmla="*/ 3096 w 3536"/>
                <a:gd name="T11" fmla="*/ 608 h 3610"/>
                <a:gd name="T12" fmla="*/ 3088 w 3536"/>
                <a:gd name="T13" fmla="*/ 848 h 3610"/>
                <a:gd name="T14" fmla="*/ 3354 w 3536"/>
                <a:gd name="T15" fmla="*/ 999 h 3610"/>
                <a:gd name="T16" fmla="*/ 3286 w 3536"/>
                <a:gd name="T17" fmla="*/ 1229 h 3610"/>
                <a:gd name="T18" fmla="*/ 3504 w 3536"/>
                <a:gd name="T19" fmla="*/ 1446 h 3610"/>
                <a:gd name="T20" fmla="*/ 3380 w 3536"/>
                <a:gd name="T21" fmla="*/ 1650 h 3610"/>
                <a:gd name="T22" fmla="*/ 3536 w 3536"/>
                <a:gd name="T23" fmla="*/ 1917 h 3610"/>
                <a:gd name="T24" fmla="*/ 3364 w 3536"/>
                <a:gd name="T25" fmla="*/ 2081 h 3610"/>
                <a:gd name="T26" fmla="*/ 3447 w 3536"/>
                <a:gd name="T27" fmla="*/ 2380 h 3610"/>
                <a:gd name="T28" fmla="*/ 3240 w 3536"/>
                <a:gd name="T29" fmla="*/ 2493 h 3610"/>
                <a:gd name="T30" fmla="*/ 3244 w 3536"/>
                <a:gd name="T31" fmla="*/ 2804 h 3610"/>
                <a:gd name="T32" fmla="*/ 3015 w 3536"/>
                <a:gd name="T33" fmla="*/ 2858 h 3610"/>
                <a:gd name="T34" fmla="*/ 2941 w 3536"/>
                <a:gd name="T35" fmla="*/ 3160 h 3610"/>
                <a:gd name="T36" fmla="*/ 2706 w 3536"/>
                <a:gd name="T37" fmla="*/ 3152 h 3610"/>
                <a:gd name="T38" fmla="*/ 2557 w 3536"/>
                <a:gd name="T39" fmla="*/ 3424 h 3610"/>
                <a:gd name="T40" fmla="*/ 2332 w 3536"/>
                <a:gd name="T41" fmla="*/ 3354 h 3610"/>
                <a:gd name="T42" fmla="*/ 2120 w 3536"/>
                <a:gd name="T43" fmla="*/ 3577 h 3610"/>
                <a:gd name="T44" fmla="*/ 1920 w 3536"/>
                <a:gd name="T45" fmla="*/ 3450 h 3610"/>
                <a:gd name="T46" fmla="*/ 1659 w 3536"/>
                <a:gd name="T47" fmla="*/ 3610 h 3610"/>
                <a:gd name="T48" fmla="*/ 1498 w 3536"/>
                <a:gd name="T49" fmla="*/ 3434 h 3610"/>
                <a:gd name="T50" fmla="*/ 1205 w 3536"/>
                <a:gd name="T51" fmla="*/ 3519 h 3610"/>
                <a:gd name="T52" fmla="*/ 1094 w 3536"/>
                <a:gd name="T53" fmla="*/ 3307 h 3610"/>
                <a:gd name="T54" fmla="*/ 789 w 3536"/>
                <a:gd name="T55" fmla="*/ 3312 h 3610"/>
                <a:gd name="T56" fmla="*/ 736 w 3536"/>
                <a:gd name="T57" fmla="*/ 3078 h 3610"/>
                <a:gd name="T58" fmla="*/ 440 w 3536"/>
                <a:gd name="T59" fmla="*/ 3002 h 3610"/>
                <a:gd name="T60" fmla="*/ 448 w 3536"/>
                <a:gd name="T61" fmla="*/ 2762 h 3610"/>
                <a:gd name="T62" fmla="*/ 182 w 3536"/>
                <a:gd name="T63" fmla="*/ 2610 h 3610"/>
                <a:gd name="T64" fmla="*/ 250 w 3536"/>
                <a:gd name="T65" fmla="*/ 2381 h 3610"/>
                <a:gd name="T66" fmla="*/ 32 w 3536"/>
                <a:gd name="T67" fmla="*/ 2164 h 3610"/>
                <a:gd name="T68" fmla="*/ 156 w 3536"/>
                <a:gd name="T69" fmla="*/ 1960 h 3610"/>
                <a:gd name="T70" fmla="*/ 0 w 3536"/>
                <a:gd name="T71" fmla="*/ 1693 h 3610"/>
                <a:gd name="T72" fmla="*/ 172 w 3536"/>
                <a:gd name="T73" fmla="*/ 1529 h 3610"/>
                <a:gd name="T74" fmla="*/ 89 w 3536"/>
                <a:gd name="T75" fmla="*/ 1230 h 3610"/>
                <a:gd name="T76" fmla="*/ 296 w 3536"/>
                <a:gd name="T77" fmla="*/ 1117 h 3610"/>
                <a:gd name="T78" fmla="*/ 292 w 3536"/>
                <a:gd name="T79" fmla="*/ 806 h 3610"/>
                <a:gd name="T80" fmla="*/ 521 w 3536"/>
                <a:gd name="T81" fmla="*/ 752 h 3610"/>
                <a:gd name="T82" fmla="*/ 595 w 3536"/>
                <a:gd name="T83" fmla="*/ 450 h 3610"/>
                <a:gd name="T84" fmla="*/ 830 w 3536"/>
                <a:gd name="T85" fmla="*/ 458 h 3610"/>
                <a:gd name="T86" fmla="*/ 979 w 3536"/>
                <a:gd name="T87" fmla="*/ 186 h 3610"/>
                <a:gd name="T88" fmla="*/ 1204 w 3536"/>
                <a:gd name="T89" fmla="*/ 256 h 3610"/>
                <a:gd name="T90" fmla="*/ 1416 w 3536"/>
                <a:gd name="T91" fmla="*/ 33 h 3610"/>
                <a:gd name="T92" fmla="*/ 1616 w 3536"/>
                <a:gd name="T93" fmla="*/ 160 h 3610"/>
                <a:gd name="T94" fmla="*/ 1878 w 3536"/>
                <a:gd name="T95" fmla="*/ 0 h 3610"/>
                <a:gd name="T96" fmla="*/ 1768 w 3536"/>
                <a:gd name="T97" fmla="*/ 217 h 3610"/>
                <a:gd name="T98" fmla="*/ 1768 w 3536"/>
                <a:gd name="T99" fmla="*/ 3393 h 3610"/>
                <a:gd name="T100" fmla="*/ 1768 w 3536"/>
                <a:gd name="T101" fmla="*/ 217 h 3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36" h="3610">
                  <a:moveTo>
                    <a:pt x="1920" y="160"/>
                  </a:moveTo>
                  <a:cubicBezTo>
                    <a:pt x="1960" y="164"/>
                    <a:pt x="1999" y="169"/>
                    <a:pt x="2038" y="176"/>
                  </a:cubicBezTo>
                  <a:lnTo>
                    <a:pt x="2120" y="33"/>
                  </a:lnTo>
                  <a:lnTo>
                    <a:pt x="2331" y="91"/>
                  </a:lnTo>
                  <a:lnTo>
                    <a:pt x="2332" y="256"/>
                  </a:lnTo>
                  <a:cubicBezTo>
                    <a:pt x="2369" y="270"/>
                    <a:pt x="2406" y="286"/>
                    <a:pt x="2442" y="302"/>
                  </a:cubicBezTo>
                  <a:lnTo>
                    <a:pt x="2557" y="186"/>
                  </a:lnTo>
                  <a:lnTo>
                    <a:pt x="2747" y="298"/>
                  </a:lnTo>
                  <a:lnTo>
                    <a:pt x="2706" y="458"/>
                  </a:lnTo>
                  <a:cubicBezTo>
                    <a:pt x="2738" y="481"/>
                    <a:pt x="2769" y="506"/>
                    <a:pt x="2800" y="532"/>
                  </a:cubicBezTo>
                  <a:lnTo>
                    <a:pt x="2941" y="450"/>
                  </a:lnTo>
                  <a:lnTo>
                    <a:pt x="3096" y="608"/>
                  </a:lnTo>
                  <a:lnTo>
                    <a:pt x="3015" y="752"/>
                  </a:lnTo>
                  <a:cubicBezTo>
                    <a:pt x="3040" y="783"/>
                    <a:pt x="3065" y="815"/>
                    <a:pt x="3088" y="848"/>
                  </a:cubicBezTo>
                  <a:lnTo>
                    <a:pt x="3244" y="806"/>
                  </a:lnTo>
                  <a:lnTo>
                    <a:pt x="3354" y="999"/>
                  </a:lnTo>
                  <a:lnTo>
                    <a:pt x="3240" y="1117"/>
                  </a:lnTo>
                  <a:cubicBezTo>
                    <a:pt x="3256" y="1153"/>
                    <a:pt x="3272" y="1191"/>
                    <a:pt x="3286" y="1229"/>
                  </a:cubicBezTo>
                  <a:lnTo>
                    <a:pt x="3447" y="1230"/>
                  </a:lnTo>
                  <a:lnTo>
                    <a:pt x="3504" y="1446"/>
                  </a:lnTo>
                  <a:lnTo>
                    <a:pt x="3364" y="1529"/>
                  </a:lnTo>
                  <a:cubicBezTo>
                    <a:pt x="3371" y="1569"/>
                    <a:pt x="3376" y="1609"/>
                    <a:pt x="3380" y="1650"/>
                  </a:cubicBezTo>
                  <a:lnTo>
                    <a:pt x="3536" y="1693"/>
                  </a:lnTo>
                  <a:lnTo>
                    <a:pt x="3536" y="1917"/>
                  </a:lnTo>
                  <a:lnTo>
                    <a:pt x="3379" y="1960"/>
                  </a:lnTo>
                  <a:cubicBezTo>
                    <a:pt x="3376" y="2001"/>
                    <a:pt x="3371" y="2041"/>
                    <a:pt x="3364" y="2081"/>
                  </a:cubicBezTo>
                  <a:lnTo>
                    <a:pt x="3504" y="2164"/>
                  </a:lnTo>
                  <a:lnTo>
                    <a:pt x="3447" y="2380"/>
                  </a:lnTo>
                  <a:lnTo>
                    <a:pt x="3285" y="2381"/>
                  </a:lnTo>
                  <a:cubicBezTo>
                    <a:pt x="3272" y="2419"/>
                    <a:pt x="3256" y="2456"/>
                    <a:pt x="3240" y="2493"/>
                  </a:cubicBezTo>
                  <a:lnTo>
                    <a:pt x="3354" y="2610"/>
                  </a:lnTo>
                  <a:lnTo>
                    <a:pt x="3244" y="2804"/>
                  </a:lnTo>
                  <a:lnTo>
                    <a:pt x="3087" y="2762"/>
                  </a:lnTo>
                  <a:cubicBezTo>
                    <a:pt x="3064" y="2795"/>
                    <a:pt x="3040" y="2827"/>
                    <a:pt x="3015" y="2858"/>
                  </a:cubicBezTo>
                  <a:lnTo>
                    <a:pt x="3096" y="3002"/>
                  </a:lnTo>
                  <a:lnTo>
                    <a:pt x="2941" y="3160"/>
                  </a:lnTo>
                  <a:lnTo>
                    <a:pt x="2800" y="3078"/>
                  </a:lnTo>
                  <a:cubicBezTo>
                    <a:pt x="2769" y="3104"/>
                    <a:pt x="2738" y="3128"/>
                    <a:pt x="2706" y="3152"/>
                  </a:cubicBezTo>
                  <a:lnTo>
                    <a:pt x="2747" y="3312"/>
                  </a:lnTo>
                  <a:lnTo>
                    <a:pt x="2557" y="3424"/>
                  </a:lnTo>
                  <a:lnTo>
                    <a:pt x="2442" y="3307"/>
                  </a:lnTo>
                  <a:cubicBezTo>
                    <a:pt x="2406" y="3324"/>
                    <a:pt x="2369" y="3340"/>
                    <a:pt x="2332" y="3354"/>
                  </a:cubicBezTo>
                  <a:lnTo>
                    <a:pt x="2331" y="3519"/>
                  </a:lnTo>
                  <a:lnTo>
                    <a:pt x="2120" y="3577"/>
                  </a:lnTo>
                  <a:lnTo>
                    <a:pt x="2038" y="3434"/>
                  </a:lnTo>
                  <a:cubicBezTo>
                    <a:pt x="1999" y="3441"/>
                    <a:pt x="1960" y="3446"/>
                    <a:pt x="1920" y="3450"/>
                  </a:cubicBezTo>
                  <a:lnTo>
                    <a:pt x="1877" y="3610"/>
                  </a:lnTo>
                  <a:lnTo>
                    <a:pt x="1659" y="3610"/>
                  </a:lnTo>
                  <a:lnTo>
                    <a:pt x="1616" y="3450"/>
                  </a:lnTo>
                  <a:cubicBezTo>
                    <a:pt x="1576" y="3446"/>
                    <a:pt x="1537" y="3441"/>
                    <a:pt x="1498" y="3434"/>
                  </a:cubicBezTo>
                  <a:lnTo>
                    <a:pt x="1416" y="3577"/>
                  </a:lnTo>
                  <a:lnTo>
                    <a:pt x="1205" y="3519"/>
                  </a:lnTo>
                  <a:lnTo>
                    <a:pt x="1204" y="3354"/>
                  </a:lnTo>
                  <a:cubicBezTo>
                    <a:pt x="1167" y="3340"/>
                    <a:pt x="1130" y="3324"/>
                    <a:pt x="1094" y="3307"/>
                  </a:cubicBezTo>
                  <a:lnTo>
                    <a:pt x="979" y="3424"/>
                  </a:lnTo>
                  <a:lnTo>
                    <a:pt x="789" y="3312"/>
                  </a:lnTo>
                  <a:lnTo>
                    <a:pt x="830" y="3152"/>
                  </a:lnTo>
                  <a:cubicBezTo>
                    <a:pt x="798" y="3128"/>
                    <a:pt x="767" y="3104"/>
                    <a:pt x="736" y="3078"/>
                  </a:cubicBezTo>
                  <a:lnTo>
                    <a:pt x="595" y="3160"/>
                  </a:lnTo>
                  <a:lnTo>
                    <a:pt x="440" y="3002"/>
                  </a:lnTo>
                  <a:lnTo>
                    <a:pt x="521" y="2858"/>
                  </a:lnTo>
                  <a:cubicBezTo>
                    <a:pt x="496" y="2827"/>
                    <a:pt x="471" y="2795"/>
                    <a:pt x="448" y="2762"/>
                  </a:cubicBezTo>
                  <a:lnTo>
                    <a:pt x="292" y="2804"/>
                  </a:lnTo>
                  <a:lnTo>
                    <a:pt x="182" y="2610"/>
                  </a:lnTo>
                  <a:lnTo>
                    <a:pt x="296" y="2493"/>
                  </a:lnTo>
                  <a:cubicBezTo>
                    <a:pt x="280" y="2456"/>
                    <a:pt x="264" y="2419"/>
                    <a:pt x="250" y="2381"/>
                  </a:cubicBezTo>
                  <a:lnTo>
                    <a:pt x="89" y="2380"/>
                  </a:lnTo>
                  <a:lnTo>
                    <a:pt x="32" y="2164"/>
                  </a:lnTo>
                  <a:lnTo>
                    <a:pt x="172" y="2081"/>
                  </a:lnTo>
                  <a:cubicBezTo>
                    <a:pt x="165" y="2041"/>
                    <a:pt x="160" y="2001"/>
                    <a:pt x="156" y="1960"/>
                  </a:cubicBezTo>
                  <a:lnTo>
                    <a:pt x="0" y="1917"/>
                  </a:lnTo>
                  <a:lnTo>
                    <a:pt x="0" y="1693"/>
                  </a:lnTo>
                  <a:lnTo>
                    <a:pt x="156" y="1649"/>
                  </a:lnTo>
                  <a:cubicBezTo>
                    <a:pt x="160" y="1609"/>
                    <a:pt x="165" y="1569"/>
                    <a:pt x="172" y="1529"/>
                  </a:cubicBezTo>
                  <a:lnTo>
                    <a:pt x="32" y="1446"/>
                  </a:lnTo>
                  <a:lnTo>
                    <a:pt x="89" y="1230"/>
                  </a:lnTo>
                  <a:lnTo>
                    <a:pt x="250" y="1229"/>
                  </a:lnTo>
                  <a:cubicBezTo>
                    <a:pt x="264" y="1191"/>
                    <a:pt x="280" y="1153"/>
                    <a:pt x="296" y="1117"/>
                  </a:cubicBezTo>
                  <a:lnTo>
                    <a:pt x="182" y="999"/>
                  </a:lnTo>
                  <a:lnTo>
                    <a:pt x="292" y="806"/>
                  </a:lnTo>
                  <a:lnTo>
                    <a:pt x="448" y="848"/>
                  </a:lnTo>
                  <a:cubicBezTo>
                    <a:pt x="472" y="815"/>
                    <a:pt x="496" y="783"/>
                    <a:pt x="521" y="752"/>
                  </a:cubicBezTo>
                  <a:lnTo>
                    <a:pt x="440" y="608"/>
                  </a:lnTo>
                  <a:lnTo>
                    <a:pt x="595" y="450"/>
                  </a:lnTo>
                  <a:lnTo>
                    <a:pt x="736" y="532"/>
                  </a:lnTo>
                  <a:cubicBezTo>
                    <a:pt x="767" y="506"/>
                    <a:pt x="798" y="481"/>
                    <a:pt x="830" y="458"/>
                  </a:cubicBezTo>
                  <a:lnTo>
                    <a:pt x="789" y="298"/>
                  </a:lnTo>
                  <a:lnTo>
                    <a:pt x="979" y="186"/>
                  </a:lnTo>
                  <a:lnTo>
                    <a:pt x="1094" y="302"/>
                  </a:lnTo>
                  <a:cubicBezTo>
                    <a:pt x="1130" y="286"/>
                    <a:pt x="1167" y="270"/>
                    <a:pt x="1204" y="256"/>
                  </a:cubicBezTo>
                  <a:lnTo>
                    <a:pt x="1205" y="91"/>
                  </a:lnTo>
                  <a:lnTo>
                    <a:pt x="1416" y="33"/>
                  </a:lnTo>
                  <a:lnTo>
                    <a:pt x="1498" y="176"/>
                  </a:lnTo>
                  <a:cubicBezTo>
                    <a:pt x="1537" y="169"/>
                    <a:pt x="1576" y="164"/>
                    <a:pt x="1616" y="160"/>
                  </a:cubicBezTo>
                  <a:lnTo>
                    <a:pt x="1659" y="0"/>
                  </a:lnTo>
                  <a:lnTo>
                    <a:pt x="1878" y="0"/>
                  </a:lnTo>
                  <a:lnTo>
                    <a:pt x="1920" y="160"/>
                  </a:lnTo>
                  <a:close/>
                  <a:moveTo>
                    <a:pt x="1768" y="217"/>
                  </a:moveTo>
                  <a:cubicBezTo>
                    <a:pt x="2627" y="217"/>
                    <a:pt x="3323" y="928"/>
                    <a:pt x="3323" y="1805"/>
                  </a:cubicBezTo>
                  <a:cubicBezTo>
                    <a:pt x="3323" y="2682"/>
                    <a:pt x="2627" y="3393"/>
                    <a:pt x="1768" y="3393"/>
                  </a:cubicBezTo>
                  <a:cubicBezTo>
                    <a:pt x="909" y="3393"/>
                    <a:pt x="213" y="2682"/>
                    <a:pt x="213" y="1805"/>
                  </a:cubicBezTo>
                  <a:cubicBezTo>
                    <a:pt x="213" y="928"/>
                    <a:pt x="909" y="217"/>
                    <a:pt x="1768" y="217"/>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4" name="Freeform 23"/>
            <p:cNvSpPr>
              <a:spLocks noEditPoints="1"/>
            </p:cNvSpPr>
            <p:nvPr>
              <p:custDataLst>
                <p:tags r:id="rId16"/>
              </p:custDataLst>
            </p:nvPr>
          </p:nvSpPr>
          <p:spPr bwMode="auto">
            <a:xfrm>
              <a:off x="1028625" y="197690"/>
              <a:ext cx="1003300" cy="392113"/>
            </a:xfrm>
            <a:custGeom>
              <a:avLst/>
              <a:gdLst>
                <a:gd name="T0" fmla="*/ 191 w 2785"/>
                <a:gd name="T1" fmla="*/ 958 h 1079"/>
                <a:gd name="T2" fmla="*/ 30 w 2785"/>
                <a:gd name="T3" fmla="*/ 989 h 1079"/>
                <a:gd name="T4" fmla="*/ 120 w 2785"/>
                <a:gd name="T5" fmla="*/ 972 h 1079"/>
                <a:gd name="T6" fmla="*/ 93 w 2785"/>
                <a:gd name="T7" fmla="*/ 1021 h 1079"/>
                <a:gd name="T8" fmla="*/ 310 w 2785"/>
                <a:gd name="T9" fmla="*/ 721 h 1079"/>
                <a:gd name="T10" fmla="*/ 198 w 2785"/>
                <a:gd name="T11" fmla="*/ 709 h 1079"/>
                <a:gd name="T12" fmla="*/ 209 w 2785"/>
                <a:gd name="T13" fmla="*/ 636 h 1079"/>
                <a:gd name="T14" fmla="*/ 327 w 2785"/>
                <a:gd name="T15" fmla="*/ 723 h 1079"/>
                <a:gd name="T16" fmla="*/ 255 w 2785"/>
                <a:gd name="T17" fmla="*/ 698 h 1079"/>
                <a:gd name="T18" fmla="*/ 275 w 2785"/>
                <a:gd name="T19" fmla="*/ 735 h 1079"/>
                <a:gd name="T20" fmla="*/ 257 w 2785"/>
                <a:gd name="T21" fmla="*/ 741 h 1079"/>
                <a:gd name="T22" fmla="*/ 215 w 2785"/>
                <a:gd name="T23" fmla="*/ 726 h 1079"/>
                <a:gd name="T24" fmla="*/ 531 w 2785"/>
                <a:gd name="T25" fmla="*/ 491 h 1079"/>
                <a:gd name="T26" fmla="*/ 376 w 2785"/>
                <a:gd name="T27" fmla="*/ 447 h 1079"/>
                <a:gd name="T28" fmla="*/ 500 w 2785"/>
                <a:gd name="T29" fmla="*/ 479 h 1079"/>
                <a:gd name="T30" fmla="*/ 761 w 2785"/>
                <a:gd name="T31" fmla="*/ 326 h 1079"/>
                <a:gd name="T32" fmla="*/ 710 w 2785"/>
                <a:gd name="T33" fmla="*/ 328 h 1079"/>
                <a:gd name="T34" fmla="*/ 721 w 2785"/>
                <a:gd name="T35" fmla="*/ 263 h 1079"/>
                <a:gd name="T36" fmla="*/ 648 w 2785"/>
                <a:gd name="T37" fmla="*/ 330 h 1079"/>
                <a:gd name="T38" fmla="*/ 576 w 2785"/>
                <a:gd name="T39" fmla="*/ 276 h 1079"/>
                <a:gd name="T40" fmla="*/ 928 w 2785"/>
                <a:gd name="T41" fmla="*/ 80 h 1079"/>
                <a:gd name="T42" fmla="*/ 1007 w 2785"/>
                <a:gd name="T43" fmla="*/ 190 h 1079"/>
                <a:gd name="T44" fmla="*/ 885 w 2785"/>
                <a:gd name="T45" fmla="*/ 250 h 1079"/>
                <a:gd name="T46" fmla="*/ 1283 w 2785"/>
                <a:gd name="T47" fmla="*/ 75 h 1079"/>
                <a:gd name="T48" fmla="*/ 1256 w 2785"/>
                <a:gd name="T49" fmla="*/ 159 h 1079"/>
                <a:gd name="T50" fmla="*/ 1188 w 2785"/>
                <a:gd name="T51" fmla="*/ 125 h 1079"/>
                <a:gd name="T52" fmla="*/ 1269 w 2785"/>
                <a:gd name="T53" fmla="*/ 44 h 1079"/>
                <a:gd name="T54" fmla="*/ 1157 w 2785"/>
                <a:gd name="T55" fmla="*/ 58 h 1079"/>
                <a:gd name="T56" fmla="*/ 1173 w 2785"/>
                <a:gd name="T57" fmla="*/ 19 h 1079"/>
                <a:gd name="T58" fmla="*/ 1602 w 2785"/>
                <a:gd name="T59" fmla="*/ 156 h 1079"/>
                <a:gd name="T60" fmla="*/ 1550 w 2785"/>
                <a:gd name="T61" fmla="*/ 94 h 1079"/>
                <a:gd name="T62" fmla="*/ 1511 w 2785"/>
                <a:gd name="T63" fmla="*/ 74 h 1079"/>
                <a:gd name="T64" fmla="*/ 1463 w 2785"/>
                <a:gd name="T65" fmla="*/ 128 h 1079"/>
                <a:gd name="T66" fmla="*/ 1491 w 2785"/>
                <a:gd name="T67" fmla="*/ 4 h 1079"/>
                <a:gd name="T68" fmla="*/ 1898 w 2785"/>
                <a:gd name="T69" fmla="*/ 235 h 1079"/>
                <a:gd name="T70" fmla="*/ 1787 w 2785"/>
                <a:gd name="T71" fmla="*/ 79 h 1079"/>
                <a:gd name="T72" fmla="*/ 1827 w 2785"/>
                <a:gd name="T73" fmla="*/ 225 h 1079"/>
                <a:gd name="T74" fmla="*/ 1815 w 2785"/>
                <a:gd name="T75" fmla="*/ 173 h 1079"/>
                <a:gd name="T76" fmla="*/ 1828 w 2785"/>
                <a:gd name="T77" fmla="*/ 135 h 1079"/>
                <a:gd name="T78" fmla="*/ 2089 w 2785"/>
                <a:gd name="T79" fmla="*/ 335 h 1079"/>
                <a:gd name="T80" fmla="*/ 2132 w 2785"/>
                <a:gd name="T81" fmla="*/ 228 h 1079"/>
                <a:gd name="T82" fmla="*/ 2386 w 2785"/>
                <a:gd name="T83" fmla="*/ 428 h 1079"/>
                <a:gd name="T84" fmla="*/ 2365 w 2785"/>
                <a:gd name="T85" fmla="*/ 431 h 1079"/>
                <a:gd name="T86" fmla="*/ 2298 w 2785"/>
                <a:gd name="T87" fmla="*/ 430 h 1079"/>
                <a:gd name="T88" fmla="*/ 2416 w 2785"/>
                <a:gd name="T89" fmla="*/ 517 h 1079"/>
                <a:gd name="T90" fmla="*/ 2340 w 2785"/>
                <a:gd name="T91" fmla="*/ 543 h 1079"/>
                <a:gd name="T92" fmla="*/ 2347 w 2785"/>
                <a:gd name="T93" fmla="*/ 516 h 1079"/>
                <a:gd name="T94" fmla="*/ 2370 w 2785"/>
                <a:gd name="T95" fmla="*/ 474 h 1079"/>
                <a:gd name="T96" fmla="*/ 2326 w 2785"/>
                <a:gd name="T97" fmla="*/ 445 h 1079"/>
                <a:gd name="T98" fmla="*/ 2552 w 2785"/>
                <a:gd name="T99" fmla="*/ 769 h 1079"/>
                <a:gd name="T100" fmla="*/ 2474 w 2785"/>
                <a:gd name="T101" fmla="*/ 659 h 1079"/>
                <a:gd name="T102" fmla="*/ 2588 w 2785"/>
                <a:gd name="T103" fmla="*/ 733 h 1079"/>
                <a:gd name="T104" fmla="*/ 2516 w 2785"/>
                <a:gd name="T105" fmla="*/ 630 h 1079"/>
                <a:gd name="T106" fmla="*/ 2601 w 2785"/>
                <a:gd name="T107" fmla="*/ 639 h 1079"/>
                <a:gd name="T108" fmla="*/ 2679 w 2785"/>
                <a:gd name="T109" fmla="*/ 952 h 1079"/>
                <a:gd name="T110" fmla="*/ 2735 w 2785"/>
                <a:gd name="T111" fmla="*/ 910 h 1079"/>
                <a:gd name="T112" fmla="*/ 2711 w 2785"/>
                <a:gd name="T113" fmla="*/ 1047 h 1079"/>
                <a:gd name="T114" fmla="*/ 2642 w 2785"/>
                <a:gd name="T115" fmla="*/ 1050 h 1079"/>
                <a:gd name="T116" fmla="*/ 2677 w 2785"/>
                <a:gd name="T117" fmla="*/ 960 h 1079"/>
                <a:gd name="T118" fmla="*/ 2726 w 2785"/>
                <a:gd name="T119" fmla="*/ 954 h 1079"/>
                <a:gd name="T120" fmla="*/ 2708 w 2785"/>
                <a:gd name="T121" fmla="*/ 961 h 1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5" h="1079">
                  <a:moveTo>
                    <a:pt x="49" y="911"/>
                  </a:moveTo>
                  <a:cubicBezTo>
                    <a:pt x="51" y="904"/>
                    <a:pt x="54" y="897"/>
                    <a:pt x="56" y="889"/>
                  </a:cubicBezTo>
                  <a:lnTo>
                    <a:pt x="67" y="894"/>
                  </a:lnTo>
                  <a:cubicBezTo>
                    <a:pt x="65" y="898"/>
                    <a:pt x="62" y="905"/>
                    <a:pt x="59" y="915"/>
                  </a:cubicBezTo>
                  <a:lnTo>
                    <a:pt x="47" y="945"/>
                  </a:lnTo>
                  <a:lnTo>
                    <a:pt x="74" y="956"/>
                  </a:lnTo>
                  <a:lnTo>
                    <a:pt x="89" y="918"/>
                  </a:lnTo>
                  <a:cubicBezTo>
                    <a:pt x="95" y="921"/>
                    <a:pt x="104" y="924"/>
                    <a:pt x="114" y="928"/>
                  </a:cubicBezTo>
                  <a:lnTo>
                    <a:pt x="165" y="949"/>
                  </a:lnTo>
                  <a:cubicBezTo>
                    <a:pt x="173" y="952"/>
                    <a:pt x="182" y="955"/>
                    <a:pt x="191" y="958"/>
                  </a:cubicBezTo>
                  <a:lnTo>
                    <a:pt x="187" y="971"/>
                  </a:lnTo>
                  <a:lnTo>
                    <a:pt x="174" y="965"/>
                  </a:lnTo>
                  <a:lnTo>
                    <a:pt x="137" y="1061"/>
                  </a:lnTo>
                  <a:lnTo>
                    <a:pt x="151" y="1066"/>
                  </a:lnTo>
                  <a:lnTo>
                    <a:pt x="146" y="1079"/>
                  </a:lnTo>
                  <a:cubicBezTo>
                    <a:pt x="133" y="1073"/>
                    <a:pt x="123" y="1069"/>
                    <a:pt x="117" y="1066"/>
                  </a:cubicBezTo>
                  <a:lnTo>
                    <a:pt x="69" y="1047"/>
                  </a:lnTo>
                  <a:cubicBezTo>
                    <a:pt x="60" y="1044"/>
                    <a:pt x="51" y="1041"/>
                    <a:pt x="43" y="1038"/>
                  </a:cubicBezTo>
                  <a:lnTo>
                    <a:pt x="57" y="1000"/>
                  </a:lnTo>
                  <a:lnTo>
                    <a:pt x="30" y="989"/>
                  </a:lnTo>
                  <a:lnTo>
                    <a:pt x="20" y="1015"/>
                  </a:lnTo>
                  <a:cubicBezTo>
                    <a:pt x="17" y="1023"/>
                    <a:pt x="14" y="1032"/>
                    <a:pt x="11" y="1041"/>
                  </a:cubicBezTo>
                  <a:lnTo>
                    <a:pt x="0" y="1037"/>
                  </a:lnTo>
                  <a:cubicBezTo>
                    <a:pt x="4" y="1028"/>
                    <a:pt x="7" y="1019"/>
                    <a:pt x="10" y="1012"/>
                  </a:cubicBezTo>
                  <a:lnTo>
                    <a:pt x="49" y="911"/>
                  </a:lnTo>
                  <a:close/>
                  <a:moveTo>
                    <a:pt x="164" y="961"/>
                  </a:moveTo>
                  <a:lnTo>
                    <a:pt x="95" y="934"/>
                  </a:lnTo>
                  <a:lnTo>
                    <a:pt x="85" y="960"/>
                  </a:lnTo>
                  <a:lnTo>
                    <a:pt x="110" y="970"/>
                  </a:lnTo>
                  <a:cubicBezTo>
                    <a:pt x="115" y="973"/>
                    <a:pt x="119" y="973"/>
                    <a:pt x="120" y="972"/>
                  </a:cubicBezTo>
                  <a:cubicBezTo>
                    <a:pt x="122" y="970"/>
                    <a:pt x="124" y="963"/>
                    <a:pt x="128" y="951"/>
                  </a:cubicBezTo>
                  <a:cubicBezTo>
                    <a:pt x="132" y="954"/>
                    <a:pt x="136" y="956"/>
                    <a:pt x="141" y="958"/>
                  </a:cubicBezTo>
                  <a:cubicBezTo>
                    <a:pt x="136" y="973"/>
                    <a:pt x="132" y="982"/>
                    <a:pt x="128" y="985"/>
                  </a:cubicBezTo>
                  <a:cubicBezTo>
                    <a:pt x="125" y="988"/>
                    <a:pt x="120" y="988"/>
                    <a:pt x="113" y="985"/>
                  </a:cubicBezTo>
                  <a:lnTo>
                    <a:pt x="80" y="971"/>
                  </a:lnTo>
                  <a:lnTo>
                    <a:pt x="72" y="993"/>
                  </a:lnTo>
                  <a:cubicBezTo>
                    <a:pt x="86" y="1000"/>
                    <a:pt x="97" y="1007"/>
                    <a:pt x="103" y="1014"/>
                  </a:cubicBezTo>
                  <a:cubicBezTo>
                    <a:pt x="110" y="1021"/>
                    <a:pt x="115" y="1029"/>
                    <a:pt x="118" y="1036"/>
                  </a:cubicBezTo>
                  <a:cubicBezTo>
                    <a:pt x="114" y="1038"/>
                    <a:pt x="110" y="1040"/>
                    <a:pt x="106" y="1044"/>
                  </a:cubicBezTo>
                  <a:cubicBezTo>
                    <a:pt x="103" y="1036"/>
                    <a:pt x="99" y="1028"/>
                    <a:pt x="93" y="1021"/>
                  </a:cubicBezTo>
                  <a:cubicBezTo>
                    <a:pt x="86" y="1015"/>
                    <a:pt x="78" y="1009"/>
                    <a:pt x="68" y="1004"/>
                  </a:cubicBezTo>
                  <a:lnTo>
                    <a:pt x="58" y="1029"/>
                  </a:lnTo>
                  <a:lnTo>
                    <a:pt x="127" y="1057"/>
                  </a:lnTo>
                  <a:lnTo>
                    <a:pt x="164" y="961"/>
                  </a:lnTo>
                  <a:close/>
                  <a:moveTo>
                    <a:pt x="70" y="967"/>
                  </a:moveTo>
                  <a:lnTo>
                    <a:pt x="43" y="956"/>
                  </a:lnTo>
                  <a:lnTo>
                    <a:pt x="34" y="978"/>
                  </a:lnTo>
                  <a:lnTo>
                    <a:pt x="61" y="989"/>
                  </a:lnTo>
                  <a:lnTo>
                    <a:pt x="70" y="967"/>
                  </a:lnTo>
                  <a:close/>
                  <a:moveTo>
                    <a:pt x="310" y="721"/>
                  </a:moveTo>
                  <a:cubicBezTo>
                    <a:pt x="314" y="715"/>
                    <a:pt x="317" y="710"/>
                    <a:pt x="318" y="707"/>
                  </a:cubicBezTo>
                  <a:cubicBezTo>
                    <a:pt x="320" y="704"/>
                    <a:pt x="319" y="702"/>
                    <a:pt x="314" y="700"/>
                  </a:cubicBezTo>
                  <a:lnTo>
                    <a:pt x="245" y="655"/>
                  </a:lnTo>
                  <a:lnTo>
                    <a:pt x="183" y="755"/>
                  </a:lnTo>
                  <a:lnTo>
                    <a:pt x="270" y="812"/>
                  </a:lnTo>
                  <a:lnTo>
                    <a:pt x="262" y="825"/>
                  </a:lnTo>
                  <a:cubicBezTo>
                    <a:pt x="252" y="818"/>
                    <a:pt x="243" y="811"/>
                    <a:pt x="232" y="804"/>
                  </a:cubicBezTo>
                  <a:lnTo>
                    <a:pt x="196" y="780"/>
                  </a:lnTo>
                  <a:cubicBezTo>
                    <a:pt x="186" y="774"/>
                    <a:pt x="176" y="768"/>
                    <a:pt x="165" y="762"/>
                  </a:cubicBezTo>
                  <a:lnTo>
                    <a:pt x="198" y="709"/>
                  </a:lnTo>
                  <a:lnTo>
                    <a:pt x="184" y="695"/>
                  </a:lnTo>
                  <a:lnTo>
                    <a:pt x="168" y="720"/>
                  </a:lnTo>
                  <a:cubicBezTo>
                    <a:pt x="162" y="730"/>
                    <a:pt x="155" y="742"/>
                    <a:pt x="148" y="756"/>
                  </a:cubicBezTo>
                  <a:lnTo>
                    <a:pt x="136" y="748"/>
                  </a:lnTo>
                  <a:cubicBezTo>
                    <a:pt x="143" y="740"/>
                    <a:pt x="150" y="730"/>
                    <a:pt x="157" y="718"/>
                  </a:cubicBezTo>
                  <a:lnTo>
                    <a:pt x="175" y="688"/>
                  </a:lnTo>
                  <a:cubicBezTo>
                    <a:pt x="169" y="682"/>
                    <a:pt x="163" y="678"/>
                    <a:pt x="159" y="675"/>
                  </a:cubicBezTo>
                  <a:cubicBezTo>
                    <a:pt x="163" y="670"/>
                    <a:pt x="167" y="666"/>
                    <a:pt x="170" y="662"/>
                  </a:cubicBezTo>
                  <a:cubicBezTo>
                    <a:pt x="173" y="667"/>
                    <a:pt x="178" y="672"/>
                    <a:pt x="183" y="676"/>
                  </a:cubicBezTo>
                  <a:lnTo>
                    <a:pt x="209" y="636"/>
                  </a:lnTo>
                  <a:cubicBezTo>
                    <a:pt x="213" y="629"/>
                    <a:pt x="217" y="621"/>
                    <a:pt x="222" y="613"/>
                  </a:cubicBezTo>
                  <a:lnTo>
                    <a:pt x="232" y="619"/>
                  </a:lnTo>
                  <a:cubicBezTo>
                    <a:pt x="227" y="627"/>
                    <a:pt x="222" y="634"/>
                    <a:pt x="217" y="641"/>
                  </a:cubicBezTo>
                  <a:lnTo>
                    <a:pt x="191" y="683"/>
                  </a:lnTo>
                  <a:lnTo>
                    <a:pt x="206" y="697"/>
                  </a:lnTo>
                  <a:lnTo>
                    <a:pt x="244" y="636"/>
                  </a:lnTo>
                  <a:cubicBezTo>
                    <a:pt x="253" y="643"/>
                    <a:pt x="261" y="648"/>
                    <a:pt x="268" y="653"/>
                  </a:cubicBezTo>
                  <a:lnTo>
                    <a:pt x="328" y="692"/>
                  </a:lnTo>
                  <a:cubicBezTo>
                    <a:pt x="333" y="696"/>
                    <a:pt x="335" y="700"/>
                    <a:pt x="333" y="705"/>
                  </a:cubicBezTo>
                  <a:cubicBezTo>
                    <a:pt x="331" y="711"/>
                    <a:pt x="329" y="716"/>
                    <a:pt x="327" y="723"/>
                  </a:cubicBezTo>
                  <a:cubicBezTo>
                    <a:pt x="322" y="721"/>
                    <a:pt x="316" y="720"/>
                    <a:pt x="310" y="721"/>
                  </a:cubicBezTo>
                  <a:close/>
                  <a:moveTo>
                    <a:pt x="215" y="759"/>
                  </a:moveTo>
                  <a:cubicBezTo>
                    <a:pt x="220" y="754"/>
                    <a:pt x="224" y="747"/>
                    <a:pt x="230" y="738"/>
                  </a:cubicBezTo>
                  <a:lnTo>
                    <a:pt x="243" y="718"/>
                  </a:lnTo>
                  <a:cubicBezTo>
                    <a:pt x="241" y="713"/>
                    <a:pt x="239" y="709"/>
                    <a:pt x="237" y="705"/>
                  </a:cubicBezTo>
                  <a:cubicBezTo>
                    <a:pt x="235" y="702"/>
                    <a:pt x="232" y="697"/>
                    <a:pt x="229" y="691"/>
                  </a:cubicBezTo>
                  <a:cubicBezTo>
                    <a:pt x="233" y="688"/>
                    <a:pt x="238" y="684"/>
                    <a:pt x="243" y="680"/>
                  </a:cubicBezTo>
                  <a:cubicBezTo>
                    <a:pt x="242" y="684"/>
                    <a:pt x="243" y="688"/>
                    <a:pt x="245" y="692"/>
                  </a:cubicBezTo>
                  <a:cubicBezTo>
                    <a:pt x="247" y="696"/>
                    <a:pt x="249" y="700"/>
                    <a:pt x="251" y="705"/>
                  </a:cubicBezTo>
                  <a:lnTo>
                    <a:pt x="255" y="698"/>
                  </a:lnTo>
                  <a:cubicBezTo>
                    <a:pt x="258" y="694"/>
                    <a:pt x="261" y="689"/>
                    <a:pt x="264" y="683"/>
                  </a:cubicBezTo>
                  <a:lnTo>
                    <a:pt x="274" y="689"/>
                  </a:lnTo>
                  <a:cubicBezTo>
                    <a:pt x="270" y="694"/>
                    <a:pt x="266" y="700"/>
                    <a:pt x="262" y="707"/>
                  </a:cubicBezTo>
                  <a:lnTo>
                    <a:pt x="253" y="721"/>
                  </a:lnTo>
                  <a:lnTo>
                    <a:pt x="265" y="729"/>
                  </a:lnTo>
                  <a:lnTo>
                    <a:pt x="276" y="711"/>
                  </a:lnTo>
                  <a:cubicBezTo>
                    <a:pt x="281" y="703"/>
                    <a:pt x="285" y="696"/>
                    <a:pt x="287" y="692"/>
                  </a:cubicBezTo>
                  <a:lnTo>
                    <a:pt x="298" y="699"/>
                  </a:lnTo>
                  <a:cubicBezTo>
                    <a:pt x="295" y="703"/>
                    <a:pt x="291" y="709"/>
                    <a:pt x="286" y="717"/>
                  </a:cubicBezTo>
                  <a:lnTo>
                    <a:pt x="275" y="735"/>
                  </a:lnTo>
                  <a:lnTo>
                    <a:pt x="285" y="742"/>
                  </a:lnTo>
                  <a:cubicBezTo>
                    <a:pt x="290" y="745"/>
                    <a:pt x="295" y="748"/>
                    <a:pt x="301" y="751"/>
                  </a:cubicBezTo>
                  <a:lnTo>
                    <a:pt x="292" y="764"/>
                  </a:lnTo>
                  <a:cubicBezTo>
                    <a:pt x="288" y="761"/>
                    <a:pt x="283" y="758"/>
                    <a:pt x="277" y="754"/>
                  </a:cubicBezTo>
                  <a:lnTo>
                    <a:pt x="267" y="747"/>
                  </a:lnTo>
                  <a:lnTo>
                    <a:pt x="257" y="764"/>
                  </a:lnTo>
                  <a:cubicBezTo>
                    <a:pt x="251" y="773"/>
                    <a:pt x="247" y="780"/>
                    <a:pt x="244" y="785"/>
                  </a:cubicBezTo>
                  <a:lnTo>
                    <a:pt x="233" y="777"/>
                  </a:lnTo>
                  <a:cubicBezTo>
                    <a:pt x="238" y="772"/>
                    <a:pt x="242" y="766"/>
                    <a:pt x="246" y="759"/>
                  </a:cubicBezTo>
                  <a:lnTo>
                    <a:pt x="257" y="741"/>
                  </a:lnTo>
                  <a:lnTo>
                    <a:pt x="246" y="733"/>
                  </a:lnTo>
                  <a:lnTo>
                    <a:pt x="239" y="744"/>
                  </a:lnTo>
                  <a:cubicBezTo>
                    <a:pt x="234" y="752"/>
                    <a:pt x="229" y="759"/>
                    <a:pt x="226" y="766"/>
                  </a:cubicBezTo>
                  <a:lnTo>
                    <a:pt x="215" y="759"/>
                  </a:lnTo>
                  <a:close/>
                  <a:moveTo>
                    <a:pt x="227" y="724"/>
                  </a:moveTo>
                  <a:cubicBezTo>
                    <a:pt x="227" y="729"/>
                    <a:pt x="227" y="734"/>
                    <a:pt x="227" y="738"/>
                  </a:cubicBezTo>
                  <a:cubicBezTo>
                    <a:pt x="223" y="738"/>
                    <a:pt x="219" y="738"/>
                    <a:pt x="215" y="738"/>
                  </a:cubicBezTo>
                  <a:cubicBezTo>
                    <a:pt x="211" y="739"/>
                    <a:pt x="208" y="739"/>
                    <a:pt x="205" y="740"/>
                  </a:cubicBezTo>
                  <a:cubicBezTo>
                    <a:pt x="205" y="737"/>
                    <a:pt x="205" y="732"/>
                    <a:pt x="204" y="727"/>
                  </a:cubicBezTo>
                  <a:cubicBezTo>
                    <a:pt x="208" y="727"/>
                    <a:pt x="212" y="726"/>
                    <a:pt x="215" y="726"/>
                  </a:cubicBezTo>
                  <a:cubicBezTo>
                    <a:pt x="218" y="725"/>
                    <a:pt x="222" y="725"/>
                    <a:pt x="227" y="724"/>
                  </a:cubicBezTo>
                  <a:close/>
                  <a:moveTo>
                    <a:pt x="418" y="388"/>
                  </a:moveTo>
                  <a:cubicBezTo>
                    <a:pt x="422" y="384"/>
                    <a:pt x="428" y="379"/>
                    <a:pt x="435" y="371"/>
                  </a:cubicBezTo>
                  <a:lnTo>
                    <a:pt x="444" y="381"/>
                  </a:lnTo>
                  <a:cubicBezTo>
                    <a:pt x="437" y="387"/>
                    <a:pt x="431" y="393"/>
                    <a:pt x="427" y="397"/>
                  </a:cubicBezTo>
                  <a:lnTo>
                    <a:pt x="387" y="436"/>
                  </a:lnTo>
                  <a:cubicBezTo>
                    <a:pt x="395" y="449"/>
                    <a:pt x="401" y="464"/>
                    <a:pt x="405" y="480"/>
                  </a:cubicBezTo>
                  <a:lnTo>
                    <a:pt x="466" y="421"/>
                  </a:lnTo>
                  <a:cubicBezTo>
                    <a:pt x="479" y="436"/>
                    <a:pt x="491" y="450"/>
                    <a:pt x="503" y="462"/>
                  </a:cubicBezTo>
                  <a:cubicBezTo>
                    <a:pt x="514" y="474"/>
                    <a:pt x="524" y="484"/>
                    <a:pt x="531" y="491"/>
                  </a:cubicBezTo>
                  <a:lnTo>
                    <a:pt x="520" y="501"/>
                  </a:lnTo>
                  <a:lnTo>
                    <a:pt x="508" y="488"/>
                  </a:lnTo>
                  <a:lnTo>
                    <a:pt x="456" y="540"/>
                  </a:lnTo>
                  <a:lnTo>
                    <a:pt x="469" y="554"/>
                  </a:lnTo>
                  <a:lnTo>
                    <a:pt x="458" y="564"/>
                  </a:lnTo>
                  <a:cubicBezTo>
                    <a:pt x="451" y="556"/>
                    <a:pt x="435" y="538"/>
                    <a:pt x="409" y="511"/>
                  </a:cubicBezTo>
                  <a:cubicBezTo>
                    <a:pt x="410" y="530"/>
                    <a:pt x="409" y="547"/>
                    <a:pt x="406" y="562"/>
                  </a:cubicBezTo>
                  <a:cubicBezTo>
                    <a:pt x="400" y="561"/>
                    <a:pt x="394" y="561"/>
                    <a:pt x="390" y="562"/>
                  </a:cubicBezTo>
                  <a:cubicBezTo>
                    <a:pt x="396" y="539"/>
                    <a:pt x="397" y="516"/>
                    <a:pt x="393" y="494"/>
                  </a:cubicBezTo>
                  <a:cubicBezTo>
                    <a:pt x="388" y="473"/>
                    <a:pt x="383" y="457"/>
                    <a:pt x="376" y="447"/>
                  </a:cubicBezTo>
                  <a:lnTo>
                    <a:pt x="364" y="458"/>
                  </a:lnTo>
                  <a:cubicBezTo>
                    <a:pt x="352" y="470"/>
                    <a:pt x="343" y="479"/>
                    <a:pt x="338" y="485"/>
                  </a:cubicBezTo>
                  <a:lnTo>
                    <a:pt x="329" y="475"/>
                  </a:lnTo>
                  <a:cubicBezTo>
                    <a:pt x="335" y="470"/>
                    <a:pt x="344" y="461"/>
                    <a:pt x="357" y="449"/>
                  </a:cubicBezTo>
                  <a:lnTo>
                    <a:pt x="418" y="388"/>
                  </a:lnTo>
                  <a:close/>
                  <a:moveTo>
                    <a:pt x="500" y="479"/>
                  </a:moveTo>
                  <a:lnTo>
                    <a:pt x="463" y="440"/>
                  </a:lnTo>
                  <a:lnTo>
                    <a:pt x="411" y="492"/>
                  </a:lnTo>
                  <a:lnTo>
                    <a:pt x="447" y="531"/>
                  </a:lnTo>
                  <a:lnTo>
                    <a:pt x="500" y="479"/>
                  </a:lnTo>
                  <a:close/>
                  <a:moveTo>
                    <a:pt x="651" y="235"/>
                  </a:moveTo>
                  <a:cubicBezTo>
                    <a:pt x="648" y="230"/>
                    <a:pt x="643" y="223"/>
                    <a:pt x="637" y="215"/>
                  </a:cubicBezTo>
                  <a:lnTo>
                    <a:pt x="650" y="206"/>
                  </a:lnTo>
                  <a:cubicBezTo>
                    <a:pt x="655" y="215"/>
                    <a:pt x="659" y="222"/>
                    <a:pt x="662" y="227"/>
                  </a:cubicBezTo>
                  <a:lnTo>
                    <a:pt x="670" y="239"/>
                  </a:lnTo>
                  <a:lnTo>
                    <a:pt x="707" y="215"/>
                  </a:lnTo>
                  <a:cubicBezTo>
                    <a:pt x="713" y="225"/>
                    <a:pt x="718" y="232"/>
                    <a:pt x="721" y="238"/>
                  </a:cubicBezTo>
                  <a:lnTo>
                    <a:pt x="758" y="296"/>
                  </a:lnTo>
                  <a:cubicBezTo>
                    <a:pt x="760" y="300"/>
                    <a:pt x="766" y="308"/>
                    <a:pt x="773" y="319"/>
                  </a:cubicBezTo>
                  <a:lnTo>
                    <a:pt x="761" y="326"/>
                  </a:lnTo>
                  <a:lnTo>
                    <a:pt x="753" y="314"/>
                  </a:lnTo>
                  <a:lnTo>
                    <a:pt x="691" y="355"/>
                  </a:lnTo>
                  <a:lnTo>
                    <a:pt x="699" y="367"/>
                  </a:lnTo>
                  <a:lnTo>
                    <a:pt x="687" y="375"/>
                  </a:lnTo>
                  <a:cubicBezTo>
                    <a:pt x="681" y="364"/>
                    <a:pt x="676" y="356"/>
                    <a:pt x="672" y="351"/>
                  </a:cubicBezTo>
                  <a:lnTo>
                    <a:pt x="636" y="294"/>
                  </a:lnTo>
                  <a:cubicBezTo>
                    <a:pt x="633" y="289"/>
                    <a:pt x="628" y="281"/>
                    <a:pt x="621" y="272"/>
                  </a:cubicBezTo>
                  <a:lnTo>
                    <a:pt x="659" y="247"/>
                  </a:lnTo>
                  <a:lnTo>
                    <a:pt x="651" y="235"/>
                  </a:lnTo>
                  <a:close/>
                  <a:moveTo>
                    <a:pt x="710" y="328"/>
                  </a:moveTo>
                  <a:lnTo>
                    <a:pt x="690" y="297"/>
                  </a:lnTo>
                  <a:lnTo>
                    <a:pt x="665" y="313"/>
                  </a:lnTo>
                  <a:lnTo>
                    <a:pt x="684" y="345"/>
                  </a:lnTo>
                  <a:lnTo>
                    <a:pt x="710" y="328"/>
                  </a:lnTo>
                  <a:close/>
                  <a:moveTo>
                    <a:pt x="747" y="304"/>
                  </a:moveTo>
                  <a:lnTo>
                    <a:pt x="727" y="272"/>
                  </a:lnTo>
                  <a:lnTo>
                    <a:pt x="701" y="289"/>
                  </a:lnTo>
                  <a:lnTo>
                    <a:pt x="721" y="321"/>
                  </a:lnTo>
                  <a:lnTo>
                    <a:pt x="747" y="304"/>
                  </a:lnTo>
                  <a:close/>
                  <a:moveTo>
                    <a:pt x="721" y="263"/>
                  </a:moveTo>
                  <a:lnTo>
                    <a:pt x="702" y="232"/>
                  </a:lnTo>
                  <a:lnTo>
                    <a:pt x="676" y="249"/>
                  </a:lnTo>
                  <a:lnTo>
                    <a:pt x="695" y="280"/>
                  </a:lnTo>
                  <a:lnTo>
                    <a:pt x="721" y="263"/>
                  </a:lnTo>
                  <a:close/>
                  <a:moveTo>
                    <a:pt x="684" y="287"/>
                  </a:moveTo>
                  <a:lnTo>
                    <a:pt x="665" y="257"/>
                  </a:lnTo>
                  <a:lnTo>
                    <a:pt x="639" y="273"/>
                  </a:lnTo>
                  <a:lnTo>
                    <a:pt x="658" y="304"/>
                  </a:lnTo>
                  <a:lnTo>
                    <a:pt x="684" y="287"/>
                  </a:lnTo>
                  <a:close/>
                  <a:moveTo>
                    <a:pt x="648" y="330"/>
                  </a:moveTo>
                  <a:cubicBezTo>
                    <a:pt x="648" y="336"/>
                    <a:pt x="650" y="347"/>
                    <a:pt x="652" y="362"/>
                  </a:cubicBezTo>
                  <a:cubicBezTo>
                    <a:pt x="655" y="377"/>
                    <a:pt x="657" y="388"/>
                    <a:pt x="657" y="396"/>
                  </a:cubicBezTo>
                  <a:cubicBezTo>
                    <a:pt x="652" y="395"/>
                    <a:pt x="647" y="395"/>
                    <a:pt x="640" y="397"/>
                  </a:cubicBezTo>
                  <a:cubicBezTo>
                    <a:pt x="641" y="387"/>
                    <a:pt x="641" y="376"/>
                    <a:pt x="639" y="363"/>
                  </a:cubicBezTo>
                  <a:cubicBezTo>
                    <a:pt x="638" y="349"/>
                    <a:pt x="636" y="339"/>
                    <a:pt x="633" y="330"/>
                  </a:cubicBezTo>
                  <a:cubicBezTo>
                    <a:pt x="639" y="330"/>
                    <a:pt x="644" y="330"/>
                    <a:pt x="648" y="330"/>
                  </a:cubicBezTo>
                  <a:close/>
                  <a:moveTo>
                    <a:pt x="577" y="262"/>
                  </a:moveTo>
                  <a:cubicBezTo>
                    <a:pt x="589" y="262"/>
                    <a:pt x="601" y="262"/>
                    <a:pt x="614" y="262"/>
                  </a:cubicBezTo>
                  <a:cubicBezTo>
                    <a:pt x="612" y="267"/>
                    <a:pt x="612" y="272"/>
                    <a:pt x="612" y="277"/>
                  </a:cubicBezTo>
                  <a:cubicBezTo>
                    <a:pt x="600" y="276"/>
                    <a:pt x="588" y="276"/>
                    <a:pt x="576" y="276"/>
                  </a:cubicBezTo>
                  <a:lnTo>
                    <a:pt x="577" y="262"/>
                  </a:lnTo>
                  <a:close/>
                  <a:moveTo>
                    <a:pt x="590" y="306"/>
                  </a:moveTo>
                  <a:cubicBezTo>
                    <a:pt x="602" y="305"/>
                    <a:pt x="614" y="304"/>
                    <a:pt x="627" y="303"/>
                  </a:cubicBezTo>
                  <a:cubicBezTo>
                    <a:pt x="627" y="309"/>
                    <a:pt x="627" y="314"/>
                    <a:pt x="628" y="317"/>
                  </a:cubicBezTo>
                  <a:cubicBezTo>
                    <a:pt x="615" y="317"/>
                    <a:pt x="603" y="318"/>
                    <a:pt x="592" y="320"/>
                  </a:cubicBezTo>
                  <a:cubicBezTo>
                    <a:pt x="591" y="316"/>
                    <a:pt x="590" y="311"/>
                    <a:pt x="590" y="306"/>
                  </a:cubicBezTo>
                  <a:close/>
                  <a:moveTo>
                    <a:pt x="926" y="132"/>
                  </a:moveTo>
                  <a:cubicBezTo>
                    <a:pt x="921" y="115"/>
                    <a:pt x="917" y="105"/>
                    <a:pt x="915" y="99"/>
                  </a:cubicBezTo>
                  <a:cubicBezTo>
                    <a:pt x="913" y="94"/>
                    <a:pt x="911" y="89"/>
                    <a:pt x="909" y="84"/>
                  </a:cubicBezTo>
                  <a:cubicBezTo>
                    <a:pt x="915" y="83"/>
                    <a:pt x="921" y="82"/>
                    <a:pt x="928" y="80"/>
                  </a:cubicBezTo>
                  <a:cubicBezTo>
                    <a:pt x="928" y="85"/>
                    <a:pt x="929" y="92"/>
                    <a:pt x="932" y="101"/>
                  </a:cubicBezTo>
                  <a:cubicBezTo>
                    <a:pt x="934" y="110"/>
                    <a:pt x="936" y="118"/>
                    <a:pt x="939" y="127"/>
                  </a:cubicBezTo>
                  <a:lnTo>
                    <a:pt x="973" y="115"/>
                  </a:lnTo>
                  <a:cubicBezTo>
                    <a:pt x="985" y="111"/>
                    <a:pt x="996" y="107"/>
                    <a:pt x="1006" y="103"/>
                  </a:cubicBezTo>
                  <a:lnTo>
                    <a:pt x="1011" y="118"/>
                  </a:lnTo>
                  <a:cubicBezTo>
                    <a:pt x="1002" y="120"/>
                    <a:pt x="993" y="123"/>
                    <a:pt x="983" y="126"/>
                  </a:cubicBezTo>
                  <a:lnTo>
                    <a:pt x="944" y="140"/>
                  </a:lnTo>
                  <a:cubicBezTo>
                    <a:pt x="948" y="147"/>
                    <a:pt x="954" y="154"/>
                    <a:pt x="961" y="160"/>
                  </a:cubicBezTo>
                  <a:cubicBezTo>
                    <a:pt x="968" y="167"/>
                    <a:pt x="975" y="172"/>
                    <a:pt x="982" y="177"/>
                  </a:cubicBezTo>
                  <a:cubicBezTo>
                    <a:pt x="988" y="181"/>
                    <a:pt x="997" y="186"/>
                    <a:pt x="1007" y="190"/>
                  </a:cubicBezTo>
                  <a:cubicBezTo>
                    <a:pt x="1018" y="194"/>
                    <a:pt x="1029" y="196"/>
                    <a:pt x="1040" y="198"/>
                  </a:cubicBezTo>
                  <a:cubicBezTo>
                    <a:pt x="1037" y="202"/>
                    <a:pt x="1035" y="207"/>
                    <a:pt x="1034" y="215"/>
                  </a:cubicBezTo>
                  <a:cubicBezTo>
                    <a:pt x="1024" y="213"/>
                    <a:pt x="1015" y="210"/>
                    <a:pt x="1004" y="206"/>
                  </a:cubicBezTo>
                  <a:cubicBezTo>
                    <a:pt x="994" y="202"/>
                    <a:pt x="984" y="195"/>
                    <a:pt x="972" y="187"/>
                  </a:cubicBezTo>
                  <a:cubicBezTo>
                    <a:pt x="961" y="178"/>
                    <a:pt x="951" y="170"/>
                    <a:pt x="944" y="162"/>
                  </a:cubicBezTo>
                  <a:cubicBezTo>
                    <a:pt x="944" y="173"/>
                    <a:pt x="943" y="183"/>
                    <a:pt x="941" y="191"/>
                  </a:cubicBezTo>
                  <a:cubicBezTo>
                    <a:pt x="939" y="199"/>
                    <a:pt x="937" y="206"/>
                    <a:pt x="934" y="213"/>
                  </a:cubicBezTo>
                  <a:cubicBezTo>
                    <a:pt x="931" y="220"/>
                    <a:pt x="927" y="228"/>
                    <a:pt x="921" y="236"/>
                  </a:cubicBezTo>
                  <a:cubicBezTo>
                    <a:pt x="916" y="244"/>
                    <a:pt x="909" y="252"/>
                    <a:pt x="901" y="261"/>
                  </a:cubicBezTo>
                  <a:cubicBezTo>
                    <a:pt x="896" y="256"/>
                    <a:pt x="890" y="253"/>
                    <a:pt x="885" y="250"/>
                  </a:cubicBezTo>
                  <a:cubicBezTo>
                    <a:pt x="893" y="244"/>
                    <a:pt x="901" y="236"/>
                    <a:pt x="908" y="227"/>
                  </a:cubicBezTo>
                  <a:cubicBezTo>
                    <a:pt x="915" y="218"/>
                    <a:pt x="921" y="209"/>
                    <a:pt x="924" y="199"/>
                  </a:cubicBezTo>
                  <a:cubicBezTo>
                    <a:pt x="927" y="190"/>
                    <a:pt x="929" y="181"/>
                    <a:pt x="930" y="171"/>
                  </a:cubicBezTo>
                  <a:cubicBezTo>
                    <a:pt x="931" y="162"/>
                    <a:pt x="931" y="153"/>
                    <a:pt x="929" y="145"/>
                  </a:cubicBezTo>
                  <a:lnTo>
                    <a:pt x="892" y="157"/>
                  </a:lnTo>
                  <a:cubicBezTo>
                    <a:pt x="882" y="161"/>
                    <a:pt x="873" y="164"/>
                    <a:pt x="867" y="167"/>
                  </a:cubicBezTo>
                  <a:lnTo>
                    <a:pt x="862" y="152"/>
                  </a:lnTo>
                  <a:cubicBezTo>
                    <a:pt x="869" y="150"/>
                    <a:pt x="877" y="148"/>
                    <a:pt x="888" y="144"/>
                  </a:cubicBezTo>
                  <a:lnTo>
                    <a:pt x="926" y="132"/>
                  </a:lnTo>
                  <a:close/>
                  <a:moveTo>
                    <a:pt x="1283" y="75"/>
                  </a:moveTo>
                  <a:lnTo>
                    <a:pt x="1285" y="90"/>
                  </a:lnTo>
                  <a:cubicBezTo>
                    <a:pt x="1279" y="92"/>
                    <a:pt x="1273" y="95"/>
                    <a:pt x="1268" y="99"/>
                  </a:cubicBezTo>
                  <a:cubicBezTo>
                    <a:pt x="1263" y="102"/>
                    <a:pt x="1257" y="106"/>
                    <a:pt x="1251" y="111"/>
                  </a:cubicBezTo>
                  <a:lnTo>
                    <a:pt x="1251" y="117"/>
                  </a:lnTo>
                  <a:lnTo>
                    <a:pt x="1296" y="112"/>
                  </a:lnTo>
                  <a:cubicBezTo>
                    <a:pt x="1301" y="111"/>
                    <a:pt x="1308" y="110"/>
                    <a:pt x="1317" y="108"/>
                  </a:cubicBezTo>
                  <a:lnTo>
                    <a:pt x="1319" y="122"/>
                  </a:lnTo>
                  <a:cubicBezTo>
                    <a:pt x="1309" y="123"/>
                    <a:pt x="1302" y="124"/>
                    <a:pt x="1297" y="124"/>
                  </a:cubicBezTo>
                  <a:lnTo>
                    <a:pt x="1253" y="130"/>
                  </a:lnTo>
                  <a:lnTo>
                    <a:pt x="1256" y="159"/>
                  </a:lnTo>
                  <a:cubicBezTo>
                    <a:pt x="1257" y="166"/>
                    <a:pt x="1255" y="171"/>
                    <a:pt x="1250" y="173"/>
                  </a:cubicBezTo>
                  <a:cubicBezTo>
                    <a:pt x="1245" y="175"/>
                    <a:pt x="1237" y="178"/>
                    <a:pt x="1226" y="180"/>
                  </a:cubicBezTo>
                  <a:cubicBezTo>
                    <a:pt x="1223" y="175"/>
                    <a:pt x="1221" y="170"/>
                    <a:pt x="1217" y="165"/>
                  </a:cubicBezTo>
                  <a:lnTo>
                    <a:pt x="1236" y="163"/>
                  </a:lnTo>
                  <a:cubicBezTo>
                    <a:pt x="1240" y="162"/>
                    <a:pt x="1242" y="159"/>
                    <a:pt x="1242" y="154"/>
                  </a:cubicBezTo>
                  <a:lnTo>
                    <a:pt x="1239" y="132"/>
                  </a:lnTo>
                  <a:lnTo>
                    <a:pt x="1191" y="138"/>
                  </a:lnTo>
                  <a:cubicBezTo>
                    <a:pt x="1183" y="139"/>
                    <a:pt x="1175" y="140"/>
                    <a:pt x="1165" y="142"/>
                  </a:cubicBezTo>
                  <a:lnTo>
                    <a:pt x="1164" y="127"/>
                  </a:lnTo>
                  <a:cubicBezTo>
                    <a:pt x="1174" y="127"/>
                    <a:pt x="1182" y="126"/>
                    <a:pt x="1188" y="125"/>
                  </a:cubicBezTo>
                  <a:lnTo>
                    <a:pt x="1237" y="119"/>
                  </a:lnTo>
                  <a:cubicBezTo>
                    <a:pt x="1237" y="115"/>
                    <a:pt x="1236" y="111"/>
                    <a:pt x="1234" y="106"/>
                  </a:cubicBezTo>
                  <a:lnTo>
                    <a:pt x="1258" y="90"/>
                  </a:lnTo>
                  <a:lnTo>
                    <a:pt x="1220" y="95"/>
                  </a:lnTo>
                  <a:cubicBezTo>
                    <a:pt x="1211" y="96"/>
                    <a:pt x="1201" y="98"/>
                    <a:pt x="1189" y="99"/>
                  </a:cubicBezTo>
                  <a:lnTo>
                    <a:pt x="1188" y="86"/>
                  </a:lnTo>
                  <a:cubicBezTo>
                    <a:pt x="1198" y="85"/>
                    <a:pt x="1208" y="84"/>
                    <a:pt x="1217" y="83"/>
                  </a:cubicBezTo>
                  <a:lnTo>
                    <a:pt x="1283" y="75"/>
                  </a:lnTo>
                  <a:close/>
                  <a:moveTo>
                    <a:pt x="1289" y="7"/>
                  </a:moveTo>
                  <a:cubicBezTo>
                    <a:pt x="1281" y="19"/>
                    <a:pt x="1274" y="31"/>
                    <a:pt x="1269" y="44"/>
                  </a:cubicBezTo>
                  <a:lnTo>
                    <a:pt x="1307" y="39"/>
                  </a:lnTo>
                  <a:cubicBezTo>
                    <a:pt x="1307" y="43"/>
                    <a:pt x="1308" y="48"/>
                    <a:pt x="1308" y="54"/>
                  </a:cubicBezTo>
                  <a:cubicBezTo>
                    <a:pt x="1309" y="60"/>
                    <a:pt x="1310" y="65"/>
                    <a:pt x="1311" y="70"/>
                  </a:cubicBezTo>
                  <a:lnTo>
                    <a:pt x="1296" y="72"/>
                  </a:lnTo>
                  <a:lnTo>
                    <a:pt x="1294" y="53"/>
                  </a:lnTo>
                  <a:lnTo>
                    <a:pt x="1173" y="68"/>
                  </a:lnTo>
                  <a:lnTo>
                    <a:pt x="1175" y="88"/>
                  </a:lnTo>
                  <a:lnTo>
                    <a:pt x="1161" y="90"/>
                  </a:lnTo>
                  <a:cubicBezTo>
                    <a:pt x="1160" y="84"/>
                    <a:pt x="1160" y="78"/>
                    <a:pt x="1159" y="73"/>
                  </a:cubicBezTo>
                  <a:cubicBezTo>
                    <a:pt x="1158" y="67"/>
                    <a:pt x="1158" y="62"/>
                    <a:pt x="1157" y="58"/>
                  </a:cubicBezTo>
                  <a:lnTo>
                    <a:pt x="1254" y="46"/>
                  </a:lnTo>
                  <a:cubicBezTo>
                    <a:pt x="1257" y="38"/>
                    <a:pt x="1260" y="31"/>
                    <a:pt x="1263" y="23"/>
                  </a:cubicBezTo>
                  <a:cubicBezTo>
                    <a:pt x="1266" y="15"/>
                    <a:pt x="1268" y="7"/>
                    <a:pt x="1270" y="0"/>
                  </a:cubicBezTo>
                  <a:cubicBezTo>
                    <a:pt x="1278" y="3"/>
                    <a:pt x="1284" y="6"/>
                    <a:pt x="1289" y="7"/>
                  </a:cubicBezTo>
                  <a:close/>
                  <a:moveTo>
                    <a:pt x="1220" y="8"/>
                  </a:moveTo>
                  <a:cubicBezTo>
                    <a:pt x="1231" y="19"/>
                    <a:pt x="1238" y="26"/>
                    <a:pt x="1241" y="31"/>
                  </a:cubicBezTo>
                  <a:cubicBezTo>
                    <a:pt x="1237" y="35"/>
                    <a:pt x="1233" y="39"/>
                    <a:pt x="1229" y="42"/>
                  </a:cubicBezTo>
                  <a:cubicBezTo>
                    <a:pt x="1224" y="35"/>
                    <a:pt x="1217" y="27"/>
                    <a:pt x="1209" y="19"/>
                  </a:cubicBezTo>
                  <a:cubicBezTo>
                    <a:pt x="1213" y="15"/>
                    <a:pt x="1217" y="11"/>
                    <a:pt x="1220" y="8"/>
                  </a:cubicBezTo>
                  <a:close/>
                  <a:moveTo>
                    <a:pt x="1173" y="19"/>
                  </a:moveTo>
                  <a:cubicBezTo>
                    <a:pt x="1183" y="25"/>
                    <a:pt x="1191" y="32"/>
                    <a:pt x="1198" y="39"/>
                  </a:cubicBezTo>
                  <a:cubicBezTo>
                    <a:pt x="1193" y="43"/>
                    <a:pt x="1190" y="47"/>
                    <a:pt x="1187" y="51"/>
                  </a:cubicBezTo>
                  <a:cubicBezTo>
                    <a:pt x="1180" y="43"/>
                    <a:pt x="1172" y="36"/>
                    <a:pt x="1163" y="30"/>
                  </a:cubicBezTo>
                  <a:cubicBezTo>
                    <a:pt x="1168" y="26"/>
                    <a:pt x="1171" y="22"/>
                    <a:pt x="1173" y="19"/>
                  </a:cubicBezTo>
                  <a:close/>
                  <a:moveTo>
                    <a:pt x="1598" y="22"/>
                  </a:moveTo>
                  <a:cubicBezTo>
                    <a:pt x="1597" y="35"/>
                    <a:pt x="1595" y="47"/>
                    <a:pt x="1595" y="56"/>
                  </a:cubicBezTo>
                  <a:lnTo>
                    <a:pt x="1588" y="150"/>
                  </a:lnTo>
                  <a:cubicBezTo>
                    <a:pt x="1587" y="156"/>
                    <a:pt x="1588" y="160"/>
                    <a:pt x="1591" y="160"/>
                  </a:cubicBezTo>
                  <a:cubicBezTo>
                    <a:pt x="1594" y="161"/>
                    <a:pt x="1596" y="161"/>
                    <a:pt x="1598" y="161"/>
                  </a:cubicBezTo>
                  <a:cubicBezTo>
                    <a:pt x="1600" y="161"/>
                    <a:pt x="1602" y="159"/>
                    <a:pt x="1602" y="156"/>
                  </a:cubicBezTo>
                  <a:cubicBezTo>
                    <a:pt x="1603" y="153"/>
                    <a:pt x="1604" y="149"/>
                    <a:pt x="1605" y="142"/>
                  </a:cubicBezTo>
                  <a:cubicBezTo>
                    <a:pt x="1609" y="145"/>
                    <a:pt x="1613" y="147"/>
                    <a:pt x="1619" y="149"/>
                  </a:cubicBezTo>
                  <a:cubicBezTo>
                    <a:pt x="1616" y="159"/>
                    <a:pt x="1614" y="166"/>
                    <a:pt x="1612" y="169"/>
                  </a:cubicBezTo>
                  <a:cubicBezTo>
                    <a:pt x="1610" y="172"/>
                    <a:pt x="1606" y="174"/>
                    <a:pt x="1602" y="173"/>
                  </a:cubicBezTo>
                  <a:lnTo>
                    <a:pt x="1587" y="172"/>
                  </a:lnTo>
                  <a:cubicBezTo>
                    <a:pt x="1582" y="172"/>
                    <a:pt x="1578" y="170"/>
                    <a:pt x="1575" y="167"/>
                  </a:cubicBezTo>
                  <a:cubicBezTo>
                    <a:pt x="1573" y="164"/>
                    <a:pt x="1572" y="159"/>
                    <a:pt x="1573" y="151"/>
                  </a:cubicBezTo>
                  <a:lnTo>
                    <a:pt x="1582" y="33"/>
                  </a:lnTo>
                  <a:lnTo>
                    <a:pt x="1556" y="31"/>
                  </a:lnTo>
                  <a:cubicBezTo>
                    <a:pt x="1553" y="58"/>
                    <a:pt x="1552" y="79"/>
                    <a:pt x="1550" y="94"/>
                  </a:cubicBezTo>
                  <a:cubicBezTo>
                    <a:pt x="1548" y="109"/>
                    <a:pt x="1545" y="123"/>
                    <a:pt x="1540" y="135"/>
                  </a:cubicBezTo>
                  <a:cubicBezTo>
                    <a:pt x="1536" y="147"/>
                    <a:pt x="1528" y="159"/>
                    <a:pt x="1517" y="170"/>
                  </a:cubicBezTo>
                  <a:cubicBezTo>
                    <a:pt x="1515" y="167"/>
                    <a:pt x="1511" y="163"/>
                    <a:pt x="1505" y="158"/>
                  </a:cubicBezTo>
                  <a:cubicBezTo>
                    <a:pt x="1512" y="153"/>
                    <a:pt x="1518" y="147"/>
                    <a:pt x="1522" y="140"/>
                  </a:cubicBezTo>
                  <a:cubicBezTo>
                    <a:pt x="1527" y="132"/>
                    <a:pt x="1530" y="125"/>
                    <a:pt x="1532" y="117"/>
                  </a:cubicBezTo>
                  <a:cubicBezTo>
                    <a:pt x="1534" y="108"/>
                    <a:pt x="1536" y="100"/>
                    <a:pt x="1537" y="91"/>
                  </a:cubicBezTo>
                  <a:cubicBezTo>
                    <a:pt x="1538" y="82"/>
                    <a:pt x="1539" y="70"/>
                    <a:pt x="1540" y="56"/>
                  </a:cubicBezTo>
                  <a:cubicBezTo>
                    <a:pt x="1541" y="42"/>
                    <a:pt x="1542" y="29"/>
                    <a:pt x="1542" y="17"/>
                  </a:cubicBezTo>
                  <a:lnTo>
                    <a:pt x="1598" y="22"/>
                  </a:lnTo>
                  <a:close/>
                  <a:moveTo>
                    <a:pt x="1511" y="74"/>
                  </a:moveTo>
                  <a:cubicBezTo>
                    <a:pt x="1517" y="85"/>
                    <a:pt x="1522" y="94"/>
                    <a:pt x="1526" y="100"/>
                  </a:cubicBezTo>
                  <a:cubicBezTo>
                    <a:pt x="1522" y="103"/>
                    <a:pt x="1518" y="106"/>
                    <a:pt x="1513" y="109"/>
                  </a:cubicBezTo>
                  <a:cubicBezTo>
                    <a:pt x="1511" y="102"/>
                    <a:pt x="1506" y="93"/>
                    <a:pt x="1500" y="82"/>
                  </a:cubicBezTo>
                  <a:lnTo>
                    <a:pt x="1496" y="135"/>
                  </a:lnTo>
                  <a:cubicBezTo>
                    <a:pt x="1495" y="144"/>
                    <a:pt x="1495" y="155"/>
                    <a:pt x="1494" y="167"/>
                  </a:cubicBezTo>
                  <a:lnTo>
                    <a:pt x="1479" y="166"/>
                  </a:lnTo>
                  <a:cubicBezTo>
                    <a:pt x="1480" y="154"/>
                    <a:pt x="1481" y="143"/>
                    <a:pt x="1482" y="134"/>
                  </a:cubicBezTo>
                  <a:lnTo>
                    <a:pt x="1485" y="88"/>
                  </a:lnTo>
                  <a:cubicBezTo>
                    <a:pt x="1483" y="95"/>
                    <a:pt x="1479" y="101"/>
                    <a:pt x="1476" y="107"/>
                  </a:cubicBezTo>
                  <a:cubicBezTo>
                    <a:pt x="1473" y="114"/>
                    <a:pt x="1468" y="121"/>
                    <a:pt x="1463" y="128"/>
                  </a:cubicBezTo>
                  <a:cubicBezTo>
                    <a:pt x="1459" y="123"/>
                    <a:pt x="1455" y="119"/>
                    <a:pt x="1452" y="116"/>
                  </a:cubicBezTo>
                  <a:cubicBezTo>
                    <a:pt x="1456" y="112"/>
                    <a:pt x="1462" y="104"/>
                    <a:pt x="1469" y="92"/>
                  </a:cubicBezTo>
                  <a:cubicBezTo>
                    <a:pt x="1476" y="80"/>
                    <a:pt x="1482" y="67"/>
                    <a:pt x="1486" y="51"/>
                  </a:cubicBezTo>
                  <a:lnTo>
                    <a:pt x="1482" y="51"/>
                  </a:lnTo>
                  <a:cubicBezTo>
                    <a:pt x="1475" y="51"/>
                    <a:pt x="1469" y="51"/>
                    <a:pt x="1462" y="51"/>
                  </a:cubicBezTo>
                  <a:lnTo>
                    <a:pt x="1463" y="37"/>
                  </a:lnTo>
                  <a:cubicBezTo>
                    <a:pt x="1470" y="38"/>
                    <a:pt x="1476" y="39"/>
                    <a:pt x="1482" y="40"/>
                  </a:cubicBezTo>
                  <a:lnTo>
                    <a:pt x="1489" y="40"/>
                  </a:lnTo>
                  <a:lnTo>
                    <a:pt x="1490" y="26"/>
                  </a:lnTo>
                  <a:cubicBezTo>
                    <a:pt x="1491" y="18"/>
                    <a:pt x="1491" y="11"/>
                    <a:pt x="1491" y="4"/>
                  </a:cubicBezTo>
                  <a:lnTo>
                    <a:pt x="1507" y="5"/>
                  </a:lnTo>
                  <a:cubicBezTo>
                    <a:pt x="1506" y="10"/>
                    <a:pt x="1505" y="17"/>
                    <a:pt x="1504" y="27"/>
                  </a:cubicBezTo>
                  <a:lnTo>
                    <a:pt x="1503" y="41"/>
                  </a:lnTo>
                  <a:lnTo>
                    <a:pt x="1511" y="42"/>
                  </a:lnTo>
                  <a:cubicBezTo>
                    <a:pt x="1516" y="42"/>
                    <a:pt x="1522" y="42"/>
                    <a:pt x="1528" y="42"/>
                  </a:cubicBezTo>
                  <a:lnTo>
                    <a:pt x="1527" y="55"/>
                  </a:lnTo>
                  <a:cubicBezTo>
                    <a:pt x="1517" y="54"/>
                    <a:pt x="1509" y="53"/>
                    <a:pt x="1502" y="53"/>
                  </a:cubicBezTo>
                  <a:lnTo>
                    <a:pt x="1500" y="81"/>
                  </a:lnTo>
                  <a:cubicBezTo>
                    <a:pt x="1503" y="79"/>
                    <a:pt x="1507" y="77"/>
                    <a:pt x="1511" y="74"/>
                  </a:cubicBezTo>
                  <a:close/>
                  <a:moveTo>
                    <a:pt x="1898" y="235"/>
                  </a:moveTo>
                  <a:cubicBezTo>
                    <a:pt x="1892" y="245"/>
                    <a:pt x="1886" y="251"/>
                    <a:pt x="1883" y="253"/>
                  </a:cubicBezTo>
                  <a:cubicBezTo>
                    <a:pt x="1879" y="255"/>
                    <a:pt x="1874" y="254"/>
                    <a:pt x="1868" y="252"/>
                  </a:cubicBezTo>
                  <a:lnTo>
                    <a:pt x="1816" y="234"/>
                  </a:lnTo>
                  <a:cubicBezTo>
                    <a:pt x="1804" y="230"/>
                    <a:pt x="1800" y="222"/>
                    <a:pt x="1803" y="209"/>
                  </a:cubicBezTo>
                  <a:lnTo>
                    <a:pt x="1812" y="185"/>
                  </a:lnTo>
                  <a:lnTo>
                    <a:pt x="1773" y="171"/>
                  </a:lnTo>
                  <a:lnTo>
                    <a:pt x="1768" y="184"/>
                  </a:lnTo>
                  <a:lnTo>
                    <a:pt x="1753" y="179"/>
                  </a:lnTo>
                  <a:cubicBezTo>
                    <a:pt x="1755" y="174"/>
                    <a:pt x="1761" y="159"/>
                    <a:pt x="1770" y="132"/>
                  </a:cubicBezTo>
                  <a:cubicBezTo>
                    <a:pt x="1779" y="105"/>
                    <a:pt x="1784" y="88"/>
                    <a:pt x="1787" y="79"/>
                  </a:cubicBezTo>
                  <a:lnTo>
                    <a:pt x="1841" y="98"/>
                  </a:lnTo>
                  <a:cubicBezTo>
                    <a:pt x="1845" y="86"/>
                    <a:pt x="1848" y="76"/>
                    <a:pt x="1850" y="70"/>
                  </a:cubicBezTo>
                  <a:lnTo>
                    <a:pt x="1865" y="75"/>
                  </a:lnTo>
                  <a:cubicBezTo>
                    <a:pt x="1862" y="80"/>
                    <a:pt x="1859" y="90"/>
                    <a:pt x="1854" y="103"/>
                  </a:cubicBezTo>
                  <a:lnTo>
                    <a:pt x="1908" y="122"/>
                  </a:lnTo>
                  <a:cubicBezTo>
                    <a:pt x="1906" y="129"/>
                    <a:pt x="1901" y="143"/>
                    <a:pt x="1893" y="164"/>
                  </a:cubicBezTo>
                  <a:cubicBezTo>
                    <a:pt x="1886" y="185"/>
                    <a:pt x="1881" y="200"/>
                    <a:pt x="1879" y="209"/>
                  </a:cubicBezTo>
                  <a:lnTo>
                    <a:pt x="1825" y="190"/>
                  </a:lnTo>
                  <a:lnTo>
                    <a:pt x="1819" y="208"/>
                  </a:lnTo>
                  <a:cubicBezTo>
                    <a:pt x="1816" y="216"/>
                    <a:pt x="1819" y="222"/>
                    <a:pt x="1827" y="225"/>
                  </a:cubicBezTo>
                  <a:lnTo>
                    <a:pt x="1863" y="237"/>
                  </a:lnTo>
                  <a:cubicBezTo>
                    <a:pt x="1870" y="240"/>
                    <a:pt x="1874" y="240"/>
                    <a:pt x="1877" y="237"/>
                  </a:cubicBezTo>
                  <a:cubicBezTo>
                    <a:pt x="1879" y="234"/>
                    <a:pt x="1882" y="230"/>
                    <a:pt x="1885" y="223"/>
                  </a:cubicBezTo>
                  <a:cubicBezTo>
                    <a:pt x="1889" y="228"/>
                    <a:pt x="1893" y="232"/>
                    <a:pt x="1898" y="235"/>
                  </a:cubicBezTo>
                  <a:close/>
                  <a:moveTo>
                    <a:pt x="1869" y="192"/>
                  </a:moveTo>
                  <a:lnTo>
                    <a:pt x="1878" y="165"/>
                  </a:lnTo>
                  <a:lnTo>
                    <a:pt x="1838" y="151"/>
                  </a:lnTo>
                  <a:lnTo>
                    <a:pt x="1829" y="178"/>
                  </a:lnTo>
                  <a:lnTo>
                    <a:pt x="1869" y="192"/>
                  </a:lnTo>
                  <a:close/>
                  <a:moveTo>
                    <a:pt x="1815" y="173"/>
                  </a:moveTo>
                  <a:lnTo>
                    <a:pt x="1825" y="146"/>
                  </a:lnTo>
                  <a:lnTo>
                    <a:pt x="1786" y="132"/>
                  </a:lnTo>
                  <a:lnTo>
                    <a:pt x="1777" y="160"/>
                  </a:lnTo>
                  <a:lnTo>
                    <a:pt x="1815" y="173"/>
                  </a:lnTo>
                  <a:close/>
                  <a:moveTo>
                    <a:pt x="1882" y="154"/>
                  </a:moveTo>
                  <a:lnTo>
                    <a:pt x="1890" y="129"/>
                  </a:lnTo>
                  <a:lnTo>
                    <a:pt x="1850" y="115"/>
                  </a:lnTo>
                  <a:lnTo>
                    <a:pt x="1842" y="140"/>
                  </a:lnTo>
                  <a:lnTo>
                    <a:pt x="1882" y="154"/>
                  </a:lnTo>
                  <a:close/>
                  <a:moveTo>
                    <a:pt x="1828" y="135"/>
                  </a:moveTo>
                  <a:lnTo>
                    <a:pt x="1837" y="110"/>
                  </a:lnTo>
                  <a:lnTo>
                    <a:pt x="1798" y="96"/>
                  </a:lnTo>
                  <a:lnTo>
                    <a:pt x="1790" y="122"/>
                  </a:lnTo>
                  <a:lnTo>
                    <a:pt x="1828" y="135"/>
                  </a:lnTo>
                  <a:close/>
                  <a:moveTo>
                    <a:pt x="2177" y="240"/>
                  </a:moveTo>
                  <a:cubicBezTo>
                    <a:pt x="2187" y="246"/>
                    <a:pt x="2196" y="251"/>
                    <a:pt x="2204" y="255"/>
                  </a:cubicBezTo>
                  <a:lnTo>
                    <a:pt x="2197" y="268"/>
                  </a:lnTo>
                  <a:cubicBezTo>
                    <a:pt x="2189" y="263"/>
                    <a:pt x="2180" y="257"/>
                    <a:pt x="2170" y="251"/>
                  </a:cubicBezTo>
                  <a:lnTo>
                    <a:pt x="2145" y="236"/>
                  </a:lnTo>
                  <a:lnTo>
                    <a:pt x="2089" y="335"/>
                  </a:lnTo>
                  <a:lnTo>
                    <a:pt x="2129" y="359"/>
                  </a:lnTo>
                  <a:cubicBezTo>
                    <a:pt x="2139" y="364"/>
                    <a:pt x="2147" y="369"/>
                    <a:pt x="2155" y="373"/>
                  </a:cubicBezTo>
                  <a:lnTo>
                    <a:pt x="2148" y="386"/>
                  </a:lnTo>
                  <a:cubicBezTo>
                    <a:pt x="2141" y="381"/>
                    <a:pt x="2132" y="375"/>
                    <a:pt x="2123" y="370"/>
                  </a:cubicBezTo>
                  <a:lnTo>
                    <a:pt x="2029" y="314"/>
                  </a:lnTo>
                  <a:cubicBezTo>
                    <a:pt x="2020" y="309"/>
                    <a:pt x="2012" y="304"/>
                    <a:pt x="2005" y="301"/>
                  </a:cubicBezTo>
                  <a:lnTo>
                    <a:pt x="2012" y="289"/>
                  </a:lnTo>
                  <a:cubicBezTo>
                    <a:pt x="2019" y="293"/>
                    <a:pt x="2027" y="298"/>
                    <a:pt x="2036" y="303"/>
                  </a:cubicBezTo>
                  <a:lnTo>
                    <a:pt x="2076" y="327"/>
                  </a:lnTo>
                  <a:lnTo>
                    <a:pt x="2132" y="228"/>
                  </a:lnTo>
                  <a:lnTo>
                    <a:pt x="2108" y="214"/>
                  </a:lnTo>
                  <a:cubicBezTo>
                    <a:pt x="2097" y="208"/>
                    <a:pt x="2088" y="203"/>
                    <a:pt x="2080" y="198"/>
                  </a:cubicBezTo>
                  <a:lnTo>
                    <a:pt x="2087" y="186"/>
                  </a:lnTo>
                  <a:cubicBezTo>
                    <a:pt x="2094" y="191"/>
                    <a:pt x="2103" y="197"/>
                    <a:pt x="2114" y="203"/>
                  </a:cubicBezTo>
                  <a:lnTo>
                    <a:pt x="2177" y="240"/>
                  </a:lnTo>
                  <a:close/>
                  <a:moveTo>
                    <a:pt x="2461" y="463"/>
                  </a:moveTo>
                  <a:cubicBezTo>
                    <a:pt x="2453" y="470"/>
                    <a:pt x="2447" y="477"/>
                    <a:pt x="2441" y="484"/>
                  </a:cubicBezTo>
                  <a:cubicBezTo>
                    <a:pt x="2435" y="490"/>
                    <a:pt x="2430" y="496"/>
                    <a:pt x="2425" y="502"/>
                  </a:cubicBezTo>
                  <a:lnTo>
                    <a:pt x="2368" y="446"/>
                  </a:lnTo>
                  <a:cubicBezTo>
                    <a:pt x="2374" y="440"/>
                    <a:pt x="2380" y="434"/>
                    <a:pt x="2386" y="428"/>
                  </a:cubicBezTo>
                  <a:cubicBezTo>
                    <a:pt x="2391" y="422"/>
                    <a:pt x="2397" y="415"/>
                    <a:pt x="2404" y="408"/>
                  </a:cubicBezTo>
                  <a:lnTo>
                    <a:pt x="2461" y="463"/>
                  </a:lnTo>
                  <a:close/>
                  <a:moveTo>
                    <a:pt x="2347" y="359"/>
                  </a:moveTo>
                  <a:cubicBezTo>
                    <a:pt x="2353" y="364"/>
                    <a:pt x="2361" y="369"/>
                    <a:pt x="2370" y="374"/>
                  </a:cubicBezTo>
                  <a:cubicBezTo>
                    <a:pt x="2379" y="380"/>
                    <a:pt x="2387" y="384"/>
                    <a:pt x="2394" y="386"/>
                  </a:cubicBezTo>
                  <a:cubicBezTo>
                    <a:pt x="2392" y="393"/>
                    <a:pt x="2391" y="399"/>
                    <a:pt x="2391" y="405"/>
                  </a:cubicBezTo>
                  <a:cubicBezTo>
                    <a:pt x="2388" y="402"/>
                    <a:pt x="2386" y="400"/>
                    <a:pt x="2383" y="398"/>
                  </a:cubicBezTo>
                  <a:cubicBezTo>
                    <a:pt x="2380" y="396"/>
                    <a:pt x="2377" y="394"/>
                    <a:pt x="2373" y="391"/>
                  </a:cubicBezTo>
                  <a:lnTo>
                    <a:pt x="2349" y="417"/>
                  </a:lnTo>
                  <a:cubicBezTo>
                    <a:pt x="2354" y="421"/>
                    <a:pt x="2359" y="426"/>
                    <a:pt x="2365" y="431"/>
                  </a:cubicBezTo>
                  <a:lnTo>
                    <a:pt x="2356" y="441"/>
                  </a:lnTo>
                  <a:cubicBezTo>
                    <a:pt x="2351" y="435"/>
                    <a:pt x="2346" y="430"/>
                    <a:pt x="2341" y="426"/>
                  </a:cubicBezTo>
                  <a:lnTo>
                    <a:pt x="2298" y="472"/>
                  </a:lnTo>
                  <a:cubicBezTo>
                    <a:pt x="2291" y="479"/>
                    <a:pt x="2282" y="490"/>
                    <a:pt x="2270" y="503"/>
                  </a:cubicBezTo>
                  <a:lnTo>
                    <a:pt x="2260" y="493"/>
                  </a:lnTo>
                  <a:cubicBezTo>
                    <a:pt x="2272" y="481"/>
                    <a:pt x="2282" y="471"/>
                    <a:pt x="2289" y="463"/>
                  </a:cubicBezTo>
                  <a:lnTo>
                    <a:pt x="2311" y="439"/>
                  </a:lnTo>
                  <a:cubicBezTo>
                    <a:pt x="2297" y="444"/>
                    <a:pt x="2283" y="448"/>
                    <a:pt x="2269" y="452"/>
                  </a:cubicBezTo>
                  <a:cubicBezTo>
                    <a:pt x="2270" y="446"/>
                    <a:pt x="2270" y="440"/>
                    <a:pt x="2270" y="434"/>
                  </a:cubicBezTo>
                  <a:cubicBezTo>
                    <a:pt x="2279" y="434"/>
                    <a:pt x="2289" y="432"/>
                    <a:pt x="2298" y="430"/>
                  </a:cubicBezTo>
                  <a:cubicBezTo>
                    <a:pt x="2308" y="427"/>
                    <a:pt x="2319" y="422"/>
                    <a:pt x="2331" y="416"/>
                  </a:cubicBezTo>
                  <a:cubicBezTo>
                    <a:pt x="2322" y="407"/>
                    <a:pt x="2316" y="401"/>
                    <a:pt x="2311" y="398"/>
                  </a:cubicBezTo>
                  <a:lnTo>
                    <a:pt x="2321" y="388"/>
                  </a:lnTo>
                  <a:cubicBezTo>
                    <a:pt x="2326" y="394"/>
                    <a:pt x="2330" y="398"/>
                    <a:pt x="2333" y="401"/>
                  </a:cubicBezTo>
                  <a:lnTo>
                    <a:pt x="2340" y="408"/>
                  </a:lnTo>
                  <a:lnTo>
                    <a:pt x="2362" y="384"/>
                  </a:lnTo>
                  <a:cubicBezTo>
                    <a:pt x="2357" y="381"/>
                    <a:pt x="2350" y="377"/>
                    <a:pt x="2342" y="371"/>
                  </a:cubicBezTo>
                  <a:cubicBezTo>
                    <a:pt x="2344" y="367"/>
                    <a:pt x="2346" y="363"/>
                    <a:pt x="2347" y="359"/>
                  </a:cubicBezTo>
                  <a:close/>
                  <a:moveTo>
                    <a:pt x="2398" y="501"/>
                  </a:moveTo>
                  <a:cubicBezTo>
                    <a:pt x="2403" y="506"/>
                    <a:pt x="2409" y="511"/>
                    <a:pt x="2416" y="517"/>
                  </a:cubicBezTo>
                  <a:lnTo>
                    <a:pt x="2407" y="526"/>
                  </a:lnTo>
                  <a:cubicBezTo>
                    <a:pt x="2401" y="520"/>
                    <a:pt x="2396" y="514"/>
                    <a:pt x="2390" y="509"/>
                  </a:cubicBezTo>
                  <a:lnTo>
                    <a:pt x="2380" y="500"/>
                  </a:lnTo>
                  <a:lnTo>
                    <a:pt x="2365" y="516"/>
                  </a:lnTo>
                  <a:lnTo>
                    <a:pt x="2370" y="522"/>
                  </a:lnTo>
                  <a:cubicBezTo>
                    <a:pt x="2376" y="527"/>
                    <a:pt x="2382" y="532"/>
                    <a:pt x="2389" y="539"/>
                  </a:cubicBezTo>
                  <a:lnTo>
                    <a:pt x="2380" y="549"/>
                  </a:lnTo>
                  <a:cubicBezTo>
                    <a:pt x="2373" y="542"/>
                    <a:pt x="2368" y="536"/>
                    <a:pt x="2364" y="532"/>
                  </a:cubicBezTo>
                  <a:lnTo>
                    <a:pt x="2357" y="525"/>
                  </a:lnTo>
                  <a:lnTo>
                    <a:pt x="2340" y="543"/>
                  </a:lnTo>
                  <a:lnTo>
                    <a:pt x="2352" y="555"/>
                  </a:lnTo>
                  <a:cubicBezTo>
                    <a:pt x="2358" y="561"/>
                    <a:pt x="2365" y="567"/>
                    <a:pt x="2372" y="574"/>
                  </a:cubicBezTo>
                  <a:lnTo>
                    <a:pt x="2363" y="584"/>
                  </a:lnTo>
                  <a:cubicBezTo>
                    <a:pt x="2357" y="578"/>
                    <a:pt x="2351" y="572"/>
                    <a:pt x="2344" y="564"/>
                  </a:cubicBezTo>
                  <a:lnTo>
                    <a:pt x="2309" y="531"/>
                  </a:lnTo>
                  <a:cubicBezTo>
                    <a:pt x="2302" y="524"/>
                    <a:pt x="2295" y="518"/>
                    <a:pt x="2289" y="513"/>
                  </a:cubicBezTo>
                  <a:lnTo>
                    <a:pt x="2299" y="503"/>
                  </a:lnTo>
                  <a:cubicBezTo>
                    <a:pt x="2304" y="508"/>
                    <a:pt x="2310" y="515"/>
                    <a:pt x="2317" y="522"/>
                  </a:cubicBezTo>
                  <a:lnTo>
                    <a:pt x="2330" y="534"/>
                  </a:lnTo>
                  <a:lnTo>
                    <a:pt x="2347" y="516"/>
                  </a:lnTo>
                  <a:lnTo>
                    <a:pt x="2340" y="509"/>
                  </a:lnTo>
                  <a:cubicBezTo>
                    <a:pt x="2334" y="504"/>
                    <a:pt x="2329" y="499"/>
                    <a:pt x="2323" y="495"/>
                  </a:cubicBezTo>
                  <a:lnTo>
                    <a:pt x="2333" y="484"/>
                  </a:lnTo>
                  <a:cubicBezTo>
                    <a:pt x="2337" y="489"/>
                    <a:pt x="2342" y="495"/>
                    <a:pt x="2348" y="500"/>
                  </a:cubicBezTo>
                  <a:lnTo>
                    <a:pt x="2355" y="507"/>
                  </a:lnTo>
                  <a:lnTo>
                    <a:pt x="2371" y="490"/>
                  </a:lnTo>
                  <a:lnTo>
                    <a:pt x="2362" y="482"/>
                  </a:lnTo>
                  <a:cubicBezTo>
                    <a:pt x="2356" y="476"/>
                    <a:pt x="2350" y="471"/>
                    <a:pt x="2345" y="466"/>
                  </a:cubicBezTo>
                  <a:lnTo>
                    <a:pt x="2353" y="456"/>
                  </a:lnTo>
                  <a:cubicBezTo>
                    <a:pt x="2358" y="462"/>
                    <a:pt x="2364" y="468"/>
                    <a:pt x="2370" y="474"/>
                  </a:cubicBezTo>
                  <a:lnTo>
                    <a:pt x="2398" y="501"/>
                  </a:lnTo>
                  <a:close/>
                  <a:moveTo>
                    <a:pt x="2422" y="482"/>
                  </a:moveTo>
                  <a:lnTo>
                    <a:pt x="2441" y="461"/>
                  </a:lnTo>
                  <a:lnTo>
                    <a:pt x="2405" y="426"/>
                  </a:lnTo>
                  <a:lnTo>
                    <a:pt x="2386" y="446"/>
                  </a:lnTo>
                  <a:lnTo>
                    <a:pt x="2422" y="482"/>
                  </a:lnTo>
                  <a:close/>
                  <a:moveTo>
                    <a:pt x="2339" y="447"/>
                  </a:moveTo>
                  <a:cubicBezTo>
                    <a:pt x="2337" y="456"/>
                    <a:pt x="2335" y="465"/>
                    <a:pt x="2332" y="476"/>
                  </a:cubicBezTo>
                  <a:cubicBezTo>
                    <a:pt x="2329" y="475"/>
                    <a:pt x="2324" y="475"/>
                    <a:pt x="2318" y="474"/>
                  </a:cubicBezTo>
                  <a:cubicBezTo>
                    <a:pt x="2322" y="463"/>
                    <a:pt x="2324" y="454"/>
                    <a:pt x="2326" y="445"/>
                  </a:cubicBezTo>
                  <a:cubicBezTo>
                    <a:pt x="2329" y="446"/>
                    <a:pt x="2334" y="446"/>
                    <a:pt x="2339" y="447"/>
                  </a:cubicBezTo>
                  <a:close/>
                  <a:moveTo>
                    <a:pt x="2588" y="733"/>
                  </a:moveTo>
                  <a:lnTo>
                    <a:pt x="2576" y="741"/>
                  </a:lnTo>
                  <a:cubicBezTo>
                    <a:pt x="2571" y="737"/>
                    <a:pt x="2566" y="733"/>
                    <a:pt x="2560" y="730"/>
                  </a:cubicBezTo>
                  <a:cubicBezTo>
                    <a:pt x="2555" y="728"/>
                    <a:pt x="2548" y="724"/>
                    <a:pt x="2542" y="721"/>
                  </a:cubicBezTo>
                  <a:lnTo>
                    <a:pt x="2536" y="724"/>
                  </a:lnTo>
                  <a:lnTo>
                    <a:pt x="2562" y="761"/>
                  </a:lnTo>
                  <a:cubicBezTo>
                    <a:pt x="2565" y="766"/>
                    <a:pt x="2570" y="772"/>
                    <a:pt x="2575" y="779"/>
                  </a:cubicBezTo>
                  <a:lnTo>
                    <a:pt x="2564" y="787"/>
                  </a:lnTo>
                  <a:cubicBezTo>
                    <a:pt x="2559" y="779"/>
                    <a:pt x="2555" y="773"/>
                    <a:pt x="2552" y="769"/>
                  </a:cubicBezTo>
                  <a:lnTo>
                    <a:pt x="2526" y="732"/>
                  </a:lnTo>
                  <a:lnTo>
                    <a:pt x="2502" y="749"/>
                  </a:lnTo>
                  <a:cubicBezTo>
                    <a:pt x="2497" y="753"/>
                    <a:pt x="2492" y="753"/>
                    <a:pt x="2488" y="750"/>
                  </a:cubicBezTo>
                  <a:cubicBezTo>
                    <a:pt x="2483" y="747"/>
                    <a:pt x="2477" y="740"/>
                    <a:pt x="2470" y="731"/>
                  </a:cubicBezTo>
                  <a:cubicBezTo>
                    <a:pt x="2473" y="727"/>
                    <a:pt x="2476" y="722"/>
                    <a:pt x="2478" y="716"/>
                  </a:cubicBezTo>
                  <a:lnTo>
                    <a:pt x="2489" y="732"/>
                  </a:lnTo>
                  <a:cubicBezTo>
                    <a:pt x="2492" y="736"/>
                    <a:pt x="2496" y="736"/>
                    <a:pt x="2500" y="733"/>
                  </a:cubicBezTo>
                  <a:lnTo>
                    <a:pt x="2518" y="720"/>
                  </a:lnTo>
                  <a:lnTo>
                    <a:pt x="2490" y="680"/>
                  </a:lnTo>
                  <a:cubicBezTo>
                    <a:pt x="2485" y="673"/>
                    <a:pt x="2480" y="666"/>
                    <a:pt x="2474" y="659"/>
                  </a:cubicBezTo>
                  <a:lnTo>
                    <a:pt x="2486" y="651"/>
                  </a:lnTo>
                  <a:cubicBezTo>
                    <a:pt x="2491" y="659"/>
                    <a:pt x="2496" y="666"/>
                    <a:pt x="2499" y="671"/>
                  </a:cubicBezTo>
                  <a:lnTo>
                    <a:pt x="2528" y="713"/>
                  </a:lnTo>
                  <a:cubicBezTo>
                    <a:pt x="2531" y="710"/>
                    <a:pt x="2534" y="707"/>
                    <a:pt x="2538" y="704"/>
                  </a:cubicBezTo>
                  <a:lnTo>
                    <a:pt x="2563" y="717"/>
                  </a:lnTo>
                  <a:lnTo>
                    <a:pt x="2540" y="685"/>
                  </a:lnTo>
                  <a:cubicBezTo>
                    <a:pt x="2535" y="678"/>
                    <a:pt x="2529" y="669"/>
                    <a:pt x="2522" y="660"/>
                  </a:cubicBezTo>
                  <a:lnTo>
                    <a:pt x="2533" y="652"/>
                  </a:lnTo>
                  <a:cubicBezTo>
                    <a:pt x="2539" y="661"/>
                    <a:pt x="2544" y="670"/>
                    <a:pt x="2550" y="677"/>
                  </a:cubicBezTo>
                  <a:lnTo>
                    <a:pt x="2588" y="733"/>
                  </a:lnTo>
                  <a:close/>
                  <a:moveTo>
                    <a:pt x="2649" y="705"/>
                  </a:moveTo>
                  <a:cubicBezTo>
                    <a:pt x="2635" y="704"/>
                    <a:pt x="2621" y="704"/>
                    <a:pt x="2608" y="705"/>
                  </a:cubicBezTo>
                  <a:lnTo>
                    <a:pt x="2630" y="737"/>
                  </a:lnTo>
                  <a:cubicBezTo>
                    <a:pt x="2627" y="739"/>
                    <a:pt x="2623" y="742"/>
                    <a:pt x="2618" y="745"/>
                  </a:cubicBezTo>
                  <a:cubicBezTo>
                    <a:pt x="2613" y="749"/>
                    <a:pt x="2609" y="752"/>
                    <a:pt x="2605" y="756"/>
                  </a:cubicBezTo>
                  <a:lnTo>
                    <a:pt x="2597" y="743"/>
                  </a:lnTo>
                  <a:lnTo>
                    <a:pt x="2612" y="732"/>
                  </a:lnTo>
                  <a:lnTo>
                    <a:pt x="2541" y="631"/>
                  </a:lnTo>
                  <a:lnTo>
                    <a:pt x="2525" y="642"/>
                  </a:lnTo>
                  <a:lnTo>
                    <a:pt x="2516" y="630"/>
                  </a:lnTo>
                  <a:cubicBezTo>
                    <a:pt x="2521" y="627"/>
                    <a:pt x="2526" y="624"/>
                    <a:pt x="2531" y="620"/>
                  </a:cubicBezTo>
                  <a:cubicBezTo>
                    <a:pt x="2535" y="617"/>
                    <a:pt x="2539" y="614"/>
                    <a:pt x="2542" y="611"/>
                  </a:cubicBezTo>
                  <a:lnTo>
                    <a:pt x="2599" y="693"/>
                  </a:lnTo>
                  <a:cubicBezTo>
                    <a:pt x="2607" y="692"/>
                    <a:pt x="2615" y="691"/>
                    <a:pt x="2623" y="690"/>
                  </a:cubicBezTo>
                  <a:cubicBezTo>
                    <a:pt x="2631" y="689"/>
                    <a:pt x="2639" y="687"/>
                    <a:pt x="2646" y="685"/>
                  </a:cubicBezTo>
                  <a:cubicBezTo>
                    <a:pt x="2647" y="694"/>
                    <a:pt x="2648" y="701"/>
                    <a:pt x="2649" y="705"/>
                  </a:cubicBezTo>
                  <a:close/>
                  <a:moveTo>
                    <a:pt x="2615" y="645"/>
                  </a:moveTo>
                  <a:cubicBezTo>
                    <a:pt x="2611" y="659"/>
                    <a:pt x="2608" y="669"/>
                    <a:pt x="2605" y="674"/>
                  </a:cubicBezTo>
                  <a:cubicBezTo>
                    <a:pt x="2600" y="672"/>
                    <a:pt x="2595" y="671"/>
                    <a:pt x="2590" y="668"/>
                  </a:cubicBezTo>
                  <a:cubicBezTo>
                    <a:pt x="2594" y="661"/>
                    <a:pt x="2598" y="651"/>
                    <a:pt x="2601" y="639"/>
                  </a:cubicBezTo>
                  <a:cubicBezTo>
                    <a:pt x="2606" y="641"/>
                    <a:pt x="2611" y="643"/>
                    <a:pt x="2615" y="645"/>
                  </a:cubicBezTo>
                  <a:close/>
                  <a:moveTo>
                    <a:pt x="2583" y="608"/>
                  </a:moveTo>
                  <a:cubicBezTo>
                    <a:pt x="2583" y="619"/>
                    <a:pt x="2581" y="629"/>
                    <a:pt x="2578" y="639"/>
                  </a:cubicBezTo>
                  <a:cubicBezTo>
                    <a:pt x="2572" y="637"/>
                    <a:pt x="2567" y="636"/>
                    <a:pt x="2563" y="635"/>
                  </a:cubicBezTo>
                  <a:cubicBezTo>
                    <a:pt x="2566" y="625"/>
                    <a:pt x="2569" y="614"/>
                    <a:pt x="2569" y="604"/>
                  </a:cubicBezTo>
                  <a:cubicBezTo>
                    <a:pt x="2575" y="606"/>
                    <a:pt x="2580" y="607"/>
                    <a:pt x="2583" y="608"/>
                  </a:cubicBezTo>
                  <a:close/>
                  <a:moveTo>
                    <a:pt x="2751" y="923"/>
                  </a:moveTo>
                  <a:cubicBezTo>
                    <a:pt x="2745" y="923"/>
                    <a:pt x="2737" y="923"/>
                    <a:pt x="2727" y="924"/>
                  </a:cubicBezTo>
                  <a:cubicBezTo>
                    <a:pt x="2717" y="925"/>
                    <a:pt x="2707" y="926"/>
                    <a:pt x="2697" y="926"/>
                  </a:cubicBezTo>
                  <a:cubicBezTo>
                    <a:pt x="2690" y="939"/>
                    <a:pt x="2684" y="948"/>
                    <a:pt x="2679" y="952"/>
                  </a:cubicBezTo>
                  <a:cubicBezTo>
                    <a:pt x="2674" y="957"/>
                    <a:pt x="2668" y="960"/>
                    <a:pt x="2662" y="961"/>
                  </a:cubicBezTo>
                  <a:cubicBezTo>
                    <a:pt x="2656" y="962"/>
                    <a:pt x="2650" y="960"/>
                    <a:pt x="2645" y="957"/>
                  </a:cubicBezTo>
                  <a:cubicBezTo>
                    <a:pt x="2641" y="954"/>
                    <a:pt x="2637" y="949"/>
                    <a:pt x="2634" y="941"/>
                  </a:cubicBezTo>
                  <a:cubicBezTo>
                    <a:pt x="2639" y="939"/>
                    <a:pt x="2643" y="936"/>
                    <a:pt x="2648" y="932"/>
                  </a:cubicBezTo>
                  <a:cubicBezTo>
                    <a:pt x="2650" y="941"/>
                    <a:pt x="2653" y="946"/>
                    <a:pt x="2656" y="946"/>
                  </a:cubicBezTo>
                  <a:cubicBezTo>
                    <a:pt x="2660" y="947"/>
                    <a:pt x="2664" y="945"/>
                    <a:pt x="2668" y="943"/>
                  </a:cubicBezTo>
                  <a:cubicBezTo>
                    <a:pt x="2672" y="941"/>
                    <a:pt x="2676" y="937"/>
                    <a:pt x="2679" y="932"/>
                  </a:cubicBezTo>
                  <a:cubicBezTo>
                    <a:pt x="2683" y="927"/>
                    <a:pt x="2686" y="921"/>
                    <a:pt x="2690" y="914"/>
                  </a:cubicBezTo>
                  <a:cubicBezTo>
                    <a:pt x="2696" y="914"/>
                    <a:pt x="2703" y="913"/>
                    <a:pt x="2712" y="913"/>
                  </a:cubicBezTo>
                  <a:cubicBezTo>
                    <a:pt x="2720" y="913"/>
                    <a:pt x="2728" y="912"/>
                    <a:pt x="2735" y="910"/>
                  </a:cubicBezTo>
                  <a:lnTo>
                    <a:pt x="2728" y="891"/>
                  </a:lnTo>
                  <a:lnTo>
                    <a:pt x="2596" y="944"/>
                  </a:lnTo>
                  <a:lnTo>
                    <a:pt x="2591" y="932"/>
                  </a:lnTo>
                  <a:cubicBezTo>
                    <a:pt x="2600" y="929"/>
                    <a:pt x="2610" y="925"/>
                    <a:pt x="2622" y="920"/>
                  </a:cubicBezTo>
                  <a:lnTo>
                    <a:pt x="2705" y="886"/>
                  </a:lnTo>
                  <a:cubicBezTo>
                    <a:pt x="2715" y="883"/>
                    <a:pt x="2724" y="879"/>
                    <a:pt x="2732" y="875"/>
                  </a:cubicBezTo>
                  <a:lnTo>
                    <a:pt x="2751" y="923"/>
                  </a:lnTo>
                  <a:close/>
                  <a:moveTo>
                    <a:pt x="2713" y="1021"/>
                  </a:moveTo>
                  <a:cubicBezTo>
                    <a:pt x="2716" y="1029"/>
                    <a:pt x="2719" y="1036"/>
                    <a:pt x="2722" y="1043"/>
                  </a:cubicBezTo>
                  <a:lnTo>
                    <a:pt x="2711" y="1047"/>
                  </a:lnTo>
                  <a:cubicBezTo>
                    <a:pt x="2709" y="1040"/>
                    <a:pt x="2707" y="1035"/>
                    <a:pt x="2706" y="1033"/>
                  </a:cubicBezTo>
                  <a:lnTo>
                    <a:pt x="2701" y="1021"/>
                  </a:lnTo>
                  <a:lnTo>
                    <a:pt x="2660" y="1038"/>
                  </a:lnTo>
                  <a:cubicBezTo>
                    <a:pt x="2655" y="1040"/>
                    <a:pt x="2653" y="1043"/>
                    <a:pt x="2654" y="1047"/>
                  </a:cubicBezTo>
                  <a:cubicBezTo>
                    <a:pt x="2655" y="1051"/>
                    <a:pt x="2657" y="1054"/>
                    <a:pt x="2658" y="1057"/>
                  </a:cubicBezTo>
                  <a:cubicBezTo>
                    <a:pt x="2659" y="1059"/>
                    <a:pt x="2661" y="1061"/>
                    <a:pt x="2664" y="1061"/>
                  </a:cubicBezTo>
                  <a:cubicBezTo>
                    <a:pt x="2666" y="1061"/>
                    <a:pt x="2671" y="1060"/>
                    <a:pt x="2678" y="1058"/>
                  </a:cubicBezTo>
                  <a:cubicBezTo>
                    <a:pt x="2677" y="1063"/>
                    <a:pt x="2676" y="1068"/>
                    <a:pt x="2677" y="1073"/>
                  </a:cubicBezTo>
                  <a:cubicBezTo>
                    <a:pt x="2664" y="1076"/>
                    <a:pt x="2657" y="1075"/>
                    <a:pt x="2653" y="1071"/>
                  </a:cubicBezTo>
                  <a:cubicBezTo>
                    <a:pt x="2650" y="1068"/>
                    <a:pt x="2646" y="1061"/>
                    <a:pt x="2642" y="1050"/>
                  </a:cubicBezTo>
                  <a:cubicBezTo>
                    <a:pt x="2639" y="1038"/>
                    <a:pt x="2642" y="1031"/>
                    <a:pt x="2653" y="1027"/>
                  </a:cubicBezTo>
                  <a:lnTo>
                    <a:pt x="2697" y="1009"/>
                  </a:lnTo>
                  <a:lnTo>
                    <a:pt x="2691" y="994"/>
                  </a:lnTo>
                  <a:cubicBezTo>
                    <a:pt x="2680" y="999"/>
                    <a:pt x="2669" y="1002"/>
                    <a:pt x="2659" y="1003"/>
                  </a:cubicBezTo>
                  <a:cubicBezTo>
                    <a:pt x="2648" y="1004"/>
                    <a:pt x="2639" y="1002"/>
                    <a:pt x="2631" y="998"/>
                  </a:cubicBezTo>
                  <a:cubicBezTo>
                    <a:pt x="2623" y="993"/>
                    <a:pt x="2616" y="988"/>
                    <a:pt x="2611" y="981"/>
                  </a:cubicBezTo>
                  <a:cubicBezTo>
                    <a:pt x="2614" y="978"/>
                    <a:pt x="2615" y="973"/>
                    <a:pt x="2617" y="967"/>
                  </a:cubicBezTo>
                  <a:cubicBezTo>
                    <a:pt x="2630" y="984"/>
                    <a:pt x="2642" y="992"/>
                    <a:pt x="2653" y="991"/>
                  </a:cubicBezTo>
                  <a:cubicBezTo>
                    <a:pt x="2664" y="990"/>
                    <a:pt x="2675" y="987"/>
                    <a:pt x="2686" y="982"/>
                  </a:cubicBezTo>
                  <a:cubicBezTo>
                    <a:pt x="2682" y="972"/>
                    <a:pt x="2679" y="964"/>
                    <a:pt x="2677" y="960"/>
                  </a:cubicBezTo>
                  <a:lnTo>
                    <a:pt x="2688" y="955"/>
                  </a:lnTo>
                  <a:cubicBezTo>
                    <a:pt x="2690" y="961"/>
                    <a:pt x="2692" y="968"/>
                    <a:pt x="2695" y="977"/>
                  </a:cubicBezTo>
                  <a:lnTo>
                    <a:pt x="2713" y="1021"/>
                  </a:lnTo>
                  <a:close/>
                  <a:moveTo>
                    <a:pt x="2780" y="1025"/>
                  </a:moveTo>
                  <a:cubicBezTo>
                    <a:pt x="2776" y="1026"/>
                    <a:pt x="2772" y="1028"/>
                    <a:pt x="2768" y="1029"/>
                  </a:cubicBezTo>
                  <a:cubicBezTo>
                    <a:pt x="2764" y="1031"/>
                    <a:pt x="2760" y="1033"/>
                    <a:pt x="2756" y="1035"/>
                  </a:cubicBezTo>
                  <a:lnTo>
                    <a:pt x="2751" y="1022"/>
                  </a:lnTo>
                  <a:lnTo>
                    <a:pt x="2766" y="1015"/>
                  </a:lnTo>
                  <a:lnTo>
                    <a:pt x="2740" y="948"/>
                  </a:lnTo>
                  <a:lnTo>
                    <a:pt x="2726" y="954"/>
                  </a:lnTo>
                  <a:lnTo>
                    <a:pt x="2720" y="941"/>
                  </a:lnTo>
                  <a:cubicBezTo>
                    <a:pt x="2725" y="940"/>
                    <a:pt x="2728" y="938"/>
                    <a:pt x="2732" y="937"/>
                  </a:cubicBezTo>
                  <a:cubicBezTo>
                    <a:pt x="2735" y="936"/>
                    <a:pt x="2739" y="934"/>
                    <a:pt x="2744" y="931"/>
                  </a:cubicBezTo>
                  <a:lnTo>
                    <a:pt x="2780" y="1025"/>
                  </a:lnTo>
                  <a:close/>
                  <a:moveTo>
                    <a:pt x="2735" y="1000"/>
                  </a:moveTo>
                  <a:cubicBezTo>
                    <a:pt x="2739" y="1009"/>
                    <a:pt x="2742" y="1017"/>
                    <a:pt x="2744" y="1022"/>
                  </a:cubicBezTo>
                  <a:lnTo>
                    <a:pt x="2733" y="1026"/>
                  </a:lnTo>
                  <a:cubicBezTo>
                    <a:pt x="2731" y="1020"/>
                    <a:pt x="2729" y="1013"/>
                    <a:pt x="2725" y="1004"/>
                  </a:cubicBezTo>
                  <a:lnTo>
                    <a:pt x="2718" y="985"/>
                  </a:lnTo>
                  <a:cubicBezTo>
                    <a:pt x="2714" y="975"/>
                    <a:pt x="2710" y="967"/>
                    <a:pt x="2708" y="961"/>
                  </a:cubicBezTo>
                  <a:lnTo>
                    <a:pt x="2719" y="956"/>
                  </a:lnTo>
                  <a:cubicBezTo>
                    <a:pt x="2721" y="962"/>
                    <a:pt x="2723" y="970"/>
                    <a:pt x="2727" y="980"/>
                  </a:cubicBezTo>
                  <a:lnTo>
                    <a:pt x="2735" y="1000"/>
                  </a:lnTo>
                  <a:close/>
                  <a:moveTo>
                    <a:pt x="2772" y="984"/>
                  </a:moveTo>
                  <a:cubicBezTo>
                    <a:pt x="2769" y="981"/>
                    <a:pt x="2766" y="978"/>
                    <a:pt x="2762" y="975"/>
                  </a:cubicBezTo>
                  <a:cubicBezTo>
                    <a:pt x="2766" y="971"/>
                    <a:pt x="2770" y="965"/>
                    <a:pt x="2774" y="956"/>
                  </a:cubicBezTo>
                  <a:cubicBezTo>
                    <a:pt x="2778" y="960"/>
                    <a:pt x="2781" y="962"/>
                    <a:pt x="2785" y="964"/>
                  </a:cubicBezTo>
                  <a:cubicBezTo>
                    <a:pt x="2778" y="975"/>
                    <a:pt x="2774" y="981"/>
                    <a:pt x="2772" y="984"/>
                  </a:cubicBezTo>
                  <a:close/>
                </a:path>
              </a:pathLst>
            </a:custGeom>
            <a:grpFill/>
            <a:ln>
              <a:noFill/>
            </a:ln>
          </p:spPr>
          <p:txBody>
            <a:bodyPr/>
            <a:lstStyle/>
            <a:p>
              <a:pPr>
                <a:defRPr/>
              </a:pPr>
              <a:endParaRPr lang="zh-CN" altLang="en-US" sz="2400">
                <a:solidFill>
                  <a:srgbClr val="0060A8"/>
                </a:solidFill>
                <a:cs typeface="+mn-ea"/>
                <a:sym typeface="+mn-lt"/>
              </a:endParaRPr>
            </a:p>
          </p:txBody>
        </p:sp>
        <p:sp>
          <p:nvSpPr>
            <p:cNvPr id="15" name="Freeform 24"/>
            <p:cNvSpPr>
              <a:spLocks noEditPoints="1"/>
            </p:cNvSpPr>
            <p:nvPr>
              <p:custDataLst>
                <p:tags r:id="rId17"/>
              </p:custDataLst>
            </p:nvPr>
          </p:nvSpPr>
          <p:spPr bwMode="auto">
            <a:xfrm>
              <a:off x="1017512" y="848565"/>
              <a:ext cx="1028700" cy="439738"/>
            </a:xfrm>
            <a:custGeom>
              <a:avLst/>
              <a:gdLst>
                <a:gd name="T0" fmla="*/ 18 w 2853"/>
                <a:gd name="T1" fmla="*/ 38 h 1213"/>
                <a:gd name="T2" fmla="*/ 123 w 2853"/>
                <a:gd name="T3" fmla="*/ 29 h 1213"/>
                <a:gd name="T4" fmla="*/ 73 w 2853"/>
                <a:gd name="T5" fmla="*/ 47 h 1213"/>
                <a:gd name="T6" fmla="*/ 150 w 2853"/>
                <a:gd name="T7" fmla="*/ 131 h 1213"/>
                <a:gd name="T8" fmla="*/ 44 w 2853"/>
                <a:gd name="T9" fmla="*/ 162 h 1213"/>
                <a:gd name="T10" fmla="*/ 53 w 2853"/>
                <a:gd name="T11" fmla="*/ 229 h 1213"/>
                <a:gd name="T12" fmla="*/ 132 w 2853"/>
                <a:gd name="T13" fmla="*/ 384 h 1213"/>
                <a:gd name="T14" fmla="*/ 206 w 2853"/>
                <a:gd name="T15" fmla="*/ 335 h 1213"/>
                <a:gd name="T16" fmla="*/ 183 w 2853"/>
                <a:gd name="T17" fmla="*/ 477 h 1213"/>
                <a:gd name="T18" fmla="*/ 252 w 2853"/>
                <a:gd name="T19" fmla="*/ 421 h 1213"/>
                <a:gd name="T20" fmla="*/ 193 w 2853"/>
                <a:gd name="T21" fmla="*/ 519 h 1213"/>
                <a:gd name="T22" fmla="*/ 313 w 2853"/>
                <a:gd name="T23" fmla="*/ 665 h 1213"/>
                <a:gd name="T24" fmla="*/ 387 w 2853"/>
                <a:gd name="T25" fmla="*/ 617 h 1213"/>
                <a:gd name="T26" fmla="*/ 460 w 2853"/>
                <a:gd name="T27" fmla="*/ 746 h 1213"/>
                <a:gd name="T28" fmla="*/ 548 w 2853"/>
                <a:gd name="T29" fmla="*/ 913 h 1213"/>
                <a:gd name="T30" fmla="*/ 575 w 2853"/>
                <a:gd name="T31" fmla="*/ 777 h 1213"/>
                <a:gd name="T32" fmla="*/ 651 w 2853"/>
                <a:gd name="T33" fmla="*/ 838 h 1213"/>
                <a:gd name="T34" fmla="*/ 653 w 2853"/>
                <a:gd name="T35" fmla="*/ 970 h 1213"/>
                <a:gd name="T36" fmla="*/ 785 w 2853"/>
                <a:gd name="T37" fmla="*/ 934 h 1213"/>
                <a:gd name="T38" fmla="*/ 729 w 2853"/>
                <a:gd name="T39" fmla="*/ 1009 h 1213"/>
                <a:gd name="T40" fmla="*/ 814 w 2853"/>
                <a:gd name="T41" fmla="*/ 940 h 1213"/>
                <a:gd name="T42" fmla="*/ 923 w 2853"/>
                <a:gd name="T43" fmla="*/ 1081 h 1213"/>
                <a:gd name="T44" fmla="*/ 928 w 2853"/>
                <a:gd name="T45" fmla="*/ 1021 h 1213"/>
                <a:gd name="T46" fmla="*/ 992 w 2853"/>
                <a:gd name="T47" fmla="*/ 1018 h 1213"/>
                <a:gd name="T48" fmla="*/ 1087 w 2853"/>
                <a:gd name="T49" fmla="*/ 1046 h 1213"/>
                <a:gd name="T50" fmla="*/ 1115 w 2853"/>
                <a:gd name="T51" fmla="*/ 1067 h 1213"/>
                <a:gd name="T52" fmla="*/ 1174 w 2853"/>
                <a:gd name="T53" fmla="*/ 1177 h 1213"/>
                <a:gd name="T54" fmla="*/ 1201 w 2853"/>
                <a:gd name="T55" fmla="*/ 1092 h 1213"/>
                <a:gd name="T56" fmla="*/ 1290 w 2853"/>
                <a:gd name="T57" fmla="*/ 1117 h 1213"/>
                <a:gd name="T58" fmla="*/ 1341 w 2853"/>
                <a:gd name="T59" fmla="*/ 1211 h 1213"/>
                <a:gd name="T60" fmla="*/ 1489 w 2853"/>
                <a:gd name="T61" fmla="*/ 1200 h 1213"/>
                <a:gd name="T62" fmla="*/ 1494 w 2853"/>
                <a:gd name="T63" fmla="*/ 1113 h 1213"/>
                <a:gd name="T64" fmla="*/ 1722 w 2853"/>
                <a:gd name="T65" fmla="*/ 1057 h 1213"/>
                <a:gd name="T66" fmla="*/ 1817 w 2853"/>
                <a:gd name="T67" fmla="*/ 1147 h 1213"/>
                <a:gd name="T68" fmla="*/ 1827 w 2853"/>
                <a:gd name="T69" fmla="*/ 1029 h 1213"/>
                <a:gd name="T70" fmla="*/ 1995 w 2853"/>
                <a:gd name="T71" fmla="*/ 1096 h 1213"/>
                <a:gd name="T72" fmla="*/ 1961 w 2853"/>
                <a:gd name="T73" fmla="*/ 1000 h 1213"/>
                <a:gd name="T74" fmla="*/ 1966 w 2853"/>
                <a:gd name="T75" fmla="*/ 1057 h 1213"/>
                <a:gd name="T76" fmla="*/ 2204 w 2853"/>
                <a:gd name="T77" fmla="*/ 988 h 1213"/>
                <a:gd name="T78" fmla="*/ 2173 w 2853"/>
                <a:gd name="T79" fmla="*/ 966 h 1213"/>
                <a:gd name="T80" fmla="*/ 2184 w 2853"/>
                <a:gd name="T81" fmla="*/ 870 h 1213"/>
                <a:gd name="T82" fmla="*/ 2319 w 2853"/>
                <a:gd name="T83" fmla="*/ 905 h 1213"/>
                <a:gd name="T84" fmla="*/ 2323 w 2853"/>
                <a:gd name="T85" fmla="*/ 884 h 1213"/>
                <a:gd name="T86" fmla="*/ 2316 w 2853"/>
                <a:gd name="T87" fmla="*/ 749 h 1213"/>
                <a:gd name="T88" fmla="*/ 2348 w 2853"/>
                <a:gd name="T89" fmla="*/ 736 h 1213"/>
                <a:gd name="T90" fmla="*/ 2418 w 2853"/>
                <a:gd name="T91" fmla="*/ 646 h 1213"/>
                <a:gd name="T92" fmla="*/ 2462 w 2853"/>
                <a:gd name="T93" fmla="*/ 594 h 1213"/>
                <a:gd name="T94" fmla="*/ 2639 w 2853"/>
                <a:gd name="T95" fmla="*/ 557 h 1213"/>
                <a:gd name="T96" fmla="*/ 2558 w 2853"/>
                <a:gd name="T97" fmla="*/ 496 h 1213"/>
                <a:gd name="T98" fmla="*/ 2594 w 2853"/>
                <a:gd name="T99" fmla="*/ 541 h 1213"/>
                <a:gd name="T100" fmla="*/ 2726 w 2853"/>
                <a:gd name="T101" fmla="*/ 333 h 1213"/>
                <a:gd name="T102" fmla="*/ 2728 w 2853"/>
                <a:gd name="T103" fmla="*/ 378 h 1213"/>
                <a:gd name="T104" fmla="*/ 2652 w 2853"/>
                <a:gd name="T105" fmla="*/ 307 h 1213"/>
                <a:gd name="T106" fmla="*/ 2705 w 2853"/>
                <a:gd name="T107" fmla="*/ 331 h 1213"/>
                <a:gd name="T108" fmla="*/ 2654 w 2853"/>
                <a:gd name="T109" fmla="*/ 281 h 1213"/>
                <a:gd name="T110" fmla="*/ 2686 w 2853"/>
                <a:gd name="T111" fmla="*/ 199 h 1213"/>
                <a:gd name="T112" fmla="*/ 2723 w 2853"/>
                <a:gd name="T113" fmla="*/ 119 h 1213"/>
                <a:gd name="T114" fmla="*/ 2747 w 2853"/>
                <a:gd name="T115" fmla="*/ 134 h 1213"/>
                <a:gd name="T116" fmla="*/ 2828 w 2853"/>
                <a:gd name="T117" fmla="*/ 91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3" h="1213">
                  <a:moveTo>
                    <a:pt x="46" y="88"/>
                  </a:moveTo>
                  <a:cubicBezTo>
                    <a:pt x="35" y="90"/>
                    <a:pt x="26" y="89"/>
                    <a:pt x="18" y="83"/>
                  </a:cubicBezTo>
                  <a:cubicBezTo>
                    <a:pt x="11" y="78"/>
                    <a:pt x="6" y="69"/>
                    <a:pt x="3" y="58"/>
                  </a:cubicBezTo>
                  <a:cubicBezTo>
                    <a:pt x="0" y="46"/>
                    <a:pt x="1" y="36"/>
                    <a:pt x="6" y="28"/>
                  </a:cubicBezTo>
                  <a:cubicBezTo>
                    <a:pt x="11" y="20"/>
                    <a:pt x="19" y="15"/>
                    <a:pt x="28" y="12"/>
                  </a:cubicBezTo>
                  <a:lnTo>
                    <a:pt x="33" y="11"/>
                  </a:lnTo>
                  <a:lnTo>
                    <a:pt x="37" y="27"/>
                  </a:lnTo>
                  <a:lnTo>
                    <a:pt x="33" y="28"/>
                  </a:lnTo>
                  <a:cubicBezTo>
                    <a:pt x="26" y="30"/>
                    <a:pt x="21" y="33"/>
                    <a:pt x="18" y="38"/>
                  </a:cubicBezTo>
                  <a:cubicBezTo>
                    <a:pt x="15" y="44"/>
                    <a:pt x="15" y="49"/>
                    <a:pt x="16" y="55"/>
                  </a:cubicBezTo>
                  <a:cubicBezTo>
                    <a:pt x="18" y="62"/>
                    <a:pt x="21" y="67"/>
                    <a:pt x="26" y="70"/>
                  </a:cubicBezTo>
                  <a:cubicBezTo>
                    <a:pt x="30" y="72"/>
                    <a:pt x="35" y="73"/>
                    <a:pt x="41" y="72"/>
                  </a:cubicBezTo>
                  <a:cubicBezTo>
                    <a:pt x="45" y="71"/>
                    <a:pt x="49" y="67"/>
                    <a:pt x="52" y="62"/>
                  </a:cubicBezTo>
                  <a:cubicBezTo>
                    <a:pt x="55" y="57"/>
                    <a:pt x="57" y="50"/>
                    <a:pt x="59" y="42"/>
                  </a:cubicBezTo>
                  <a:cubicBezTo>
                    <a:pt x="60" y="29"/>
                    <a:pt x="63" y="20"/>
                    <a:pt x="67" y="14"/>
                  </a:cubicBezTo>
                  <a:cubicBezTo>
                    <a:pt x="71" y="8"/>
                    <a:pt x="76" y="4"/>
                    <a:pt x="83" y="2"/>
                  </a:cubicBezTo>
                  <a:cubicBezTo>
                    <a:pt x="93" y="0"/>
                    <a:pt x="101" y="2"/>
                    <a:pt x="109" y="7"/>
                  </a:cubicBezTo>
                  <a:cubicBezTo>
                    <a:pt x="116" y="12"/>
                    <a:pt x="121" y="20"/>
                    <a:pt x="123" y="29"/>
                  </a:cubicBezTo>
                  <a:cubicBezTo>
                    <a:pt x="126" y="41"/>
                    <a:pt x="125" y="51"/>
                    <a:pt x="119" y="58"/>
                  </a:cubicBezTo>
                  <a:cubicBezTo>
                    <a:pt x="113" y="65"/>
                    <a:pt x="106" y="70"/>
                    <a:pt x="97" y="72"/>
                  </a:cubicBezTo>
                  <a:lnTo>
                    <a:pt x="94" y="55"/>
                  </a:lnTo>
                  <a:cubicBezTo>
                    <a:pt x="99" y="55"/>
                    <a:pt x="103" y="52"/>
                    <a:pt x="107" y="48"/>
                  </a:cubicBezTo>
                  <a:cubicBezTo>
                    <a:pt x="110" y="44"/>
                    <a:pt x="111" y="39"/>
                    <a:pt x="110" y="32"/>
                  </a:cubicBezTo>
                  <a:cubicBezTo>
                    <a:pt x="108" y="27"/>
                    <a:pt x="106" y="23"/>
                    <a:pt x="102" y="20"/>
                  </a:cubicBezTo>
                  <a:cubicBezTo>
                    <a:pt x="98" y="18"/>
                    <a:pt x="94" y="17"/>
                    <a:pt x="89" y="18"/>
                  </a:cubicBezTo>
                  <a:cubicBezTo>
                    <a:pt x="85" y="19"/>
                    <a:pt x="82" y="21"/>
                    <a:pt x="79" y="24"/>
                  </a:cubicBezTo>
                  <a:cubicBezTo>
                    <a:pt x="77" y="28"/>
                    <a:pt x="75" y="35"/>
                    <a:pt x="73" y="47"/>
                  </a:cubicBezTo>
                  <a:cubicBezTo>
                    <a:pt x="71" y="58"/>
                    <a:pt x="68" y="67"/>
                    <a:pt x="64" y="74"/>
                  </a:cubicBezTo>
                  <a:cubicBezTo>
                    <a:pt x="59" y="81"/>
                    <a:pt x="53" y="86"/>
                    <a:pt x="46" y="88"/>
                  </a:cubicBezTo>
                  <a:close/>
                  <a:moveTo>
                    <a:pt x="89" y="188"/>
                  </a:moveTo>
                  <a:cubicBezTo>
                    <a:pt x="71" y="192"/>
                    <a:pt x="58" y="192"/>
                    <a:pt x="49" y="187"/>
                  </a:cubicBezTo>
                  <a:cubicBezTo>
                    <a:pt x="40" y="182"/>
                    <a:pt x="34" y="175"/>
                    <a:pt x="31" y="165"/>
                  </a:cubicBezTo>
                  <a:cubicBezTo>
                    <a:pt x="28" y="154"/>
                    <a:pt x="30" y="144"/>
                    <a:pt x="36" y="133"/>
                  </a:cubicBezTo>
                  <a:cubicBezTo>
                    <a:pt x="43" y="123"/>
                    <a:pt x="56" y="115"/>
                    <a:pt x="76" y="109"/>
                  </a:cubicBezTo>
                  <a:cubicBezTo>
                    <a:pt x="97" y="103"/>
                    <a:pt x="114" y="102"/>
                    <a:pt x="126" y="106"/>
                  </a:cubicBezTo>
                  <a:cubicBezTo>
                    <a:pt x="139" y="111"/>
                    <a:pt x="147" y="119"/>
                    <a:pt x="150" y="131"/>
                  </a:cubicBezTo>
                  <a:cubicBezTo>
                    <a:pt x="153" y="142"/>
                    <a:pt x="152" y="151"/>
                    <a:pt x="146" y="160"/>
                  </a:cubicBezTo>
                  <a:cubicBezTo>
                    <a:pt x="140" y="169"/>
                    <a:pt x="131" y="175"/>
                    <a:pt x="117" y="179"/>
                  </a:cubicBezTo>
                  <a:lnTo>
                    <a:pt x="113" y="163"/>
                  </a:lnTo>
                  <a:cubicBezTo>
                    <a:pt x="123" y="160"/>
                    <a:pt x="130" y="157"/>
                    <a:pt x="134" y="152"/>
                  </a:cubicBezTo>
                  <a:cubicBezTo>
                    <a:pt x="138" y="147"/>
                    <a:pt x="139" y="142"/>
                    <a:pt x="137" y="135"/>
                  </a:cubicBezTo>
                  <a:cubicBezTo>
                    <a:pt x="135" y="128"/>
                    <a:pt x="130" y="123"/>
                    <a:pt x="121" y="121"/>
                  </a:cubicBezTo>
                  <a:cubicBezTo>
                    <a:pt x="112" y="119"/>
                    <a:pt x="99" y="120"/>
                    <a:pt x="82" y="125"/>
                  </a:cubicBezTo>
                  <a:cubicBezTo>
                    <a:pt x="65" y="130"/>
                    <a:pt x="54" y="135"/>
                    <a:pt x="49" y="142"/>
                  </a:cubicBezTo>
                  <a:cubicBezTo>
                    <a:pt x="44" y="148"/>
                    <a:pt x="42" y="155"/>
                    <a:pt x="44" y="162"/>
                  </a:cubicBezTo>
                  <a:cubicBezTo>
                    <a:pt x="45" y="167"/>
                    <a:pt x="49" y="171"/>
                    <a:pt x="55" y="173"/>
                  </a:cubicBezTo>
                  <a:cubicBezTo>
                    <a:pt x="61" y="176"/>
                    <a:pt x="71" y="176"/>
                    <a:pt x="84" y="172"/>
                  </a:cubicBezTo>
                  <a:lnTo>
                    <a:pt x="89" y="188"/>
                  </a:lnTo>
                  <a:close/>
                  <a:moveTo>
                    <a:pt x="80" y="298"/>
                  </a:moveTo>
                  <a:lnTo>
                    <a:pt x="74" y="283"/>
                  </a:lnTo>
                  <a:lnTo>
                    <a:pt x="126" y="261"/>
                  </a:lnTo>
                  <a:lnTo>
                    <a:pt x="112" y="223"/>
                  </a:lnTo>
                  <a:lnTo>
                    <a:pt x="59" y="244"/>
                  </a:lnTo>
                  <a:lnTo>
                    <a:pt x="53" y="229"/>
                  </a:lnTo>
                  <a:lnTo>
                    <a:pt x="165" y="184"/>
                  </a:lnTo>
                  <a:lnTo>
                    <a:pt x="171" y="199"/>
                  </a:lnTo>
                  <a:lnTo>
                    <a:pt x="124" y="218"/>
                  </a:lnTo>
                  <a:lnTo>
                    <a:pt x="139" y="256"/>
                  </a:lnTo>
                  <a:lnTo>
                    <a:pt x="186" y="237"/>
                  </a:lnTo>
                  <a:lnTo>
                    <a:pt x="192" y="253"/>
                  </a:lnTo>
                  <a:lnTo>
                    <a:pt x="80" y="298"/>
                  </a:lnTo>
                  <a:close/>
                  <a:moveTo>
                    <a:pt x="180" y="374"/>
                  </a:moveTo>
                  <a:cubicBezTo>
                    <a:pt x="160" y="383"/>
                    <a:pt x="144" y="386"/>
                    <a:pt x="132" y="384"/>
                  </a:cubicBezTo>
                  <a:cubicBezTo>
                    <a:pt x="120" y="382"/>
                    <a:pt x="112" y="375"/>
                    <a:pt x="107" y="364"/>
                  </a:cubicBezTo>
                  <a:cubicBezTo>
                    <a:pt x="102" y="352"/>
                    <a:pt x="102" y="341"/>
                    <a:pt x="108" y="330"/>
                  </a:cubicBezTo>
                  <a:cubicBezTo>
                    <a:pt x="114" y="320"/>
                    <a:pt x="127" y="310"/>
                    <a:pt x="147" y="301"/>
                  </a:cubicBezTo>
                  <a:cubicBezTo>
                    <a:pt x="168" y="291"/>
                    <a:pt x="183" y="288"/>
                    <a:pt x="195" y="291"/>
                  </a:cubicBezTo>
                  <a:cubicBezTo>
                    <a:pt x="206" y="293"/>
                    <a:pt x="215" y="300"/>
                    <a:pt x="220" y="312"/>
                  </a:cubicBezTo>
                  <a:cubicBezTo>
                    <a:pt x="225" y="323"/>
                    <a:pt x="224" y="334"/>
                    <a:pt x="219" y="344"/>
                  </a:cubicBezTo>
                  <a:cubicBezTo>
                    <a:pt x="213" y="354"/>
                    <a:pt x="200" y="364"/>
                    <a:pt x="180" y="374"/>
                  </a:cubicBezTo>
                  <a:close/>
                  <a:moveTo>
                    <a:pt x="173" y="358"/>
                  </a:moveTo>
                  <a:cubicBezTo>
                    <a:pt x="191" y="349"/>
                    <a:pt x="202" y="342"/>
                    <a:pt x="206" y="335"/>
                  </a:cubicBezTo>
                  <a:cubicBezTo>
                    <a:pt x="209" y="329"/>
                    <a:pt x="210" y="323"/>
                    <a:pt x="208" y="317"/>
                  </a:cubicBezTo>
                  <a:cubicBezTo>
                    <a:pt x="205" y="311"/>
                    <a:pt x="200" y="308"/>
                    <a:pt x="193" y="306"/>
                  </a:cubicBezTo>
                  <a:cubicBezTo>
                    <a:pt x="185" y="305"/>
                    <a:pt x="172" y="308"/>
                    <a:pt x="154" y="316"/>
                  </a:cubicBezTo>
                  <a:cubicBezTo>
                    <a:pt x="136" y="325"/>
                    <a:pt x="125" y="332"/>
                    <a:pt x="121" y="339"/>
                  </a:cubicBezTo>
                  <a:cubicBezTo>
                    <a:pt x="117" y="346"/>
                    <a:pt x="117" y="352"/>
                    <a:pt x="119" y="358"/>
                  </a:cubicBezTo>
                  <a:cubicBezTo>
                    <a:pt x="122" y="364"/>
                    <a:pt x="127" y="367"/>
                    <a:pt x="134" y="368"/>
                  </a:cubicBezTo>
                  <a:cubicBezTo>
                    <a:pt x="142" y="370"/>
                    <a:pt x="155" y="366"/>
                    <a:pt x="173" y="358"/>
                  </a:cubicBezTo>
                  <a:close/>
                  <a:moveTo>
                    <a:pt x="230" y="462"/>
                  </a:moveTo>
                  <a:cubicBezTo>
                    <a:pt x="211" y="473"/>
                    <a:pt x="195" y="478"/>
                    <a:pt x="183" y="477"/>
                  </a:cubicBezTo>
                  <a:cubicBezTo>
                    <a:pt x="171" y="476"/>
                    <a:pt x="163" y="470"/>
                    <a:pt x="156" y="459"/>
                  </a:cubicBezTo>
                  <a:cubicBezTo>
                    <a:pt x="150" y="448"/>
                    <a:pt x="150" y="437"/>
                    <a:pt x="155" y="426"/>
                  </a:cubicBezTo>
                  <a:cubicBezTo>
                    <a:pt x="160" y="415"/>
                    <a:pt x="172" y="403"/>
                    <a:pt x="191" y="392"/>
                  </a:cubicBezTo>
                  <a:cubicBezTo>
                    <a:pt x="210" y="381"/>
                    <a:pt x="226" y="376"/>
                    <a:pt x="237" y="378"/>
                  </a:cubicBezTo>
                  <a:cubicBezTo>
                    <a:pt x="249" y="379"/>
                    <a:pt x="258" y="385"/>
                    <a:pt x="264" y="396"/>
                  </a:cubicBezTo>
                  <a:cubicBezTo>
                    <a:pt x="270" y="407"/>
                    <a:pt x="271" y="418"/>
                    <a:pt x="266" y="429"/>
                  </a:cubicBezTo>
                  <a:cubicBezTo>
                    <a:pt x="261" y="440"/>
                    <a:pt x="249" y="451"/>
                    <a:pt x="230" y="462"/>
                  </a:cubicBezTo>
                  <a:close/>
                  <a:moveTo>
                    <a:pt x="221" y="447"/>
                  </a:moveTo>
                  <a:cubicBezTo>
                    <a:pt x="239" y="437"/>
                    <a:pt x="249" y="428"/>
                    <a:pt x="252" y="421"/>
                  </a:cubicBezTo>
                  <a:cubicBezTo>
                    <a:pt x="255" y="415"/>
                    <a:pt x="255" y="408"/>
                    <a:pt x="252" y="403"/>
                  </a:cubicBezTo>
                  <a:cubicBezTo>
                    <a:pt x="249" y="398"/>
                    <a:pt x="244" y="394"/>
                    <a:pt x="236" y="394"/>
                  </a:cubicBezTo>
                  <a:cubicBezTo>
                    <a:pt x="229" y="393"/>
                    <a:pt x="216" y="397"/>
                    <a:pt x="199" y="407"/>
                  </a:cubicBezTo>
                  <a:cubicBezTo>
                    <a:pt x="182" y="417"/>
                    <a:pt x="172" y="426"/>
                    <a:pt x="169" y="433"/>
                  </a:cubicBezTo>
                  <a:cubicBezTo>
                    <a:pt x="165" y="440"/>
                    <a:pt x="165" y="447"/>
                    <a:pt x="168" y="452"/>
                  </a:cubicBezTo>
                  <a:cubicBezTo>
                    <a:pt x="171" y="457"/>
                    <a:pt x="176" y="460"/>
                    <a:pt x="184" y="461"/>
                  </a:cubicBezTo>
                  <a:cubicBezTo>
                    <a:pt x="192" y="462"/>
                    <a:pt x="204" y="457"/>
                    <a:pt x="221" y="447"/>
                  </a:cubicBezTo>
                  <a:close/>
                  <a:moveTo>
                    <a:pt x="233" y="582"/>
                  </a:moveTo>
                  <a:lnTo>
                    <a:pt x="193" y="519"/>
                  </a:lnTo>
                  <a:lnTo>
                    <a:pt x="295" y="453"/>
                  </a:lnTo>
                  <a:lnTo>
                    <a:pt x="304" y="467"/>
                  </a:lnTo>
                  <a:lnTo>
                    <a:pt x="213" y="526"/>
                  </a:lnTo>
                  <a:lnTo>
                    <a:pt x="244" y="575"/>
                  </a:lnTo>
                  <a:lnTo>
                    <a:pt x="233" y="582"/>
                  </a:lnTo>
                  <a:close/>
                  <a:moveTo>
                    <a:pt x="394" y="686"/>
                  </a:moveTo>
                  <a:cubicBezTo>
                    <a:pt x="377" y="700"/>
                    <a:pt x="363" y="708"/>
                    <a:pt x="351" y="710"/>
                  </a:cubicBezTo>
                  <a:cubicBezTo>
                    <a:pt x="339" y="711"/>
                    <a:pt x="329" y="707"/>
                    <a:pt x="321" y="697"/>
                  </a:cubicBezTo>
                  <a:cubicBezTo>
                    <a:pt x="313" y="688"/>
                    <a:pt x="311" y="677"/>
                    <a:pt x="313" y="665"/>
                  </a:cubicBezTo>
                  <a:cubicBezTo>
                    <a:pt x="316" y="653"/>
                    <a:pt x="326" y="640"/>
                    <a:pt x="342" y="625"/>
                  </a:cubicBezTo>
                  <a:cubicBezTo>
                    <a:pt x="359" y="610"/>
                    <a:pt x="373" y="602"/>
                    <a:pt x="385" y="602"/>
                  </a:cubicBezTo>
                  <a:cubicBezTo>
                    <a:pt x="397" y="601"/>
                    <a:pt x="407" y="605"/>
                    <a:pt x="415" y="614"/>
                  </a:cubicBezTo>
                  <a:cubicBezTo>
                    <a:pt x="423" y="624"/>
                    <a:pt x="425" y="634"/>
                    <a:pt x="423" y="646"/>
                  </a:cubicBezTo>
                  <a:cubicBezTo>
                    <a:pt x="420" y="657"/>
                    <a:pt x="411" y="671"/>
                    <a:pt x="394" y="686"/>
                  </a:cubicBezTo>
                  <a:close/>
                  <a:moveTo>
                    <a:pt x="383" y="672"/>
                  </a:moveTo>
                  <a:cubicBezTo>
                    <a:pt x="398" y="659"/>
                    <a:pt x="406" y="649"/>
                    <a:pt x="408" y="641"/>
                  </a:cubicBezTo>
                  <a:cubicBezTo>
                    <a:pt x="410" y="634"/>
                    <a:pt x="409" y="628"/>
                    <a:pt x="405" y="623"/>
                  </a:cubicBezTo>
                  <a:cubicBezTo>
                    <a:pt x="401" y="619"/>
                    <a:pt x="395" y="617"/>
                    <a:pt x="387" y="617"/>
                  </a:cubicBezTo>
                  <a:cubicBezTo>
                    <a:pt x="380" y="618"/>
                    <a:pt x="368" y="625"/>
                    <a:pt x="353" y="638"/>
                  </a:cubicBezTo>
                  <a:cubicBezTo>
                    <a:pt x="339" y="651"/>
                    <a:pt x="330" y="662"/>
                    <a:pt x="328" y="670"/>
                  </a:cubicBezTo>
                  <a:cubicBezTo>
                    <a:pt x="326" y="677"/>
                    <a:pt x="327" y="684"/>
                    <a:pt x="332" y="688"/>
                  </a:cubicBezTo>
                  <a:cubicBezTo>
                    <a:pt x="336" y="693"/>
                    <a:pt x="341" y="695"/>
                    <a:pt x="349" y="694"/>
                  </a:cubicBezTo>
                  <a:cubicBezTo>
                    <a:pt x="356" y="693"/>
                    <a:pt x="368" y="686"/>
                    <a:pt x="383" y="672"/>
                  </a:cubicBezTo>
                  <a:close/>
                  <a:moveTo>
                    <a:pt x="498" y="728"/>
                  </a:moveTo>
                  <a:lnTo>
                    <a:pt x="458" y="685"/>
                  </a:lnTo>
                  <a:lnTo>
                    <a:pt x="430" y="713"/>
                  </a:lnTo>
                  <a:lnTo>
                    <a:pt x="460" y="746"/>
                  </a:lnTo>
                  <a:lnTo>
                    <a:pt x="450" y="755"/>
                  </a:lnTo>
                  <a:lnTo>
                    <a:pt x="420" y="723"/>
                  </a:lnTo>
                  <a:lnTo>
                    <a:pt x="380" y="761"/>
                  </a:lnTo>
                  <a:lnTo>
                    <a:pt x="369" y="749"/>
                  </a:lnTo>
                  <a:lnTo>
                    <a:pt x="457" y="664"/>
                  </a:lnTo>
                  <a:lnTo>
                    <a:pt x="508" y="719"/>
                  </a:lnTo>
                  <a:lnTo>
                    <a:pt x="498" y="728"/>
                  </a:lnTo>
                  <a:close/>
                  <a:moveTo>
                    <a:pt x="559" y="922"/>
                  </a:moveTo>
                  <a:lnTo>
                    <a:pt x="548" y="913"/>
                  </a:lnTo>
                  <a:lnTo>
                    <a:pt x="602" y="844"/>
                  </a:lnTo>
                  <a:lnTo>
                    <a:pt x="601" y="843"/>
                  </a:lnTo>
                  <a:lnTo>
                    <a:pt x="534" y="901"/>
                  </a:lnTo>
                  <a:lnTo>
                    <a:pt x="525" y="894"/>
                  </a:lnTo>
                  <a:lnTo>
                    <a:pt x="566" y="814"/>
                  </a:lnTo>
                  <a:lnTo>
                    <a:pt x="564" y="813"/>
                  </a:lnTo>
                  <a:lnTo>
                    <a:pt x="511" y="882"/>
                  </a:lnTo>
                  <a:lnTo>
                    <a:pt x="500" y="873"/>
                  </a:lnTo>
                  <a:lnTo>
                    <a:pt x="575" y="777"/>
                  </a:lnTo>
                  <a:lnTo>
                    <a:pt x="592" y="791"/>
                  </a:lnTo>
                  <a:lnTo>
                    <a:pt x="554" y="864"/>
                  </a:lnTo>
                  <a:lnTo>
                    <a:pt x="556" y="865"/>
                  </a:lnTo>
                  <a:lnTo>
                    <a:pt x="618" y="811"/>
                  </a:lnTo>
                  <a:lnTo>
                    <a:pt x="635" y="825"/>
                  </a:lnTo>
                  <a:lnTo>
                    <a:pt x="559" y="922"/>
                  </a:lnTo>
                  <a:close/>
                  <a:moveTo>
                    <a:pt x="646" y="982"/>
                  </a:moveTo>
                  <a:lnTo>
                    <a:pt x="586" y="942"/>
                  </a:lnTo>
                  <a:lnTo>
                    <a:pt x="651" y="838"/>
                  </a:lnTo>
                  <a:lnTo>
                    <a:pt x="709" y="876"/>
                  </a:lnTo>
                  <a:lnTo>
                    <a:pt x="702" y="888"/>
                  </a:lnTo>
                  <a:lnTo>
                    <a:pt x="658" y="859"/>
                  </a:lnTo>
                  <a:lnTo>
                    <a:pt x="637" y="891"/>
                  </a:lnTo>
                  <a:lnTo>
                    <a:pt x="678" y="917"/>
                  </a:lnTo>
                  <a:lnTo>
                    <a:pt x="670" y="929"/>
                  </a:lnTo>
                  <a:lnTo>
                    <a:pt x="630" y="902"/>
                  </a:lnTo>
                  <a:lnTo>
                    <a:pt x="607" y="939"/>
                  </a:lnTo>
                  <a:lnTo>
                    <a:pt x="653" y="970"/>
                  </a:lnTo>
                  <a:lnTo>
                    <a:pt x="646" y="982"/>
                  </a:lnTo>
                  <a:close/>
                  <a:moveTo>
                    <a:pt x="763" y="995"/>
                  </a:moveTo>
                  <a:cubicBezTo>
                    <a:pt x="753" y="1010"/>
                    <a:pt x="744" y="1020"/>
                    <a:pt x="734" y="1023"/>
                  </a:cubicBezTo>
                  <a:cubicBezTo>
                    <a:pt x="724" y="1026"/>
                    <a:pt x="715" y="1025"/>
                    <a:pt x="706" y="1020"/>
                  </a:cubicBezTo>
                  <a:cubicBezTo>
                    <a:pt x="696" y="1014"/>
                    <a:pt x="690" y="1005"/>
                    <a:pt x="688" y="993"/>
                  </a:cubicBezTo>
                  <a:cubicBezTo>
                    <a:pt x="685" y="981"/>
                    <a:pt x="689" y="966"/>
                    <a:pt x="699" y="948"/>
                  </a:cubicBezTo>
                  <a:cubicBezTo>
                    <a:pt x="710" y="928"/>
                    <a:pt x="722" y="916"/>
                    <a:pt x="734" y="910"/>
                  </a:cubicBezTo>
                  <a:cubicBezTo>
                    <a:pt x="746" y="904"/>
                    <a:pt x="757" y="904"/>
                    <a:pt x="768" y="911"/>
                  </a:cubicBezTo>
                  <a:cubicBezTo>
                    <a:pt x="777" y="916"/>
                    <a:pt x="783" y="924"/>
                    <a:pt x="785" y="934"/>
                  </a:cubicBezTo>
                  <a:cubicBezTo>
                    <a:pt x="787" y="944"/>
                    <a:pt x="784" y="956"/>
                    <a:pt x="777" y="968"/>
                  </a:cubicBezTo>
                  <a:lnTo>
                    <a:pt x="763" y="960"/>
                  </a:lnTo>
                  <a:cubicBezTo>
                    <a:pt x="768" y="951"/>
                    <a:pt x="771" y="943"/>
                    <a:pt x="770" y="937"/>
                  </a:cubicBezTo>
                  <a:cubicBezTo>
                    <a:pt x="770" y="931"/>
                    <a:pt x="767" y="926"/>
                    <a:pt x="761" y="923"/>
                  </a:cubicBezTo>
                  <a:cubicBezTo>
                    <a:pt x="755" y="919"/>
                    <a:pt x="748" y="919"/>
                    <a:pt x="740" y="924"/>
                  </a:cubicBezTo>
                  <a:cubicBezTo>
                    <a:pt x="732" y="929"/>
                    <a:pt x="724" y="939"/>
                    <a:pt x="715" y="955"/>
                  </a:cubicBezTo>
                  <a:cubicBezTo>
                    <a:pt x="706" y="970"/>
                    <a:pt x="702" y="982"/>
                    <a:pt x="703" y="990"/>
                  </a:cubicBezTo>
                  <a:cubicBezTo>
                    <a:pt x="703" y="999"/>
                    <a:pt x="707" y="1005"/>
                    <a:pt x="713" y="1008"/>
                  </a:cubicBezTo>
                  <a:cubicBezTo>
                    <a:pt x="717" y="1011"/>
                    <a:pt x="723" y="1011"/>
                    <a:pt x="729" y="1009"/>
                  </a:cubicBezTo>
                  <a:cubicBezTo>
                    <a:pt x="735" y="1006"/>
                    <a:pt x="742" y="999"/>
                    <a:pt x="749" y="987"/>
                  </a:cubicBezTo>
                  <a:lnTo>
                    <a:pt x="763" y="995"/>
                  </a:lnTo>
                  <a:close/>
                  <a:moveTo>
                    <a:pt x="831" y="1083"/>
                  </a:moveTo>
                  <a:lnTo>
                    <a:pt x="816" y="1076"/>
                  </a:lnTo>
                  <a:lnTo>
                    <a:pt x="839" y="1024"/>
                  </a:lnTo>
                  <a:lnTo>
                    <a:pt x="803" y="1007"/>
                  </a:lnTo>
                  <a:lnTo>
                    <a:pt x="779" y="1059"/>
                  </a:lnTo>
                  <a:lnTo>
                    <a:pt x="764" y="1052"/>
                  </a:lnTo>
                  <a:lnTo>
                    <a:pt x="814" y="940"/>
                  </a:lnTo>
                  <a:lnTo>
                    <a:pt x="829" y="947"/>
                  </a:lnTo>
                  <a:lnTo>
                    <a:pt x="808" y="994"/>
                  </a:lnTo>
                  <a:lnTo>
                    <a:pt x="845" y="1011"/>
                  </a:lnTo>
                  <a:lnTo>
                    <a:pt x="866" y="964"/>
                  </a:lnTo>
                  <a:lnTo>
                    <a:pt x="881" y="971"/>
                  </a:lnTo>
                  <a:lnTo>
                    <a:pt x="831" y="1083"/>
                  </a:lnTo>
                  <a:close/>
                  <a:moveTo>
                    <a:pt x="934" y="1126"/>
                  </a:moveTo>
                  <a:lnTo>
                    <a:pt x="918" y="1120"/>
                  </a:lnTo>
                  <a:lnTo>
                    <a:pt x="923" y="1081"/>
                  </a:lnTo>
                  <a:lnTo>
                    <a:pt x="894" y="1069"/>
                  </a:lnTo>
                  <a:lnTo>
                    <a:pt x="871" y="1101"/>
                  </a:lnTo>
                  <a:lnTo>
                    <a:pt x="855" y="1095"/>
                  </a:lnTo>
                  <a:lnTo>
                    <a:pt x="933" y="992"/>
                  </a:lnTo>
                  <a:lnTo>
                    <a:pt x="946" y="997"/>
                  </a:lnTo>
                  <a:lnTo>
                    <a:pt x="934" y="1126"/>
                  </a:lnTo>
                  <a:close/>
                  <a:moveTo>
                    <a:pt x="925" y="1067"/>
                  </a:moveTo>
                  <a:lnTo>
                    <a:pt x="930" y="1021"/>
                  </a:lnTo>
                  <a:lnTo>
                    <a:pt x="928" y="1021"/>
                  </a:lnTo>
                  <a:lnTo>
                    <a:pt x="902" y="1058"/>
                  </a:lnTo>
                  <a:lnTo>
                    <a:pt x="925" y="1067"/>
                  </a:lnTo>
                  <a:close/>
                  <a:moveTo>
                    <a:pt x="1058" y="1051"/>
                  </a:moveTo>
                  <a:lnTo>
                    <a:pt x="1031" y="1043"/>
                  </a:lnTo>
                  <a:lnTo>
                    <a:pt x="1002" y="1149"/>
                  </a:lnTo>
                  <a:lnTo>
                    <a:pt x="986" y="1144"/>
                  </a:lnTo>
                  <a:lnTo>
                    <a:pt x="1016" y="1039"/>
                  </a:lnTo>
                  <a:lnTo>
                    <a:pt x="988" y="1031"/>
                  </a:lnTo>
                  <a:lnTo>
                    <a:pt x="992" y="1018"/>
                  </a:lnTo>
                  <a:lnTo>
                    <a:pt x="1062" y="1038"/>
                  </a:lnTo>
                  <a:lnTo>
                    <a:pt x="1058" y="1051"/>
                  </a:lnTo>
                  <a:close/>
                  <a:moveTo>
                    <a:pt x="1136" y="1184"/>
                  </a:moveTo>
                  <a:lnTo>
                    <a:pt x="1119" y="1180"/>
                  </a:lnTo>
                  <a:lnTo>
                    <a:pt x="1106" y="1122"/>
                  </a:lnTo>
                  <a:lnTo>
                    <a:pt x="1088" y="1118"/>
                  </a:lnTo>
                  <a:lnTo>
                    <a:pt x="1076" y="1170"/>
                  </a:lnTo>
                  <a:lnTo>
                    <a:pt x="1060" y="1166"/>
                  </a:lnTo>
                  <a:lnTo>
                    <a:pt x="1087" y="1046"/>
                  </a:lnTo>
                  <a:lnTo>
                    <a:pt x="1122" y="1054"/>
                  </a:lnTo>
                  <a:cubicBezTo>
                    <a:pt x="1133" y="1057"/>
                    <a:pt x="1141" y="1061"/>
                    <a:pt x="1147" y="1068"/>
                  </a:cubicBezTo>
                  <a:cubicBezTo>
                    <a:pt x="1153" y="1075"/>
                    <a:pt x="1154" y="1085"/>
                    <a:pt x="1151" y="1097"/>
                  </a:cubicBezTo>
                  <a:cubicBezTo>
                    <a:pt x="1149" y="1107"/>
                    <a:pt x="1145" y="1113"/>
                    <a:pt x="1140" y="1117"/>
                  </a:cubicBezTo>
                  <a:cubicBezTo>
                    <a:pt x="1134" y="1121"/>
                    <a:pt x="1128" y="1124"/>
                    <a:pt x="1122" y="1124"/>
                  </a:cubicBezTo>
                  <a:lnTo>
                    <a:pt x="1136" y="1184"/>
                  </a:lnTo>
                  <a:close/>
                  <a:moveTo>
                    <a:pt x="1136" y="1093"/>
                  </a:moveTo>
                  <a:cubicBezTo>
                    <a:pt x="1137" y="1087"/>
                    <a:pt x="1136" y="1081"/>
                    <a:pt x="1133" y="1077"/>
                  </a:cubicBezTo>
                  <a:cubicBezTo>
                    <a:pt x="1130" y="1072"/>
                    <a:pt x="1124" y="1069"/>
                    <a:pt x="1115" y="1067"/>
                  </a:cubicBezTo>
                  <a:lnTo>
                    <a:pt x="1100" y="1063"/>
                  </a:lnTo>
                  <a:lnTo>
                    <a:pt x="1091" y="1105"/>
                  </a:lnTo>
                  <a:lnTo>
                    <a:pt x="1110" y="1109"/>
                  </a:lnTo>
                  <a:cubicBezTo>
                    <a:pt x="1116" y="1110"/>
                    <a:pt x="1121" y="1110"/>
                    <a:pt x="1126" y="1108"/>
                  </a:cubicBezTo>
                  <a:cubicBezTo>
                    <a:pt x="1131" y="1106"/>
                    <a:pt x="1134" y="1101"/>
                    <a:pt x="1136" y="1093"/>
                  </a:cubicBezTo>
                  <a:close/>
                  <a:moveTo>
                    <a:pt x="1249" y="1141"/>
                  </a:moveTo>
                  <a:cubicBezTo>
                    <a:pt x="1245" y="1163"/>
                    <a:pt x="1239" y="1179"/>
                    <a:pt x="1230" y="1187"/>
                  </a:cubicBezTo>
                  <a:cubicBezTo>
                    <a:pt x="1222" y="1196"/>
                    <a:pt x="1212" y="1199"/>
                    <a:pt x="1200" y="1197"/>
                  </a:cubicBezTo>
                  <a:cubicBezTo>
                    <a:pt x="1188" y="1195"/>
                    <a:pt x="1179" y="1188"/>
                    <a:pt x="1174" y="1177"/>
                  </a:cubicBezTo>
                  <a:cubicBezTo>
                    <a:pt x="1168" y="1166"/>
                    <a:pt x="1168" y="1149"/>
                    <a:pt x="1171" y="1127"/>
                  </a:cubicBezTo>
                  <a:cubicBezTo>
                    <a:pt x="1175" y="1105"/>
                    <a:pt x="1181" y="1090"/>
                    <a:pt x="1190" y="1081"/>
                  </a:cubicBezTo>
                  <a:cubicBezTo>
                    <a:pt x="1199" y="1073"/>
                    <a:pt x="1209" y="1070"/>
                    <a:pt x="1221" y="1072"/>
                  </a:cubicBezTo>
                  <a:cubicBezTo>
                    <a:pt x="1233" y="1074"/>
                    <a:pt x="1242" y="1081"/>
                    <a:pt x="1247" y="1092"/>
                  </a:cubicBezTo>
                  <a:cubicBezTo>
                    <a:pt x="1252" y="1102"/>
                    <a:pt x="1253" y="1119"/>
                    <a:pt x="1249" y="1141"/>
                  </a:cubicBezTo>
                  <a:close/>
                  <a:moveTo>
                    <a:pt x="1232" y="1138"/>
                  </a:moveTo>
                  <a:cubicBezTo>
                    <a:pt x="1235" y="1118"/>
                    <a:pt x="1236" y="1105"/>
                    <a:pt x="1232" y="1098"/>
                  </a:cubicBezTo>
                  <a:cubicBezTo>
                    <a:pt x="1229" y="1091"/>
                    <a:pt x="1225" y="1087"/>
                    <a:pt x="1219" y="1086"/>
                  </a:cubicBezTo>
                  <a:cubicBezTo>
                    <a:pt x="1213" y="1085"/>
                    <a:pt x="1207" y="1087"/>
                    <a:pt x="1201" y="1092"/>
                  </a:cubicBezTo>
                  <a:cubicBezTo>
                    <a:pt x="1196" y="1098"/>
                    <a:pt x="1192" y="1110"/>
                    <a:pt x="1188" y="1130"/>
                  </a:cubicBezTo>
                  <a:cubicBezTo>
                    <a:pt x="1185" y="1150"/>
                    <a:pt x="1185" y="1164"/>
                    <a:pt x="1188" y="1171"/>
                  </a:cubicBezTo>
                  <a:cubicBezTo>
                    <a:pt x="1191" y="1178"/>
                    <a:pt x="1196" y="1182"/>
                    <a:pt x="1202" y="1183"/>
                  </a:cubicBezTo>
                  <a:cubicBezTo>
                    <a:pt x="1208" y="1184"/>
                    <a:pt x="1214" y="1182"/>
                    <a:pt x="1219" y="1176"/>
                  </a:cubicBezTo>
                  <a:cubicBezTo>
                    <a:pt x="1224" y="1171"/>
                    <a:pt x="1229" y="1158"/>
                    <a:pt x="1232" y="1138"/>
                  </a:cubicBezTo>
                  <a:close/>
                  <a:moveTo>
                    <a:pt x="1341" y="1211"/>
                  </a:moveTo>
                  <a:lnTo>
                    <a:pt x="1323" y="1209"/>
                  </a:lnTo>
                  <a:lnTo>
                    <a:pt x="1291" y="1117"/>
                  </a:lnTo>
                  <a:lnTo>
                    <a:pt x="1290" y="1117"/>
                  </a:lnTo>
                  <a:lnTo>
                    <a:pt x="1284" y="1206"/>
                  </a:lnTo>
                  <a:lnTo>
                    <a:pt x="1267" y="1205"/>
                  </a:lnTo>
                  <a:lnTo>
                    <a:pt x="1276" y="1082"/>
                  </a:lnTo>
                  <a:lnTo>
                    <a:pt x="1294" y="1083"/>
                  </a:lnTo>
                  <a:lnTo>
                    <a:pt x="1326" y="1176"/>
                  </a:lnTo>
                  <a:lnTo>
                    <a:pt x="1327" y="1176"/>
                  </a:lnTo>
                  <a:lnTo>
                    <a:pt x="1334" y="1087"/>
                  </a:lnTo>
                  <a:lnTo>
                    <a:pt x="1350" y="1088"/>
                  </a:lnTo>
                  <a:lnTo>
                    <a:pt x="1341" y="1211"/>
                  </a:lnTo>
                  <a:close/>
                  <a:moveTo>
                    <a:pt x="1418" y="1213"/>
                  </a:moveTo>
                  <a:lnTo>
                    <a:pt x="1402" y="1213"/>
                  </a:lnTo>
                  <a:lnTo>
                    <a:pt x="1404" y="1090"/>
                  </a:lnTo>
                  <a:lnTo>
                    <a:pt x="1421" y="1090"/>
                  </a:lnTo>
                  <a:lnTo>
                    <a:pt x="1418" y="1213"/>
                  </a:lnTo>
                  <a:close/>
                  <a:moveTo>
                    <a:pt x="1551" y="1159"/>
                  </a:moveTo>
                  <a:cubicBezTo>
                    <a:pt x="1552" y="1177"/>
                    <a:pt x="1550" y="1190"/>
                    <a:pt x="1543" y="1199"/>
                  </a:cubicBezTo>
                  <a:cubicBezTo>
                    <a:pt x="1537" y="1207"/>
                    <a:pt x="1528" y="1211"/>
                    <a:pt x="1519" y="1212"/>
                  </a:cubicBezTo>
                  <a:cubicBezTo>
                    <a:pt x="1507" y="1213"/>
                    <a:pt x="1497" y="1209"/>
                    <a:pt x="1489" y="1200"/>
                  </a:cubicBezTo>
                  <a:cubicBezTo>
                    <a:pt x="1480" y="1192"/>
                    <a:pt x="1475" y="1177"/>
                    <a:pt x="1473" y="1156"/>
                  </a:cubicBezTo>
                  <a:cubicBezTo>
                    <a:pt x="1472" y="1134"/>
                    <a:pt x="1474" y="1117"/>
                    <a:pt x="1481" y="1105"/>
                  </a:cubicBezTo>
                  <a:cubicBezTo>
                    <a:pt x="1488" y="1093"/>
                    <a:pt x="1498" y="1087"/>
                    <a:pt x="1510" y="1086"/>
                  </a:cubicBezTo>
                  <a:cubicBezTo>
                    <a:pt x="1520" y="1085"/>
                    <a:pt x="1529" y="1089"/>
                    <a:pt x="1537" y="1096"/>
                  </a:cubicBezTo>
                  <a:cubicBezTo>
                    <a:pt x="1544" y="1103"/>
                    <a:pt x="1548" y="1114"/>
                    <a:pt x="1549" y="1129"/>
                  </a:cubicBezTo>
                  <a:lnTo>
                    <a:pt x="1533" y="1130"/>
                  </a:lnTo>
                  <a:cubicBezTo>
                    <a:pt x="1532" y="1119"/>
                    <a:pt x="1530" y="1112"/>
                    <a:pt x="1526" y="1107"/>
                  </a:cubicBezTo>
                  <a:cubicBezTo>
                    <a:pt x="1523" y="1102"/>
                    <a:pt x="1518" y="1099"/>
                    <a:pt x="1511" y="1100"/>
                  </a:cubicBezTo>
                  <a:cubicBezTo>
                    <a:pt x="1503" y="1100"/>
                    <a:pt x="1498" y="1105"/>
                    <a:pt x="1494" y="1113"/>
                  </a:cubicBezTo>
                  <a:cubicBezTo>
                    <a:pt x="1490" y="1121"/>
                    <a:pt x="1489" y="1135"/>
                    <a:pt x="1490" y="1154"/>
                  </a:cubicBezTo>
                  <a:cubicBezTo>
                    <a:pt x="1491" y="1171"/>
                    <a:pt x="1495" y="1183"/>
                    <a:pt x="1500" y="1189"/>
                  </a:cubicBezTo>
                  <a:cubicBezTo>
                    <a:pt x="1505" y="1196"/>
                    <a:pt x="1511" y="1199"/>
                    <a:pt x="1518" y="1198"/>
                  </a:cubicBezTo>
                  <a:cubicBezTo>
                    <a:pt x="1523" y="1198"/>
                    <a:pt x="1527" y="1195"/>
                    <a:pt x="1531" y="1190"/>
                  </a:cubicBezTo>
                  <a:cubicBezTo>
                    <a:pt x="1535" y="1184"/>
                    <a:pt x="1536" y="1175"/>
                    <a:pt x="1535" y="1160"/>
                  </a:cubicBezTo>
                  <a:lnTo>
                    <a:pt x="1551" y="1159"/>
                  </a:lnTo>
                  <a:close/>
                  <a:moveTo>
                    <a:pt x="1820" y="1161"/>
                  </a:moveTo>
                  <a:lnTo>
                    <a:pt x="1749" y="1177"/>
                  </a:lnTo>
                  <a:lnTo>
                    <a:pt x="1722" y="1057"/>
                  </a:lnTo>
                  <a:lnTo>
                    <a:pt x="1789" y="1041"/>
                  </a:lnTo>
                  <a:lnTo>
                    <a:pt x="1792" y="1055"/>
                  </a:lnTo>
                  <a:lnTo>
                    <a:pt x="1741" y="1067"/>
                  </a:lnTo>
                  <a:lnTo>
                    <a:pt x="1749" y="1104"/>
                  </a:lnTo>
                  <a:lnTo>
                    <a:pt x="1796" y="1093"/>
                  </a:lnTo>
                  <a:lnTo>
                    <a:pt x="1799" y="1106"/>
                  </a:lnTo>
                  <a:lnTo>
                    <a:pt x="1752" y="1117"/>
                  </a:lnTo>
                  <a:lnTo>
                    <a:pt x="1762" y="1160"/>
                  </a:lnTo>
                  <a:lnTo>
                    <a:pt x="1817" y="1147"/>
                  </a:lnTo>
                  <a:lnTo>
                    <a:pt x="1820" y="1161"/>
                  </a:lnTo>
                  <a:close/>
                  <a:moveTo>
                    <a:pt x="1919" y="1128"/>
                  </a:moveTo>
                  <a:lnTo>
                    <a:pt x="1902" y="1133"/>
                  </a:lnTo>
                  <a:lnTo>
                    <a:pt x="1837" y="1061"/>
                  </a:lnTo>
                  <a:lnTo>
                    <a:pt x="1836" y="1062"/>
                  </a:lnTo>
                  <a:lnTo>
                    <a:pt x="1864" y="1146"/>
                  </a:lnTo>
                  <a:lnTo>
                    <a:pt x="1849" y="1152"/>
                  </a:lnTo>
                  <a:lnTo>
                    <a:pt x="1810" y="1035"/>
                  </a:lnTo>
                  <a:lnTo>
                    <a:pt x="1827" y="1029"/>
                  </a:lnTo>
                  <a:lnTo>
                    <a:pt x="1892" y="1101"/>
                  </a:lnTo>
                  <a:lnTo>
                    <a:pt x="1893" y="1101"/>
                  </a:lnTo>
                  <a:lnTo>
                    <a:pt x="1865" y="1016"/>
                  </a:lnTo>
                  <a:lnTo>
                    <a:pt x="1880" y="1011"/>
                  </a:lnTo>
                  <a:lnTo>
                    <a:pt x="1919" y="1128"/>
                  </a:lnTo>
                  <a:close/>
                  <a:moveTo>
                    <a:pt x="2018" y="1090"/>
                  </a:moveTo>
                  <a:lnTo>
                    <a:pt x="2007" y="1095"/>
                  </a:lnTo>
                  <a:lnTo>
                    <a:pt x="2001" y="1086"/>
                  </a:lnTo>
                  <a:cubicBezTo>
                    <a:pt x="2000" y="1089"/>
                    <a:pt x="1998" y="1093"/>
                    <a:pt x="1995" y="1096"/>
                  </a:cubicBezTo>
                  <a:cubicBezTo>
                    <a:pt x="1992" y="1099"/>
                    <a:pt x="1989" y="1102"/>
                    <a:pt x="1984" y="1104"/>
                  </a:cubicBezTo>
                  <a:cubicBezTo>
                    <a:pt x="1975" y="1107"/>
                    <a:pt x="1965" y="1106"/>
                    <a:pt x="1954" y="1100"/>
                  </a:cubicBezTo>
                  <a:cubicBezTo>
                    <a:pt x="1944" y="1095"/>
                    <a:pt x="1935" y="1082"/>
                    <a:pt x="1927" y="1063"/>
                  </a:cubicBezTo>
                  <a:cubicBezTo>
                    <a:pt x="1919" y="1042"/>
                    <a:pt x="1917" y="1025"/>
                    <a:pt x="1919" y="1012"/>
                  </a:cubicBezTo>
                  <a:cubicBezTo>
                    <a:pt x="1922" y="999"/>
                    <a:pt x="1929" y="990"/>
                    <a:pt x="1940" y="986"/>
                  </a:cubicBezTo>
                  <a:cubicBezTo>
                    <a:pt x="1950" y="982"/>
                    <a:pt x="1960" y="982"/>
                    <a:pt x="1968" y="988"/>
                  </a:cubicBezTo>
                  <a:cubicBezTo>
                    <a:pt x="1977" y="993"/>
                    <a:pt x="1984" y="1002"/>
                    <a:pt x="1988" y="1014"/>
                  </a:cubicBezTo>
                  <a:lnTo>
                    <a:pt x="1974" y="1019"/>
                  </a:lnTo>
                  <a:cubicBezTo>
                    <a:pt x="1970" y="1010"/>
                    <a:pt x="1966" y="1004"/>
                    <a:pt x="1961" y="1000"/>
                  </a:cubicBezTo>
                  <a:cubicBezTo>
                    <a:pt x="1956" y="997"/>
                    <a:pt x="1951" y="996"/>
                    <a:pt x="1945" y="998"/>
                  </a:cubicBezTo>
                  <a:cubicBezTo>
                    <a:pt x="1938" y="1001"/>
                    <a:pt x="1934" y="1007"/>
                    <a:pt x="1934" y="1016"/>
                  </a:cubicBezTo>
                  <a:cubicBezTo>
                    <a:pt x="1933" y="1025"/>
                    <a:pt x="1936" y="1038"/>
                    <a:pt x="1943" y="1055"/>
                  </a:cubicBezTo>
                  <a:cubicBezTo>
                    <a:pt x="1949" y="1072"/>
                    <a:pt x="1956" y="1082"/>
                    <a:pt x="1962" y="1087"/>
                  </a:cubicBezTo>
                  <a:cubicBezTo>
                    <a:pt x="1969" y="1091"/>
                    <a:pt x="1976" y="1092"/>
                    <a:pt x="1981" y="1090"/>
                  </a:cubicBezTo>
                  <a:cubicBezTo>
                    <a:pt x="1987" y="1088"/>
                    <a:pt x="1991" y="1084"/>
                    <a:pt x="1992" y="1078"/>
                  </a:cubicBezTo>
                  <a:cubicBezTo>
                    <a:pt x="1994" y="1073"/>
                    <a:pt x="1993" y="1065"/>
                    <a:pt x="1990" y="1057"/>
                  </a:cubicBezTo>
                  <a:lnTo>
                    <a:pt x="1987" y="1049"/>
                  </a:lnTo>
                  <a:lnTo>
                    <a:pt x="1966" y="1057"/>
                  </a:lnTo>
                  <a:lnTo>
                    <a:pt x="1961" y="1045"/>
                  </a:lnTo>
                  <a:lnTo>
                    <a:pt x="1995" y="1031"/>
                  </a:lnTo>
                  <a:lnTo>
                    <a:pt x="2018" y="1090"/>
                  </a:lnTo>
                  <a:close/>
                  <a:moveTo>
                    <a:pt x="2087" y="1054"/>
                  </a:moveTo>
                  <a:lnTo>
                    <a:pt x="2072" y="1062"/>
                  </a:lnTo>
                  <a:lnTo>
                    <a:pt x="2016" y="952"/>
                  </a:lnTo>
                  <a:lnTo>
                    <a:pt x="2031" y="945"/>
                  </a:lnTo>
                  <a:lnTo>
                    <a:pt x="2087" y="1054"/>
                  </a:lnTo>
                  <a:close/>
                  <a:moveTo>
                    <a:pt x="2204" y="988"/>
                  </a:moveTo>
                  <a:lnTo>
                    <a:pt x="2188" y="997"/>
                  </a:lnTo>
                  <a:lnTo>
                    <a:pt x="2111" y="939"/>
                  </a:lnTo>
                  <a:lnTo>
                    <a:pt x="2110" y="939"/>
                  </a:lnTo>
                  <a:lnTo>
                    <a:pt x="2154" y="1017"/>
                  </a:lnTo>
                  <a:lnTo>
                    <a:pt x="2140" y="1025"/>
                  </a:lnTo>
                  <a:lnTo>
                    <a:pt x="2079" y="918"/>
                  </a:lnTo>
                  <a:lnTo>
                    <a:pt x="2095" y="909"/>
                  </a:lnTo>
                  <a:lnTo>
                    <a:pt x="2172" y="967"/>
                  </a:lnTo>
                  <a:lnTo>
                    <a:pt x="2173" y="966"/>
                  </a:lnTo>
                  <a:lnTo>
                    <a:pt x="2129" y="889"/>
                  </a:lnTo>
                  <a:lnTo>
                    <a:pt x="2143" y="881"/>
                  </a:lnTo>
                  <a:lnTo>
                    <a:pt x="2204" y="988"/>
                  </a:lnTo>
                  <a:close/>
                  <a:moveTo>
                    <a:pt x="2292" y="926"/>
                  </a:moveTo>
                  <a:lnTo>
                    <a:pt x="2233" y="969"/>
                  </a:lnTo>
                  <a:lnTo>
                    <a:pt x="2163" y="868"/>
                  </a:lnTo>
                  <a:lnTo>
                    <a:pt x="2219" y="827"/>
                  </a:lnTo>
                  <a:lnTo>
                    <a:pt x="2227" y="839"/>
                  </a:lnTo>
                  <a:lnTo>
                    <a:pt x="2184" y="870"/>
                  </a:lnTo>
                  <a:lnTo>
                    <a:pt x="2206" y="901"/>
                  </a:lnTo>
                  <a:lnTo>
                    <a:pt x="2245" y="872"/>
                  </a:lnTo>
                  <a:lnTo>
                    <a:pt x="2253" y="883"/>
                  </a:lnTo>
                  <a:lnTo>
                    <a:pt x="2213" y="912"/>
                  </a:lnTo>
                  <a:lnTo>
                    <a:pt x="2239" y="948"/>
                  </a:lnTo>
                  <a:lnTo>
                    <a:pt x="2284" y="915"/>
                  </a:lnTo>
                  <a:lnTo>
                    <a:pt x="2292" y="926"/>
                  </a:lnTo>
                  <a:close/>
                  <a:moveTo>
                    <a:pt x="2375" y="860"/>
                  </a:moveTo>
                  <a:lnTo>
                    <a:pt x="2319" y="905"/>
                  </a:lnTo>
                  <a:lnTo>
                    <a:pt x="2244" y="808"/>
                  </a:lnTo>
                  <a:lnTo>
                    <a:pt x="2298" y="765"/>
                  </a:lnTo>
                  <a:lnTo>
                    <a:pt x="2306" y="776"/>
                  </a:lnTo>
                  <a:lnTo>
                    <a:pt x="2265" y="809"/>
                  </a:lnTo>
                  <a:lnTo>
                    <a:pt x="2288" y="839"/>
                  </a:lnTo>
                  <a:lnTo>
                    <a:pt x="2326" y="808"/>
                  </a:lnTo>
                  <a:lnTo>
                    <a:pt x="2334" y="819"/>
                  </a:lnTo>
                  <a:lnTo>
                    <a:pt x="2297" y="850"/>
                  </a:lnTo>
                  <a:lnTo>
                    <a:pt x="2323" y="884"/>
                  </a:lnTo>
                  <a:lnTo>
                    <a:pt x="2367" y="849"/>
                  </a:lnTo>
                  <a:lnTo>
                    <a:pt x="2375" y="860"/>
                  </a:lnTo>
                  <a:close/>
                  <a:moveTo>
                    <a:pt x="2455" y="784"/>
                  </a:moveTo>
                  <a:lnTo>
                    <a:pt x="2442" y="796"/>
                  </a:lnTo>
                  <a:lnTo>
                    <a:pt x="2388" y="775"/>
                  </a:lnTo>
                  <a:lnTo>
                    <a:pt x="2375" y="788"/>
                  </a:lnTo>
                  <a:lnTo>
                    <a:pt x="2410" y="827"/>
                  </a:lnTo>
                  <a:lnTo>
                    <a:pt x="2399" y="838"/>
                  </a:lnTo>
                  <a:lnTo>
                    <a:pt x="2316" y="749"/>
                  </a:lnTo>
                  <a:lnTo>
                    <a:pt x="2341" y="724"/>
                  </a:lnTo>
                  <a:cubicBezTo>
                    <a:pt x="2350" y="716"/>
                    <a:pt x="2358" y="711"/>
                    <a:pt x="2367" y="711"/>
                  </a:cubicBezTo>
                  <a:cubicBezTo>
                    <a:pt x="2376" y="710"/>
                    <a:pt x="2384" y="714"/>
                    <a:pt x="2393" y="723"/>
                  </a:cubicBezTo>
                  <a:cubicBezTo>
                    <a:pt x="2399" y="730"/>
                    <a:pt x="2403" y="737"/>
                    <a:pt x="2403" y="744"/>
                  </a:cubicBezTo>
                  <a:cubicBezTo>
                    <a:pt x="2403" y="751"/>
                    <a:pt x="2401" y="757"/>
                    <a:pt x="2398" y="763"/>
                  </a:cubicBezTo>
                  <a:lnTo>
                    <a:pt x="2455" y="784"/>
                  </a:lnTo>
                  <a:close/>
                  <a:moveTo>
                    <a:pt x="2381" y="734"/>
                  </a:moveTo>
                  <a:cubicBezTo>
                    <a:pt x="2377" y="729"/>
                    <a:pt x="2372" y="727"/>
                    <a:pt x="2366" y="727"/>
                  </a:cubicBezTo>
                  <a:cubicBezTo>
                    <a:pt x="2361" y="727"/>
                    <a:pt x="2354" y="730"/>
                    <a:pt x="2348" y="736"/>
                  </a:cubicBezTo>
                  <a:lnTo>
                    <a:pt x="2337" y="747"/>
                  </a:lnTo>
                  <a:lnTo>
                    <a:pt x="2365" y="778"/>
                  </a:lnTo>
                  <a:lnTo>
                    <a:pt x="2380" y="764"/>
                  </a:lnTo>
                  <a:cubicBezTo>
                    <a:pt x="2384" y="760"/>
                    <a:pt x="2386" y="756"/>
                    <a:pt x="2387" y="750"/>
                  </a:cubicBezTo>
                  <a:cubicBezTo>
                    <a:pt x="2388" y="745"/>
                    <a:pt x="2386" y="740"/>
                    <a:pt x="2381" y="734"/>
                  </a:cubicBezTo>
                  <a:close/>
                  <a:moveTo>
                    <a:pt x="2505" y="731"/>
                  </a:moveTo>
                  <a:lnTo>
                    <a:pt x="2494" y="743"/>
                  </a:lnTo>
                  <a:lnTo>
                    <a:pt x="2407" y="658"/>
                  </a:lnTo>
                  <a:lnTo>
                    <a:pt x="2418" y="646"/>
                  </a:lnTo>
                  <a:lnTo>
                    <a:pt x="2505" y="731"/>
                  </a:lnTo>
                  <a:close/>
                  <a:moveTo>
                    <a:pt x="2591" y="626"/>
                  </a:moveTo>
                  <a:lnTo>
                    <a:pt x="2580" y="640"/>
                  </a:lnTo>
                  <a:lnTo>
                    <a:pt x="2488" y="616"/>
                  </a:lnTo>
                  <a:lnTo>
                    <a:pt x="2487" y="616"/>
                  </a:lnTo>
                  <a:lnTo>
                    <a:pt x="2556" y="672"/>
                  </a:lnTo>
                  <a:lnTo>
                    <a:pt x="2546" y="685"/>
                  </a:lnTo>
                  <a:lnTo>
                    <a:pt x="2451" y="608"/>
                  </a:lnTo>
                  <a:lnTo>
                    <a:pt x="2462" y="594"/>
                  </a:lnTo>
                  <a:lnTo>
                    <a:pt x="2555" y="619"/>
                  </a:lnTo>
                  <a:lnTo>
                    <a:pt x="2555" y="618"/>
                  </a:lnTo>
                  <a:lnTo>
                    <a:pt x="2487" y="562"/>
                  </a:lnTo>
                  <a:lnTo>
                    <a:pt x="2497" y="549"/>
                  </a:lnTo>
                  <a:lnTo>
                    <a:pt x="2591" y="626"/>
                  </a:lnTo>
                  <a:close/>
                  <a:moveTo>
                    <a:pt x="2654" y="539"/>
                  </a:moveTo>
                  <a:lnTo>
                    <a:pt x="2647" y="549"/>
                  </a:lnTo>
                  <a:lnTo>
                    <a:pt x="2638" y="545"/>
                  </a:lnTo>
                  <a:cubicBezTo>
                    <a:pt x="2639" y="548"/>
                    <a:pt x="2639" y="552"/>
                    <a:pt x="2639" y="557"/>
                  </a:cubicBezTo>
                  <a:cubicBezTo>
                    <a:pt x="2638" y="561"/>
                    <a:pt x="2636" y="565"/>
                    <a:pt x="2633" y="569"/>
                  </a:cubicBezTo>
                  <a:cubicBezTo>
                    <a:pt x="2628" y="578"/>
                    <a:pt x="2619" y="582"/>
                    <a:pt x="2607" y="583"/>
                  </a:cubicBezTo>
                  <a:cubicBezTo>
                    <a:pt x="2595" y="584"/>
                    <a:pt x="2581" y="579"/>
                    <a:pt x="2564" y="567"/>
                  </a:cubicBezTo>
                  <a:cubicBezTo>
                    <a:pt x="2546" y="554"/>
                    <a:pt x="2535" y="541"/>
                    <a:pt x="2530" y="529"/>
                  </a:cubicBezTo>
                  <a:cubicBezTo>
                    <a:pt x="2525" y="517"/>
                    <a:pt x="2526" y="505"/>
                    <a:pt x="2533" y="495"/>
                  </a:cubicBezTo>
                  <a:cubicBezTo>
                    <a:pt x="2539" y="486"/>
                    <a:pt x="2548" y="482"/>
                    <a:pt x="2558" y="481"/>
                  </a:cubicBezTo>
                  <a:cubicBezTo>
                    <a:pt x="2568" y="481"/>
                    <a:pt x="2578" y="484"/>
                    <a:pt x="2588" y="492"/>
                  </a:cubicBezTo>
                  <a:lnTo>
                    <a:pt x="2579" y="505"/>
                  </a:lnTo>
                  <a:cubicBezTo>
                    <a:pt x="2571" y="499"/>
                    <a:pt x="2564" y="496"/>
                    <a:pt x="2558" y="496"/>
                  </a:cubicBezTo>
                  <a:cubicBezTo>
                    <a:pt x="2552" y="496"/>
                    <a:pt x="2548" y="498"/>
                    <a:pt x="2544" y="503"/>
                  </a:cubicBezTo>
                  <a:cubicBezTo>
                    <a:pt x="2540" y="509"/>
                    <a:pt x="2540" y="516"/>
                    <a:pt x="2544" y="524"/>
                  </a:cubicBezTo>
                  <a:cubicBezTo>
                    <a:pt x="2548" y="532"/>
                    <a:pt x="2558" y="541"/>
                    <a:pt x="2573" y="552"/>
                  </a:cubicBezTo>
                  <a:cubicBezTo>
                    <a:pt x="2587" y="562"/>
                    <a:pt x="2598" y="567"/>
                    <a:pt x="2606" y="567"/>
                  </a:cubicBezTo>
                  <a:cubicBezTo>
                    <a:pt x="2614" y="567"/>
                    <a:pt x="2620" y="565"/>
                    <a:pt x="2624" y="560"/>
                  </a:cubicBezTo>
                  <a:cubicBezTo>
                    <a:pt x="2627" y="554"/>
                    <a:pt x="2628" y="549"/>
                    <a:pt x="2627" y="544"/>
                  </a:cubicBezTo>
                  <a:cubicBezTo>
                    <a:pt x="2625" y="538"/>
                    <a:pt x="2620" y="532"/>
                    <a:pt x="2613" y="527"/>
                  </a:cubicBezTo>
                  <a:lnTo>
                    <a:pt x="2606" y="522"/>
                  </a:lnTo>
                  <a:lnTo>
                    <a:pt x="2594" y="541"/>
                  </a:lnTo>
                  <a:lnTo>
                    <a:pt x="2583" y="533"/>
                  </a:lnTo>
                  <a:lnTo>
                    <a:pt x="2603" y="503"/>
                  </a:lnTo>
                  <a:lnTo>
                    <a:pt x="2654" y="539"/>
                  </a:lnTo>
                  <a:close/>
                  <a:moveTo>
                    <a:pt x="2682" y="490"/>
                  </a:moveTo>
                  <a:lnTo>
                    <a:pt x="2674" y="505"/>
                  </a:lnTo>
                  <a:lnTo>
                    <a:pt x="2661" y="497"/>
                  </a:lnTo>
                  <a:lnTo>
                    <a:pt x="2669" y="482"/>
                  </a:lnTo>
                  <a:lnTo>
                    <a:pt x="2682" y="490"/>
                  </a:lnTo>
                  <a:close/>
                  <a:moveTo>
                    <a:pt x="2726" y="333"/>
                  </a:moveTo>
                  <a:cubicBezTo>
                    <a:pt x="2736" y="338"/>
                    <a:pt x="2742" y="345"/>
                    <a:pt x="2745" y="354"/>
                  </a:cubicBezTo>
                  <a:cubicBezTo>
                    <a:pt x="2747" y="364"/>
                    <a:pt x="2746" y="373"/>
                    <a:pt x="2740" y="384"/>
                  </a:cubicBezTo>
                  <a:cubicBezTo>
                    <a:pt x="2735" y="395"/>
                    <a:pt x="2728" y="402"/>
                    <a:pt x="2719" y="405"/>
                  </a:cubicBezTo>
                  <a:cubicBezTo>
                    <a:pt x="2710" y="407"/>
                    <a:pt x="2701" y="407"/>
                    <a:pt x="2692" y="402"/>
                  </a:cubicBezTo>
                  <a:lnTo>
                    <a:pt x="2688" y="400"/>
                  </a:lnTo>
                  <a:lnTo>
                    <a:pt x="2695" y="385"/>
                  </a:lnTo>
                  <a:lnTo>
                    <a:pt x="2699" y="387"/>
                  </a:lnTo>
                  <a:cubicBezTo>
                    <a:pt x="2705" y="390"/>
                    <a:pt x="2711" y="391"/>
                    <a:pt x="2717" y="389"/>
                  </a:cubicBezTo>
                  <a:cubicBezTo>
                    <a:pt x="2722" y="387"/>
                    <a:pt x="2726" y="383"/>
                    <a:pt x="2728" y="378"/>
                  </a:cubicBezTo>
                  <a:cubicBezTo>
                    <a:pt x="2732" y="371"/>
                    <a:pt x="2733" y="365"/>
                    <a:pt x="2731" y="360"/>
                  </a:cubicBezTo>
                  <a:cubicBezTo>
                    <a:pt x="2729" y="355"/>
                    <a:pt x="2725" y="351"/>
                    <a:pt x="2720" y="348"/>
                  </a:cubicBezTo>
                  <a:cubicBezTo>
                    <a:pt x="2716" y="346"/>
                    <a:pt x="2711" y="346"/>
                    <a:pt x="2706" y="348"/>
                  </a:cubicBezTo>
                  <a:cubicBezTo>
                    <a:pt x="2700" y="350"/>
                    <a:pt x="2694" y="354"/>
                    <a:pt x="2688" y="360"/>
                  </a:cubicBezTo>
                  <a:cubicBezTo>
                    <a:pt x="2679" y="368"/>
                    <a:pt x="2671" y="373"/>
                    <a:pt x="2664" y="375"/>
                  </a:cubicBezTo>
                  <a:cubicBezTo>
                    <a:pt x="2657" y="377"/>
                    <a:pt x="2650" y="377"/>
                    <a:pt x="2644" y="373"/>
                  </a:cubicBezTo>
                  <a:cubicBezTo>
                    <a:pt x="2635" y="369"/>
                    <a:pt x="2630" y="362"/>
                    <a:pt x="2627" y="353"/>
                  </a:cubicBezTo>
                  <a:cubicBezTo>
                    <a:pt x="2625" y="344"/>
                    <a:pt x="2626" y="335"/>
                    <a:pt x="2630" y="326"/>
                  </a:cubicBezTo>
                  <a:cubicBezTo>
                    <a:pt x="2636" y="315"/>
                    <a:pt x="2643" y="309"/>
                    <a:pt x="2652" y="307"/>
                  </a:cubicBezTo>
                  <a:cubicBezTo>
                    <a:pt x="2661" y="306"/>
                    <a:pt x="2670" y="307"/>
                    <a:pt x="2677" y="311"/>
                  </a:cubicBezTo>
                  <a:lnTo>
                    <a:pt x="2670" y="326"/>
                  </a:lnTo>
                  <a:cubicBezTo>
                    <a:pt x="2665" y="323"/>
                    <a:pt x="2660" y="322"/>
                    <a:pt x="2655" y="323"/>
                  </a:cubicBezTo>
                  <a:cubicBezTo>
                    <a:pt x="2650" y="324"/>
                    <a:pt x="2646" y="327"/>
                    <a:pt x="2643" y="333"/>
                  </a:cubicBezTo>
                  <a:cubicBezTo>
                    <a:pt x="2640" y="338"/>
                    <a:pt x="2640" y="343"/>
                    <a:pt x="2641" y="347"/>
                  </a:cubicBezTo>
                  <a:cubicBezTo>
                    <a:pt x="2642" y="352"/>
                    <a:pt x="2645" y="355"/>
                    <a:pt x="2650" y="357"/>
                  </a:cubicBezTo>
                  <a:cubicBezTo>
                    <a:pt x="2653" y="359"/>
                    <a:pt x="2657" y="360"/>
                    <a:pt x="2661" y="359"/>
                  </a:cubicBezTo>
                  <a:cubicBezTo>
                    <a:pt x="2665" y="358"/>
                    <a:pt x="2671" y="354"/>
                    <a:pt x="2680" y="346"/>
                  </a:cubicBezTo>
                  <a:cubicBezTo>
                    <a:pt x="2689" y="339"/>
                    <a:pt x="2697" y="334"/>
                    <a:pt x="2705" y="331"/>
                  </a:cubicBezTo>
                  <a:cubicBezTo>
                    <a:pt x="2712" y="329"/>
                    <a:pt x="2720" y="329"/>
                    <a:pt x="2726" y="333"/>
                  </a:cubicBezTo>
                  <a:close/>
                  <a:moveTo>
                    <a:pt x="2686" y="199"/>
                  </a:moveTo>
                  <a:lnTo>
                    <a:pt x="2794" y="260"/>
                  </a:lnTo>
                  <a:lnTo>
                    <a:pt x="2789" y="273"/>
                  </a:lnTo>
                  <a:lnTo>
                    <a:pt x="2700" y="252"/>
                  </a:lnTo>
                  <a:lnTo>
                    <a:pt x="2699" y="253"/>
                  </a:lnTo>
                  <a:lnTo>
                    <a:pt x="2779" y="299"/>
                  </a:lnTo>
                  <a:lnTo>
                    <a:pt x="2774" y="312"/>
                  </a:lnTo>
                  <a:lnTo>
                    <a:pt x="2654" y="281"/>
                  </a:lnTo>
                  <a:lnTo>
                    <a:pt x="2660" y="267"/>
                  </a:lnTo>
                  <a:lnTo>
                    <a:pt x="2735" y="288"/>
                  </a:lnTo>
                  <a:lnTo>
                    <a:pt x="2735" y="287"/>
                  </a:lnTo>
                  <a:lnTo>
                    <a:pt x="2667" y="248"/>
                  </a:lnTo>
                  <a:lnTo>
                    <a:pt x="2673" y="233"/>
                  </a:lnTo>
                  <a:lnTo>
                    <a:pt x="2749" y="252"/>
                  </a:lnTo>
                  <a:lnTo>
                    <a:pt x="2749" y="250"/>
                  </a:lnTo>
                  <a:lnTo>
                    <a:pt x="2680" y="214"/>
                  </a:lnTo>
                  <a:lnTo>
                    <a:pt x="2686" y="199"/>
                  </a:lnTo>
                  <a:close/>
                  <a:moveTo>
                    <a:pt x="2752" y="118"/>
                  </a:moveTo>
                  <a:cubicBezTo>
                    <a:pt x="2763" y="122"/>
                    <a:pt x="2770" y="128"/>
                    <a:pt x="2774" y="137"/>
                  </a:cubicBezTo>
                  <a:cubicBezTo>
                    <a:pt x="2778" y="145"/>
                    <a:pt x="2778" y="155"/>
                    <a:pt x="2775" y="167"/>
                  </a:cubicBezTo>
                  <a:lnTo>
                    <a:pt x="2768" y="186"/>
                  </a:lnTo>
                  <a:lnTo>
                    <a:pt x="2813" y="202"/>
                  </a:lnTo>
                  <a:lnTo>
                    <a:pt x="2808" y="218"/>
                  </a:lnTo>
                  <a:lnTo>
                    <a:pt x="2693" y="178"/>
                  </a:lnTo>
                  <a:lnTo>
                    <a:pt x="2705" y="142"/>
                  </a:lnTo>
                  <a:cubicBezTo>
                    <a:pt x="2709" y="131"/>
                    <a:pt x="2715" y="123"/>
                    <a:pt x="2723" y="119"/>
                  </a:cubicBezTo>
                  <a:cubicBezTo>
                    <a:pt x="2732" y="115"/>
                    <a:pt x="2741" y="115"/>
                    <a:pt x="2752" y="118"/>
                  </a:cubicBezTo>
                  <a:close/>
                  <a:moveTo>
                    <a:pt x="2747" y="134"/>
                  </a:moveTo>
                  <a:cubicBezTo>
                    <a:pt x="2738" y="131"/>
                    <a:pt x="2732" y="131"/>
                    <a:pt x="2727" y="134"/>
                  </a:cubicBezTo>
                  <a:cubicBezTo>
                    <a:pt x="2723" y="137"/>
                    <a:pt x="2719" y="143"/>
                    <a:pt x="2716" y="151"/>
                  </a:cubicBezTo>
                  <a:lnTo>
                    <a:pt x="2711" y="167"/>
                  </a:lnTo>
                  <a:lnTo>
                    <a:pt x="2755" y="182"/>
                  </a:lnTo>
                  <a:lnTo>
                    <a:pt x="2761" y="166"/>
                  </a:lnTo>
                  <a:cubicBezTo>
                    <a:pt x="2763" y="158"/>
                    <a:pt x="2764" y="151"/>
                    <a:pt x="2762" y="146"/>
                  </a:cubicBezTo>
                  <a:cubicBezTo>
                    <a:pt x="2760" y="141"/>
                    <a:pt x="2755" y="137"/>
                    <a:pt x="2747" y="134"/>
                  </a:cubicBezTo>
                  <a:close/>
                  <a:moveTo>
                    <a:pt x="2822" y="35"/>
                  </a:moveTo>
                  <a:cubicBezTo>
                    <a:pt x="2833" y="38"/>
                    <a:pt x="2841" y="43"/>
                    <a:pt x="2846" y="50"/>
                  </a:cubicBezTo>
                  <a:cubicBezTo>
                    <a:pt x="2851" y="58"/>
                    <a:pt x="2853" y="68"/>
                    <a:pt x="2850" y="80"/>
                  </a:cubicBezTo>
                  <a:cubicBezTo>
                    <a:pt x="2847" y="93"/>
                    <a:pt x="2841" y="101"/>
                    <a:pt x="2834" y="106"/>
                  </a:cubicBezTo>
                  <a:cubicBezTo>
                    <a:pt x="2826" y="110"/>
                    <a:pt x="2817" y="111"/>
                    <a:pt x="2806" y="108"/>
                  </a:cubicBezTo>
                  <a:lnTo>
                    <a:pt x="2722" y="89"/>
                  </a:lnTo>
                  <a:lnTo>
                    <a:pt x="2726" y="73"/>
                  </a:lnTo>
                  <a:lnTo>
                    <a:pt x="2809" y="92"/>
                  </a:lnTo>
                  <a:cubicBezTo>
                    <a:pt x="2817" y="94"/>
                    <a:pt x="2823" y="94"/>
                    <a:pt x="2828" y="91"/>
                  </a:cubicBezTo>
                  <a:cubicBezTo>
                    <a:pt x="2832" y="88"/>
                    <a:pt x="2835" y="83"/>
                    <a:pt x="2837" y="77"/>
                  </a:cubicBezTo>
                  <a:cubicBezTo>
                    <a:pt x="2838" y="71"/>
                    <a:pt x="2837" y="66"/>
                    <a:pt x="2834" y="61"/>
                  </a:cubicBezTo>
                  <a:cubicBezTo>
                    <a:pt x="2832" y="56"/>
                    <a:pt x="2826" y="53"/>
                    <a:pt x="2818" y="51"/>
                  </a:cubicBezTo>
                  <a:lnTo>
                    <a:pt x="2735" y="32"/>
                  </a:lnTo>
                  <a:lnTo>
                    <a:pt x="2739" y="16"/>
                  </a:lnTo>
                  <a:lnTo>
                    <a:pt x="2822" y="35"/>
                  </a:lnTo>
                  <a:close/>
                </a:path>
              </a:pathLst>
            </a:custGeom>
            <a:grpFill/>
            <a:ln>
              <a:noFill/>
            </a:ln>
          </p:spPr>
          <p:txBody>
            <a:bodyPr/>
            <a:lstStyle/>
            <a:p>
              <a:pPr>
                <a:defRPr/>
              </a:pPr>
              <a:endParaRPr lang="zh-CN" altLang="en-US" sz="2400">
                <a:solidFill>
                  <a:srgbClr val="0060A8"/>
                </a:solidFill>
                <a:cs typeface="+mn-ea"/>
                <a:sym typeface="+mn-lt"/>
              </a:endParaRPr>
            </a:p>
          </p:txBody>
        </p:sp>
      </p:grpSp>
      <p:sp>
        <p:nvSpPr>
          <p:cNvPr id="35" name="文本框 34">
            <a:extLst>
              <a:ext uri="{FF2B5EF4-FFF2-40B4-BE49-F238E27FC236}">
                <a16:creationId xmlns:a16="http://schemas.microsoft.com/office/drawing/2014/main" id="{86D029DD-0D02-4721-8120-19A447460142}"/>
              </a:ext>
            </a:extLst>
          </p:cNvPr>
          <p:cNvSpPr txBox="1"/>
          <p:nvPr/>
        </p:nvSpPr>
        <p:spPr>
          <a:xfrm>
            <a:off x="4771152" y="3393998"/>
            <a:ext cx="2663190" cy="364395"/>
          </a:xfrm>
          <a:prstGeom prst="rect">
            <a:avLst/>
          </a:prstGeom>
          <a:noFill/>
        </p:spPr>
        <p:txBody>
          <a:bodyPr wrap="square" rtlCol="0">
            <a:spAutoFit/>
            <a:scene3d>
              <a:camera prst="orthographicFront"/>
              <a:lightRig rig="threePt" dir="t"/>
            </a:scene3d>
            <a:sp3d contourW="12700"/>
          </a:bodyPr>
          <a:lstStyle/>
          <a:p>
            <a:pPr algn="ctr">
              <a:lnSpc>
                <a:spcPct val="170000"/>
              </a:lnSpc>
              <a:defRPr/>
            </a:pPr>
            <a:r>
              <a:rPr lang="zh-CN" altLang="en-US" sz="1200" b="1" kern="0" dirty="0">
                <a:solidFill>
                  <a:schemeClr val="accent1"/>
                </a:solidFill>
                <a:latin typeface="微软雅黑" panose="020B0503020204020204" charset="-122"/>
                <a:ea typeface="微软雅黑" panose="020B0503020204020204" charset="-122"/>
                <a:cs typeface="+mn-ea"/>
                <a:sym typeface="+mn-lt"/>
              </a:rPr>
              <a:t>专业：机械工程</a:t>
            </a:r>
          </a:p>
        </p:txBody>
      </p:sp>
      <p:sp>
        <p:nvSpPr>
          <p:cNvPr id="36" name="文本框 35">
            <a:extLst>
              <a:ext uri="{FF2B5EF4-FFF2-40B4-BE49-F238E27FC236}">
                <a16:creationId xmlns:a16="http://schemas.microsoft.com/office/drawing/2014/main" id="{3ED3A062-3B39-4332-BC01-6B31ED4E3DE3}"/>
              </a:ext>
            </a:extLst>
          </p:cNvPr>
          <p:cNvSpPr txBox="1"/>
          <p:nvPr/>
        </p:nvSpPr>
        <p:spPr>
          <a:xfrm>
            <a:off x="5024805" y="3756672"/>
            <a:ext cx="2663190" cy="364395"/>
          </a:xfrm>
          <a:prstGeom prst="rect">
            <a:avLst/>
          </a:prstGeom>
          <a:noFill/>
        </p:spPr>
        <p:txBody>
          <a:bodyPr wrap="square" rtlCol="0">
            <a:spAutoFit/>
            <a:scene3d>
              <a:camera prst="orthographicFront"/>
              <a:lightRig rig="threePt" dir="t"/>
            </a:scene3d>
            <a:sp3d contourW="12700"/>
          </a:bodyPr>
          <a:lstStyle/>
          <a:p>
            <a:pPr algn="ctr">
              <a:lnSpc>
                <a:spcPct val="170000"/>
              </a:lnSpc>
              <a:defRPr/>
            </a:pPr>
            <a:r>
              <a:rPr lang="zh-CN" altLang="en-US" sz="1200" b="1" kern="0" dirty="0">
                <a:solidFill>
                  <a:schemeClr val="accent1"/>
                </a:solidFill>
                <a:latin typeface="微软雅黑" panose="020B0503020204020204" charset="-122"/>
                <a:ea typeface="微软雅黑" panose="020B0503020204020204" charset="-122"/>
                <a:cs typeface="+mn-ea"/>
                <a:sym typeface="+mn-lt"/>
              </a:rPr>
              <a:t>学号：</a:t>
            </a:r>
            <a:r>
              <a:rPr lang="en-US" altLang="zh-CN" sz="1200" b="1" kern="0" dirty="0">
                <a:solidFill>
                  <a:schemeClr val="accent1"/>
                </a:solidFill>
                <a:latin typeface="微软雅黑" panose="020B0503020204020204" charset="-122"/>
                <a:ea typeface="微软雅黑" panose="020B0503020204020204" charset="-122"/>
                <a:cs typeface="+mn-ea"/>
                <a:sym typeface="+mn-lt"/>
              </a:rPr>
              <a:t>202421000444</a:t>
            </a:r>
            <a:endParaRPr lang="zh-CN" altLang="en-US" sz="1200" b="1" kern="0" dirty="0">
              <a:solidFill>
                <a:schemeClr val="accent1"/>
              </a:solidFill>
              <a:latin typeface="微软雅黑" panose="020B0503020204020204" charset="-122"/>
              <a:ea typeface="微软雅黑" panose="020B050302020402020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123" name="TextBox 55"/>
          <p:cNvSpPr txBox="1"/>
          <p:nvPr/>
        </p:nvSpPr>
        <p:spPr>
          <a:xfrm>
            <a:off x="714648" y="882275"/>
            <a:ext cx="732680" cy="368300"/>
          </a:xfrm>
          <a:prstGeom prst="rect">
            <a:avLst/>
          </a:prstGeom>
          <a:noFill/>
        </p:spPr>
        <p:txBody>
          <a:bodyPr wrap="square" rtlCol="0">
            <a:spAutoFit/>
          </a:bodyPr>
          <a:lstStyle/>
          <a:p>
            <a:pPr defTabSz="1219200"/>
            <a:r>
              <a:rPr lang="zh-CN" altLang="en-US" b="1" dirty="0">
                <a:solidFill>
                  <a:srgbClr val="056CC9"/>
                </a:solidFill>
                <a:cs typeface="+mn-ea"/>
                <a:sym typeface="+mn-lt"/>
              </a:rPr>
              <a:t>目录</a:t>
            </a:r>
          </a:p>
        </p:txBody>
      </p:sp>
      <p:sp>
        <p:nvSpPr>
          <p:cNvPr id="128" name="椭圆 127"/>
          <p:cNvSpPr/>
          <p:nvPr/>
        </p:nvSpPr>
        <p:spPr>
          <a:xfrm>
            <a:off x="540658" y="1161176"/>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493217" y="900015"/>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cxnSp>
        <p:nvCxnSpPr>
          <p:cNvPr id="133" name="直接连接符 132"/>
          <p:cNvCxnSpPr>
            <a:cxnSpLocks/>
          </p:cNvCxnSpPr>
          <p:nvPr/>
        </p:nvCxnSpPr>
        <p:spPr>
          <a:xfrm>
            <a:off x="723265" y="1238885"/>
            <a:ext cx="641511" cy="0"/>
          </a:xfrm>
          <a:prstGeom prst="line">
            <a:avLst/>
          </a:prstGeom>
          <a:ln w="15875">
            <a:solidFill>
              <a:srgbClr val="056CC9"/>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flipV="1">
            <a:off x="723509" y="4390390"/>
            <a:ext cx="6904421"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000" dirty="0">
                <a:solidFill>
                  <a:schemeClr val="accent1"/>
                </a:solidFill>
                <a:latin typeface="Arial" panose="020B0604020202020204"/>
                <a:ea typeface="微软雅黑" panose="020B0503020204020204" charset="-122"/>
                <a:cs typeface="+mn-ea"/>
              </a:rPr>
              <a:t>面向短舱装配机器人的视觉抓取关键技术研究</a:t>
            </a:r>
          </a:p>
        </p:txBody>
      </p:sp>
      <p:sp>
        <p:nvSpPr>
          <p:cNvPr id="11" name="矩形 10"/>
          <p:cNvSpPr/>
          <p:nvPr/>
        </p:nvSpPr>
        <p:spPr>
          <a:xfrm>
            <a:off x="1989459" y="1525555"/>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12" name="文本框 11"/>
          <p:cNvSpPr txBox="1"/>
          <p:nvPr/>
        </p:nvSpPr>
        <p:spPr>
          <a:xfrm>
            <a:off x="2493648" y="1525500"/>
            <a:ext cx="4468038" cy="498475"/>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一、	研究背景与国内外现状</a:t>
            </a:r>
          </a:p>
        </p:txBody>
      </p:sp>
      <p:sp>
        <p:nvSpPr>
          <p:cNvPr id="21" name="矩形 20"/>
          <p:cNvSpPr/>
          <p:nvPr/>
        </p:nvSpPr>
        <p:spPr>
          <a:xfrm>
            <a:off x="1989459" y="2204350"/>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24" name="文本框 23"/>
          <p:cNvSpPr txBox="1"/>
          <p:nvPr/>
        </p:nvSpPr>
        <p:spPr>
          <a:xfrm>
            <a:off x="2493648" y="2201140"/>
            <a:ext cx="4468039" cy="48387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二、研究目的与意义</a:t>
            </a:r>
          </a:p>
        </p:txBody>
      </p:sp>
      <p:sp>
        <p:nvSpPr>
          <p:cNvPr id="27" name="矩形 26"/>
          <p:cNvSpPr/>
          <p:nvPr/>
        </p:nvSpPr>
        <p:spPr>
          <a:xfrm>
            <a:off x="1989459" y="2861712"/>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28" name="文本框 27"/>
          <p:cNvSpPr txBox="1"/>
          <p:nvPr/>
        </p:nvSpPr>
        <p:spPr>
          <a:xfrm>
            <a:off x="2480870" y="2861712"/>
            <a:ext cx="4468038" cy="47498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三、研究方法与内容	</a:t>
            </a:r>
          </a:p>
        </p:txBody>
      </p:sp>
      <p:sp>
        <p:nvSpPr>
          <p:cNvPr id="34" name="矩形 33">
            <a:extLst>
              <a:ext uri="{FF2B5EF4-FFF2-40B4-BE49-F238E27FC236}">
                <a16:creationId xmlns:a16="http://schemas.microsoft.com/office/drawing/2014/main" id="{6E4FA301-4C79-4A36-A8B3-5F9C25DE9A89}"/>
              </a:ext>
            </a:extLst>
          </p:cNvPr>
          <p:cNvSpPr/>
          <p:nvPr/>
        </p:nvSpPr>
        <p:spPr>
          <a:xfrm>
            <a:off x="1989459" y="3513464"/>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35" name="文本框 34">
            <a:extLst>
              <a:ext uri="{FF2B5EF4-FFF2-40B4-BE49-F238E27FC236}">
                <a16:creationId xmlns:a16="http://schemas.microsoft.com/office/drawing/2014/main" id="{ED759B03-6EE7-4B77-A495-293F68B271C4}"/>
              </a:ext>
            </a:extLst>
          </p:cNvPr>
          <p:cNvSpPr txBox="1"/>
          <p:nvPr/>
        </p:nvSpPr>
        <p:spPr>
          <a:xfrm>
            <a:off x="2493013" y="3511073"/>
            <a:ext cx="4468038" cy="47498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四、预期结果与进度安排</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sp>
        <p:nvSpPr>
          <p:cNvPr id="26" name="文本框 25">
            <a:extLst>
              <a:ext uri="{FF2B5EF4-FFF2-40B4-BE49-F238E27FC236}">
                <a16:creationId xmlns:a16="http://schemas.microsoft.com/office/drawing/2014/main" id="{2F8C193C-22EF-4D1F-B919-458E8BDB4E43}"/>
              </a:ext>
            </a:extLst>
          </p:cNvPr>
          <p:cNvSpPr txBox="1"/>
          <p:nvPr/>
        </p:nvSpPr>
        <p:spPr>
          <a:xfrm>
            <a:off x="2493648" y="1525555"/>
            <a:ext cx="4468038" cy="498475"/>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一、	研究背景与意义</a:t>
            </a:r>
          </a:p>
        </p:txBody>
      </p:sp>
      <p:sp>
        <p:nvSpPr>
          <p:cNvPr id="29" name="矩形 28">
            <a:extLst>
              <a:ext uri="{FF2B5EF4-FFF2-40B4-BE49-F238E27FC236}">
                <a16:creationId xmlns:a16="http://schemas.microsoft.com/office/drawing/2014/main" id="{7632C3D8-B5B5-4590-BFE2-658FBFEC39A7}"/>
              </a:ext>
            </a:extLst>
          </p:cNvPr>
          <p:cNvSpPr/>
          <p:nvPr/>
        </p:nvSpPr>
        <p:spPr>
          <a:xfrm>
            <a:off x="1989459" y="2204405"/>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30" name="文本框 29">
            <a:extLst>
              <a:ext uri="{FF2B5EF4-FFF2-40B4-BE49-F238E27FC236}">
                <a16:creationId xmlns:a16="http://schemas.microsoft.com/office/drawing/2014/main" id="{4B89AE21-D3BE-4550-B47F-53BDC8633BBF}"/>
              </a:ext>
            </a:extLst>
          </p:cNvPr>
          <p:cNvSpPr txBox="1"/>
          <p:nvPr/>
        </p:nvSpPr>
        <p:spPr>
          <a:xfrm>
            <a:off x="2493648" y="2201195"/>
            <a:ext cx="4468039" cy="48387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二、国内外研究现状及趋势</a:t>
            </a:r>
          </a:p>
        </p:txBody>
      </p:sp>
      <p:sp>
        <p:nvSpPr>
          <p:cNvPr id="31" name="矩形 30">
            <a:extLst>
              <a:ext uri="{FF2B5EF4-FFF2-40B4-BE49-F238E27FC236}">
                <a16:creationId xmlns:a16="http://schemas.microsoft.com/office/drawing/2014/main" id="{16617F00-60A1-4218-8B8D-2BA0D117C532}"/>
              </a:ext>
            </a:extLst>
          </p:cNvPr>
          <p:cNvSpPr/>
          <p:nvPr/>
        </p:nvSpPr>
        <p:spPr>
          <a:xfrm>
            <a:off x="1989459" y="2861767"/>
            <a:ext cx="73098" cy="5232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32" name="文本框 31">
            <a:extLst>
              <a:ext uri="{FF2B5EF4-FFF2-40B4-BE49-F238E27FC236}">
                <a16:creationId xmlns:a16="http://schemas.microsoft.com/office/drawing/2014/main" id="{BA19DE65-18E6-450D-A9C3-1135E5C86DE5}"/>
              </a:ext>
            </a:extLst>
          </p:cNvPr>
          <p:cNvSpPr txBox="1"/>
          <p:nvPr/>
        </p:nvSpPr>
        <p:spPr>
          <a:xfrm>
            <a:off x="2480870" y="2861767"/>
            <a:ext cx="4468038" cy="47498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三、研究内容	</a:t>
            </a:r>
          </a:p>
        </p:txBody>
      </p:sp>
      <p:sp>
        <p:nvSpPr>
          <p:cNvPr id="33" name="文本框 32">
            <a:extLst>
              <a:ext uri="{FF2B5EF4-FFF2-40B4-BE49-F238E27FC236}">
                <a16:creationId xmlns:a16="http://schemas.microsoft.com/office/drawing/2014/main" id="{EB4780C2-5790-4AD3-B4A6-CD09B99F71F2}"/>
              </a:ext>
            </a:extLst>
          </p:cNvPr>
          <p:cNvSpPr txBox="1"/>
          <p:nvPr/>
        </p:nvSpPr>
        <p:spPr>
          <a:xfrm>
            <a:off x="2493013" y="3511128"/>
            <a:ext cx="4468038" cy="474980"/>
          </a:xfrm>
          <a:prstGeom prst="rect">
            <a:avLst/>
          </a:prstGeom>
          <a:solidFill>
            <a:srgbClr val="056CC9"/>
          </a:solidFill>
        </p:spPr>
        <p:txBody>
          <a:bodyPr wrap="square" rtlCol="0" anchor="ctr" anchorCtr="0">
            <a:noAutofit/>
          </a:bodyPr>
          <a:lstStyle/>
          <a:p>
            <a:r>
              <a:rPr lang="zh-CN" altLang="en-US" sz="1600" b="1" spc="100" dirty="0">
                <a:solidFill>
                  <a:schemeClr val="bg1"/>
                </a:solidFill>
                <a:cs typeface="+mn-ea"/>
              </a:rPr>
              <a:t>四、预期结果与进度安排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6"/>
          <p:cNvSpPr/>
          <p:nvPr/>
        </p:nvSpPr>
        <p:spPr>
          <a:xfrm>
            <a:off x="0" y="1722623"/>
            <a:ext cx="9144000" cy="1656184"/>
          </a:xfrm>
          <a:prstGeom prst="rect">
            <a:avLst/>
          </a:pr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p>
        </p:txBody>
      </p:sp>
      <p:sp>
        <p:nvSpPr>
          <p:cNvPr id="4" name="Text Placeholder 4"/>
          <p:cNvSpPr txBox="1"/>
          <p:nvPr/>
        </p:nvSpPr>
        <p:spPr>
          <a:xfrm>
            <a:off x="7465118" y="2010150"/>
            <a:ext cx="1272728" cy="108012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8000" dirty="0">
                <a:solidFill>
                  <a:schemeClr val="bg1"/>
                </a:solidFill>
                <a:latin typeface="Impact" panose="020B0806030902050204" pitchFamily="34" charset="0"/>
                <a:ea typeface="微软雅黑" panose="020B0503020204020204" charset="-122"/>
              </a:rPr>
              <a:t>01</a:t>
            </a:r>
            <a:endParaRPr lang="en-GB" sz="5400" dirty="0">
              <a:solidFill>
                <a:schemeClr val="bg1"/>
              </a:solidFill>
              <a:latin typeface="Impact" panose="020B0806030902050204" pitchFamily="34" charset="0"/>
              <a:ea typeface="微软雅黑" panose="020B0503020204020204" charset="-122"/>
            </a:endParaRPr>
          </a:p>
        </p:txBody>
      </p:sp>
      <p:sp>
        <p:nvSpPr>
          <p:cNvPr id="5" name="TextBox 4"/>
          <p:cNvSpPr txBox="1"/>
          <p:nvPr/>
        </p:nvSpPr>
        <p:spPr>
          <a:xfrm>
            <a:off x="2921086" y="2163366"/>
            <a:ext cx="4653886" cy="639472"/>
          </a:xfrm>
          <a:prstGeom prst="rect">
            <a:avLst/>
          </a:prstGeom>
          <a:noFill/>
        </p:spPr>
        <p:txBody>
          <a:bodyPr wrap="square" lIns="68584" tIns="34291" rIns="68584" bIns="34291" rtlCol="0" anchor="ctr" anchorCtr="0">
            <a:spAutoFit/>
          </a:bodyPr>
          <a:lstStyle/>
          <a:p>
            <a:pPr algn="ctr">
              <a:lnSpc>
                <a:spcPct val="150000"/>
              </a:lnSpc>
            </a:pPr>
            <a:r>
              <a:rPr lang="zh-CN" altLang="en-US" sz="2800" b="1" spc="100" dirty="0">
                <a:solidFill>
                  <a:schemeClr val="bg1"/>
                </a:solidFill>
                <a:cs typeface="+mn-ea"/>
              </a:rPr>
              <a:t>研究背景与意义</a:t>
            </a:r>
            <a:endParaRPr lang="zh-CN" altLang="en-GB" sz="2800" b="1" dirty="0">
              <a:solidFill>
                <a:schemeClr val="bg1"/>
              </a:solidFill>
              <a:latin typeface="微软雅黑" panose="020B0503020204020204" charset="-122"/>
              <a:ea typeface="微软雅黑" panose="020B0503020204020204" charset="-122"/>
              <a:sym typeface="+mn-ea"/>
            </a:endParaRPr>
          </a:p>
        </p:txBody>
      </p:sp>
      <p:grpSp>
        <p:nvGrpSpPr>
          <p:cNvPr id="27" name="组合 26"/>
          <p:cNvGrpSpPr/>
          <p:nvPr/>
        </p:nvGrpSpPr>
        <p:grpSpPr>
          <a:xfrm>
            <a:off x="827585" y="1505590"/>
            <a:ext cx="2096339" cy="2089241"/>
            <a:chOff x="755650" y="852488"/>
            <a:chExt cx="2344738" cy="2336800"/>
          </a:xfrm>
        </p:grpSpPr>
        <p:sp>
          <p:nvSpPr>
            <p:cNvPr id="24" name="Freeform 5"/>
            <p:cNvSpPr>
              <a:spLocks noEditPoints="1"/>
            </p:cNvSpPr>
            <p:nvPr/>
          </p:nvSpPr>
          <p:spPr bwMode="auto">
            <a:xfrm>
              <a:off x="755650" y="852488"/>
              <a:ext cx="2344738" cy="2336800"/>
            </a:xfrm>
            <a:custGeom>
              <a:avLst/>
              <a:gdLst>
                <a:gd name="T0" fmla="*/ 325 w 3063"/>
                <a:gd name="T1" fmla="*/ 1531 h 3056"/>
                <a:gd name="T2" fmla="*/ 1531 w 3063"/>
                <a:gd name="T3" fmla="*/ 325 h 3056"/>
                <a:gd name="T4" fmla="*/ 2738 w 3063"/>
                <a:gd name="T5" fmla="*/ 1531 h 3056"/>
                <a:gd name="T6" fmla="*/ 1531 w 3063"/>
                <a:gd name="T7" fmla="*/ 2737 h 3056"/>
                <a:gd name="T8" fmla="*/ 325 w 3063"/>
                <a:gd name="T9" fmla="*/ 1531 h 3056"/>
                <a:gd name="T10" fmla="*/ 1291 w 3063"/>
                <a:gd name="T11" fmla="*/ 246 h 3056"/>
                <a:gd name="T12" fmla="*/ 1115 w 3063"/>
                <a:gd name="T13" fmla="*/ 57 h 3056"/>
                <a:gd name="T14" fmla="*/ 846 w 3063"/>
                <a:gd name="T15" fmla="*/ 162 h 3056"/>
                <a:gd name="T16" fmla="*/ 843 w 3063"/>
                <a:gd name="T17" fmla="*/ 419 h 3056"/>
                <a:gd name="T18" fmla="*/ 611 w 3063"/>
                <a:gd name="T19" fmla="*/ 307 h 3056"/>
                <a:gd name="T20" fmla="*/ 398 w 3063"/>
                <a:gd name="T21" fmla="*/ 502 h 3056"/>
                <a:gd name="T22" fmla="*/ 488 w 3063"/>
                <a:gd name="T23" fmla="*/ 743 h 3056"/>
                <a:gd name="T24" fmla="*/ 231 w 3063"/>
                <a:gd name="T25" fmla="*/ 722 h 3056"/>
                <a:gd name="T26" fmla="*/ 102 w 3063"/>
                <a:gd name="T27" fmla="*/ 981 h 3056"/>
                <a:gd name="T28" fmla="*/ 274 w 3063"/>
                <a:gd name="T29" fmla="*/ 1173 h 3056"/>
                <a:gd name="T30" fmla="*/ 27 w 3063"/>
                <a:gd name="T31" fmla="*/ 1247 h 3056"/>
                <a:gd name="T32" fmla="*/ 0 w 3063"/>
                <a:gd name="T33" fmla="*/ 1531 h 3056"/>
                <a:gd name="T34" fmla="*/ 0 w 3063"/>
                <a:gd name="T35" fmla="*/ 1535 h 3056"/>
                <a:gd name="T36" fmla="*/ 229 w 3063"/>
                <a:gd name="T37" fmla="*/ 1652 h 3056"/>
                <a:gd name="T38" fmla="*/ 26 w 3063"/>
                <a:gd name="T39" fmla="*/ 1809 h 3056"/>
                <a:gd name="T40" fmla="*/ 105 w 3063"/>
                <a:gd name="T41" fmla="*/ 2087 h 3056"/>
                <a:gd name="T42" fmla="*/ 361 w 3063"/>
                <a:gd name="T43" fmla="*/ 2114 h 3056"/>
                <a:gd name="T44" fmla="*/ 228 w 3063"/>
                <a:gd name="T45" fmla="*/ 2334 h 3056"/>
                <a:gd name="T46" fmla="*/ 402 w 3063"/>
                <a:gd name="T47" fmla="*/ 2565 h 3056"/>
                <a:gd name="T48" fmla="*/ 651 w 3063"/>
                <a:gd name="T49" fmla="*/ 2498 h 3056"/>
                <a:gd name="T50" fmla="*/ 606 w 3063"/>
                <a:gd name="T51" fmla="*/ 2751 h 3056"/>
                <a:gd name="T52" fmla="*/ 852 w 3063"/>
                <a:gd name="T53" fmla="*/ 2904 h 3056"/>
                <a:gd name="T54" fmla="*/ 1059 w 3063"/>
                <a:gd name="T55" fmla="*/ 2751 h 3056"/>
                <a:gd name="T56" fmla="*/ 1109 w 3063"/>
                <a:gd name="T57" fmla="*/ 3003 h 3056"/>
                <a:gd name="T58" fmla="*/ 1394 w 3063"/>
                <a:gd name="T59" fmla="*/ 3056 h 3056"/>
                <a:gd name="T60" fmla="*/ 1531 w 3063"/>
                <a:gd name="T61" fmla="*/ 2839 h 3056"/>
                <a:gd name="T62" fmla="*/ 1669 w 3063"/>
                <a:gd name="T63" fmla="*/ 3056 h 3056"/>
                <a:gd name="T64" fmla="*/ 1954 w 3063"/>
                <a:gd name="T65" fmla="*/ 3003 h 3056"/>
                <a:gd name="T66" fmla="*/ 2004 w 3063"/>
                <a:gd name="T67" fmla="*/ 2751 h 3056"/>
                <a:gd name="T68" fmla="*/ 2211 w 3063"/>
                <a:gd name="T69" fmla="*/ 2904 h 3056"/>
                <a:gd name="T70" fmla="*/ 2457 w 3063"/>
                <a:gd name="T71" fmla="*/ 2751 h 3056"/>
                <a:gd name="T72" fmla="*/ 2412 w 3063"/>
                <a:gd name="T73" fmla="*/ 2498 h 3056"/>
                <a:gd name="T74" fmla="*/ 2661 w 3063"/>
                <a:gd name="T75" fmla="*/ 2565 h 3056"/>
                <a:gd name="T76" fmla="*/ 2835 w 3063"/>
                <a:gd name="T77" fmla="*/ 2334 h 3056"/>
                <a:gd name="T78" fmla="*/ 2702 w 3063"/>
                <a:gd name="T79" fmla="*/ 2114 h 3056"/>
                <a:gd name="T80" fmla="*/ 2958 w 3063"/>
                <a:gd name="T81" fmla="*/ 2087 h 3056"/>
                <a:gd name="T82" fmla="*/ 3037 w 3063"/>
                <a:gd name="T83" fmla="*/ 1809 h 3056"/>
                <a:gd name="T84" fmla="*/ 2834 w 3063"/>
                <a:gd name="T85" fmla="*/ 1652 h 3056"/>
                <a:gd name="T86" fmla="*/ 3063 w 3063"/>
                <a:gd name="T87" fmla="*/ 1535 h 3056"/>
                <a:gd name="T88" fmla="*/ 3063 w 3063"/>
                <a:gd name="T89" fmla="*/ 1531 h 3056"/>
                <a:gd name="T90" fmla="*/ 3036 w 3063"/>
                <a:gd name="T91" fmla="*/ 1247 h 3056"/>
                <a:gd name="T92" fmla="*/ 2789 w 3063"/>
                <a:gd name="T93" fmla="*/ 1173 h 3056"/>
                <a:gd name="T94" fmla="*/ 2961 w 3063"/>
                <a:gd name="T95" fmla="*/ 981 h 3056"/>
                <a:gd name="T96" fmla="*/ 2832 w 3063"/>
                <a:gd name="T97" fmla="*/ 722 h 3056"/>
                <a:gd name="T98" fmla="*/ 2575 w 3063"/>
                <a:gd name="T99" fmla="*/ 743 h 3056"/>
                <a:gd name="T100" fmla="*/ 2665 w 3063"/>
                <a:gd name="T101" fmla="*/ 502 h 3056"/>
                <a:gd name="T102" fmla="*/ 2451 w 3063"/>
                <a:gd name="T103" fmla="*/ 307 h 3056"/>
                <a:gd name="T104" fmla="*/ 2220 w 3063"/>
                <a:gd name="T105" fmla="*/ 419 h 3056"/>
                <a:gd name="T106" fmla="*/ 2217 w 3063"/>
                <a:gd name="T107" fmla="*/ 162 h 3056"/>
                <a:gd name="T108" fmla="*/ 1948 w 3063"/>
                <a:gd name="T109" fmla="*/ 57 h 3056"/>
                <a:gd name="T110" fmla="*/ 1772 w 3063"/>
                <a:gd name="T111" fmla="*/ 246 h 3056"/>
                <a:gd name="T112" fmla="*/ 1676 w 3063"/>
                <a:gd name="T113" fmla="*/ 7 h 3056"/>
                <a:gd name="T114" fmla="*/ 1531 w 3063"/>
                <a:gd name="T115" fmla="*/ 0 h 3056"/>
                <a:gd name="T116" fmla="*/ 1387 w 3063"/>
                <a:gd name="T117" fmla="*/ 7 h 3056"/>
                <a:gd name="T118" fmla="*/ 1291 w 3063"/>
                <a:gd name="T119" fmla="*/ 246 h 3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63" h="3056">
                  <a:moveTo>
                    <a:pt x="325" y="1531"/>
                  </a:moveTo>
                  <a:cubicBezTo>
                    <a:pt x="325" y="865"/>
                    <a:pt x="865" y="325"/>
                    <a:pt x="1531" y="325"/>
                  </a:cubicBezTo>
                  <a:cubicBezTo>
                    <a:pt x="2198" y="325"/>
                    <a:pt x="2738" y="865"/>
                    <a:pt x="2738" y="1531"/>
                  </a:cubicBezTo>
                  <a:cubicBezTo>
                    <a:pt x="2738" y="2197"/>
                    <a:pt x="2198" y="2737"/>
                    <a:pt x="1531" y="2737"/>
                  </a:cubicBezTo>
                  <a:cubicBezTo>
                    <a:pt x="865" y="2737"/>
                    <a:pt x="325" y="2197"/>
                    <a:pt x="325" y="1531"/>
                  </a:cubicBezTo>
                  <a:close/>
                  <a:moveTo>
                    <a:pt x="1291" y="246"/>
                  </a:moveTo>
                  <a:cubicBezTo>
                    <a:pt x="1115" y="57"/>
                    <a:pt x="1115" y="57"/>
                    <a:pt x="1115" y="57"/>
                  </a:cubicBezTo>
                  <a:cubicBezTo>
                    <a:pt x="1022" y="84"/>
                    <a:pt x="932" y="119"/>
                    <a:pt x="846" y="162"/>
                  </a:cubicBezTo>
                  <a:cubicBezTo>
                    <a:pt x="843" y="419"/>
                    <a:pt x="843" y="419"/>
                    <a:pt x="843" y="419"/>
                  </a:cubicBezTo>
                  <a:cubicBezTo>
                    <a:pt x="611" y="307"/>
                    <a:pt x="611" y="307"/>
                    <a:pt x="611" y="307"/>
                  </a:cubicBezTo>
                  <a:cubicBezTo>
                    <a:pt x="534" y="365"/>
                    <a:pt x="463" y="431"/>
                    <a:pt x="398" y="502"/>
                  </a:cubicBezTo>
                  <a:cubicBezTo>
                    <a:pt x="488" y="743"/>
                    <a:pt x="488" y="743"/>
                    <a:pt x="488" y="743"/>
                  </a:cubicBezTo>
                  <a:cubicBezTo>
                    <a:pt x="231" y="722"/>
                    <a:pt x="231" y="722"/>
                    <a:pt x="231" y="722"/>
                  </a:cubicBezTo>
                  <a:cubicBezTo>
                    <a:pt x="181" y="804"/>
                    <a:pt x="137" y="890"/>
                    <a:pt x="102" y="981"/>
                  </a:cubicBezTo>
                  <a:cubicBezTo>
                    <a:pt x="274" y="1173"/>
                    <a:pt x="274" y="1173"/>
                    <a:pt x="274" y="1173"/>
                  </a:cubicBezTo>
                  <a:cubicBezTo>
                    <a:pt x="27" y="1247"/>
                    <a:pt x="27" y="1247"/>
                    <a:pt x="27" y="1247"/>
                  </a:cubicBezTo>
                  <a:cubicBezTo>
                    <a:pt x="9" y="1339"/>
                    <a:pt x="0" y="1434"/>
                    <a:pt x="0" y="1531"/>
                  </a:cubicBezTo>
                  <a:cubicBezTo>
                    <a:pt x="0" y="1532"/>
                    <a:pt x="0" y="1533"/>
                    <a:pt x="0" y="1535"/>
                  </a:cubicBezTo>
                  <a:cubicBezTo>
                    <a:pt x="229" y="1652"/>
                    <a:pt x="229" y="1652"/>
                    <a:pt x="229" y="1652"/>
                  </a:cubicBezTo>
                  <a:cubicBezTo>
                    <a:pt x="26" y="1809"/>
                    <a:pt x="26" y="1809"/>
                    <a:pt x="26" y="1809"/>
                  </a:cubicBezTo>
                  <a:cubicBezTo>
                    <a:pt x="43" y="1906"/>
                    <a:pt x="70" y="1999"/>
                    <a:pt x="105" y="2087"/>
                  </a:cubicBezTo>
                  <a:cubicBezTo>
                    <a:pt x="361" y="2114"/>
                    <a:pt x="361" y="2114"/>
                    <a:pt x="361" y="2114"/>
                  </a:cubicBezTo>
                  <a:cubicBezTo>
                    <a:pt x="228" y="2334"/>
                    <a:pt x="228" y="2334"/>
                    <a:pt x="228" y="2334"/>
                  </a:cubicBezTo>
                  <a:cubicBezTo>
                    <a:pt x="279" y="2417"/>
                    <a:pt x="337" y="2494"/>
                    <a:pt x="402" y="2565"/>
                  </a:cubicBezTo>
                  <a:cubicBezTo>
                    <a:pt x="651" y="2498"/>
                    <a:pt x="651" y="2498"/>
                    <a:pt x="651" y="2498"/>
                  </a:cubicBezTo>
                  <a:cubicBezTo>
                    <a:pt x="606" y="2751"/>
                    <a:pt x="606" y="2751"/>
                    <a:pt x="606" y="2751"/>
                  </a:cubicBezTo>
                  <a:cubicBezTo>
                    <a:pt x="683" y="2809"/>
                    <a:pt x="765" y="2860"/>
                    <a:pt x="852" y="2904"/>
                  </a:cubicBezTo>
                  <a:cubicBezTo>
                    <a:pt x="1059" y="2751"/>
                    <a:pt x="1059" y="2751"/>
                    <a:pt x="1059" y="2751"/>
                  </a:cubicBezTo>
                  <a:cubicBezTo>
                    <a:pt x="1109" y="3003"/>
                    <a:pt x="1109" y="3003"/>
                    <a:pt x="1109" y="3003"/>
                  </a:cubicBezTo>
                  <a:cubicBezTo>
                    <a:pt x="1201" y="3030"/>
                    <a:pt x="1296" y="3048"/>
                    <a:pt x="1394" y="3056"/>
                  </a:cubicBezTo>
                  <a:cubicBezTo>
                    <a:pt x="1531" y="2839"/>
                    <a:pt x="1531" y="2839"/>
                    <a:pt x="1531" y="2839"/>
                  </a:cubicBezTo>
                  <a:cubicBezTo>
                    <a:pt x="1669" y="3056"/>
                    <a:pt x="1669" y="3056"/>
                    <a:pt x="1669" y="3056"/>
                  </a:cubicBezTo>
                  <a:cubicBezTo>
                    <a:pt x="1767" y="3048"/>
                    <a:pt x="1862" y="3030"/>
                    <a:pt x="1954" y="3003"/>
                  </a:cubicBezTo>
                  <a:cubicBezTo>
                    <a:pt x="2004" y="2751"/>
                    <a:pt x="2004" y="2751"/>
                    <a:pt x="2004" y="2751"/>
                  </a:cubicBezTo>
                  <a:cubicBezTo>
                    <a:pt x="2211" y="2904"/>
                    <a:pt x="2211" y="2904"/>
                    <a:pt x="2211" y="2904"/>
                  </a:cubicBezTo>
                  <a:cubicBezTo>
                    <a:pt x="2298" y="2860"/>
                    <a:pt x="2380" y="2809"/>
                    <a:pt x="2457" y="2751"/>
                  </a:cubicBezTo>
                  <a:cubicBezTo>
                    <a:pt x="2412" y="2498"/>
                    <a:pt x="2412" y="2498"/>
                    <a:pt x="2412" y="2498"/>
                  </a:cubicBezTo>
                  <a:cubicBezTo>
                    <a:pt x="2661" y="2565"/>
                    <a:pt x="2661" y="2565"/>
                    <a:pt x="2661" y="2565"/>
                  </a:cubicBezTo>
                  <a:cubicBezTo>
                    <a:pt x="2726" y="2494"/>
                    <a:pt x="2784" y="2417"/>
                    <a:pt x="2835" y="2334"/>
                  </a:cubicBezTo>
                  <a:cubicBezTo>
                    <a:pt x="2702" y="2114"/>
                    <a:pt x="2702" y="2114"/>
                    <a:pt x="2702" y="2114"/>
                  </a:cubicBezTo>
                  <a:cubicBezTo>
                    <a:pt x="2958" y="2087"/>
                    <a:pt x="2958" y="2087"/>
                    <a:pt x="2958" y="2087"/>
                  </a:cubicBezTo>
                  <a:cubicBezTo>
                    <a:pt x="2993" y="1999"/>
                    <a:pt x="3020" y="1906"/>
                    <a:pt x="3037" y="1809"/>
                  </a:cubicBezTo>
                  <a:cubicBezTo>
                    <a:pt x="2834" y="1652"/>
                    <a:pt x="2834" y="1652"/>
                    <a:pt x="2834" y="1652"/>
                  </a:cubicBezTo>
                  <a:cubicBezTo>
                    <a:pt x="3063" y="1535"/>
                    <a:pt x="3063" y="1535"/>
                    <a:pt x="3063" y="1535"/>
                  </a:cubicBezTo>
                  <a:cubicBezTo>
                    <a:pt x="3063" y="1533"/>
                    <a:pt x="3063" y="1532"/>
                    <a:pt x="3063" y="1531"/>
                  </a:cubicBezTo>
                  <a:cubicBezTo>
                    <a:pt x="3063" y="1434"/>
                    <a:pt x="3054" y="1339"/>
                    <a:pt x="3036" y="1247"/>
                  </a:cubicBezTo>
                  <a:cubicBezTo>
                    <a:pt x="2789" y="1173"/>
                    <a:pt x="2789" y="1173"/>
                    <a:pt x="2789" y="1173"/>
                  </a:cubicBezTo>
                  <a:cubicBezTo>
                    <a:pt x="2961" y="981"/>
                    <a:pt x="2961" y="981"/>
                    <a:pt x="2961" y="981"/>
                  </a:cubicBezTo>
                  <a:cubicBezTo>
                    <a:pt x="2926" y="890"/>
                    <a:pt x="2883" y="804"/>
                    <a:pt x="2832" y="722"/>
                  </a:cubicBezTo>
                  <a:cubicBezTo>
                    <a:pt x="2575" y="743"/>
                    <a:pt x="2575" y="743"/>
                    <a:pt x="2575" y="743"/>
                  </a:cubicBezTo>
                  <a:cubicBezTo>
                    <a:pt x="2665" y="502"/>
                    <a:pt x="2665" y="502"/>
                    <a:pt x="2665" y="502"/>
                  </a:cubicBezTo>
                  <a:cubicBezTo>
                    <a:pt x="2600" y="431"/>
                    <a:pt x="2529" y="365"/>
                    <a:pt x="2451" y="307"/>
                  </a:cubicBezTo>
                  <a:cubicBezTo>
                    <a:pt x="2220" y="419"/>
                    <a:pt x="2220" y="419"/>
                    <a:pt x="2220" y="419"/>
                  </a:cubicBezTo>
                  <a:cubicBezTo>
                    <a:pt x="2217" y="162"/>
                    <a:pt x="2217" y="162"/>
                    <a:pt x="2217" y="162"/>
                  </a:cubicBezTo>
                  <a:cubicBezTo>
                    <a:pt x="2131" y="119"/>
                    <a:pt x="2041" y="84"/>
                    <a:pt x="1948" y="57"/>
                  </a:cubicBezTo>
                  <a:cubicBezTo>
                    <a:pt x="1772" y="246"/>
                    <a:pt x="1772" y="246"/>
                    <a:pt x="1772" y="246"/>
                  </a:cubicBezTo>
                  <a:cubicBezTo>
                    <a:pt x="1676" y="7"/>
                    <a:pt x="1676" y="7"/>
                    <a:pt x="1676" y="7"/>
                  </a:cubicBezTo>
                  <a:cubicBezTo>
                    <a:pt x="1628" y="2"/>
                    <a:pt x="1580" y="0"/>
                    <a:pt x="1531" y="0"/>
                  </a:cubicBezTo>
                  <a:cubicBezTo>
                    <a:pt x="1483" y="0"/>
                    <a:pt x="1435" y="2"/>
                    <a:pt x="1387" y="7"/>
                  </a:cubicBezTo>
                  <a:lnTo>
                    <a:pt x="1291" y="246"/>
                  </a:lnTo>
                  <a:close/>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5" name="Oval 6"/>
            <p:cNvSpPr>
              <a:spLocks noChangeArrowheads="1"/>
            </p:cNvSpPr>
            <p:nvPr/>
          </p:nvSpPr>
          <p:spPr bwMode="auto">
            <a:xfrm>
              <a:off x="1292225" y="1420813"/>
              <a:ext cx="1268413" cy="1241425"/>
            </a:xfrm>
            <a:prstGeom prst="ellipse">
              <a:avLst/>
            </a:prstGeom>
            <a:solidFill>
              <a:srgbClr val="FFFFFF"/>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7"/>
            <p:cNvSpPr>
              <a:spLocks noEditPoints="1"/>
            </p:cNvSpPr>
            <p:nvPr/>
          </p:nvSpPr>
          <p:spPr bwMode="auto">
            <a:xfrm>
              <a:off x="1295400" y="1473201"/>
              <a:ext cx="1263650" cy="1104900"/>
            </a:xfrm>
            <a:custGeom>
              <a:avLst/>
              <a:gdLst>
                <a:gd name="T0" fmla="*/ 1087 w 1650"/>
                <a:gd name="T1" fmla="*/ 1248 h 1445"/>
                <a:gd name="T2" fmla="*/ 1090 w 1650"/>
                <a:gd name="T3" fmla="*/ 1249 h 1445"/>
                <a:gd name="T4" fmla="*/ 1102 w 1650"/>
                <a:gd name="T5" fmla="*/ 1246 h 1445"/>
                <a:gd name="T6" fmla="*/ 1096 w 1650"/>
                <a:gd name="T7" fmla="*/ 1234 h 1445"/>
                <a:gd name="T8" fmla="*/ 1099 w 1650"/>
                <a:gd name="T9" fmla="*/ 1230 h 1445"/>
                <a:gd name="T10" fmla="*/ 1624 w 1650"/>
                <a:gd name="T11" fmla="*/ 904 h 1445"/>
                <a:gd name="T12" fmla="*/ 47 w 1650"/>
                <a:gd name="T13" fmla="*/ 668 h 1445"/>
                <a:gd name="T14" fmla="*/ 7 w 1650"/>
                <a:gd name="T15" fmla="*/ 643 h 1445"/>
                <a:gd name="T16" fmla="*/ 9 w 1650"/>
                <a:gd name="T17" fmla="*/ 747 h 1445"/>
                <a:gd name="T18" fmla="*/ 880 w 1650"/>
                <a:gd name="T19" fmla="*/ 583 h 1445"/>
                <a:gd name="T20" fmla="*/ 740 w 1650"/>
                <a:gd name="T21" fmla="*/ 410 h 1445"/>
                <a:gd name="T22" fmla="*/ 1216 w 1650"/>
                <a:gd name="T23" fmla="*/ 522 h 1445"/>
                <a:gd name="T24" fmla="*/ 1198 w 1650"/>
                <a:gd name="T25" fmla="*/ 507 h 1445"/>
                <a:gd name="T26" fmla="*/ 675 w 1650"/>
                <a:gd name="T27" fmla="*/ 509 h 1445"/>
                <a:gd name="T28" fmla="*/ 707 w 1650"/>
                <a:gd name="T29" fmla="*/ 504 h 1445"/>
                <a:gd name="T30" fmla="*/ 710 w 1650"/>
                <a:gd name="T31" fmla="*/ 501 h 1445"/>
                <a:gd name="T32" fmla="*/ 805 w 1650"/>
                <a:gd name="T33" fmla="*/ 478 h 1445"/>
                <a:gd name="T34" fmla="*/ 798 w 1650"/>
                <a:gd name="T35" fmla="*/ 478 h 1445"/>
                <a:gd name="T36" fmla="*/ 800 w 1650"/>
                <a:gd name="T37" fmla="*/ 478 h 1445"/>
                <a:gd name="T38" fmla="*/ 801 w 1650"/>
                <a:gd name="T39" fmla="*/ 478 h 1445"/>
                <a:gd name="T40" fmla="*/ 806 w 1650"/>
                <a:gd name="T41" fmla="*/ 443 h 1445"/>
                <a:gd name="T42" fmla="*/ 936 w 1650"/>
                <a:gd name="T43" fmla="*/ 312 h 1445"/>
                <a:gd name="T44" fmla="*/ 980 w 1650"/>
                <a:gd name="T45" fmla="*/ 289 h 1445"/>
                <a:gd name="T46" fmla="*/ 1002 w 1650"/>
                <a:gd name="T47" fmla="*/ 294 h 1445"/>
                <a:gd name="T48" fmla="*/ 1032 w 1650"/>
                <a:gd name="T49" fmla="*/ 228 h 1445"/>
                <a:gd name="T50" fmla="*/ 1031 w 1650"/>
                <a:gd name="T51" fmla="*/ 227 h 1445"/>
                <a:gd name="T52" fmla="*/ 878 w 1650"/>
                <a:gd name="T53" fmla="*/ 333 h 1445"/>
                <a:gd name="T54" fmla="*/ 1122 w 1650"/>
                <a:gd name="T55" fmla="*/ 486 h 1445"/>
                <a:gd name="T56" fmla="*/ 840 w 1650"/>
                <a:gd name="T57" fmla="*/ 120 h 1445"/>
                <a:gd name="T58" fmla="*/ 879 w 1650"/>
                <a:gd name="T59" fmla="*/ 104 h 1445"/>
                <a:gd name="T60" fmla="*/ 536 w 1650"/>
                <a:gd name="T61" fmla="*/ 202 h 1445"/>
                <a:gd name="T62" fmla="*/ 530 w 1650"/>
                <a:gd name="T63" fmla="*/ 201 h 1445"/>
                <a:gd name="T64" fmla="*/ 617 w 1650"/>
                <a:gd name="T65" fmla="*/ 160 h 1445"/>
                <a:gd name="T66" fmla="*/ 612 w 1650"/>
                <a:gd name="T67" fmla="*/ 188 h 1445"/>
                <a:gd name="T68" fmla="*/ 1073 w 1650"/>
                <a:gd name="T69" fmla="*/ 700 h 1445"/>
                <a:gd name="T70" fmla="*/ 611 w 1650"/>
                <a:gd name="T71" fmla="*/ 657 h 1445"/>
                <a:gd name="T72" fmla="*/ 1200 w 1650"/>
                <a:gd name="T73" fmla="*/ 560 h 1445"/>
                <a:gd name="T74" fmla="*/ 348 w 1650"/>
                <a:gd name="T75" fmla="*/ 148 h 1445"/>
                <a:gd name="T76" fmla="*/ 136 w 1650"/>
                <a:gd name="T77" fmla="*/ 348 h 1445"/>
                <a:gd name="T78" fmla="*/ 157 w 1650"/>
                <a:gd name="T79" fmla="*/ 360 h 1445"/>
                <a:gd name="T80" fmla="*/ 161 w 1650"/>
                <a:gd name="T81" fmla="*/ 364 h 1445"/>
                <a:gd name="T82" fmla="*/ 199 w 1650"/>
                <a:gd name="T83" fmla="*/ 261 h 1445"/>
                <a:gd name="T84" fmla="*/ 152 w 1650"/>
                <a:gd name="T85" fmla="*/ 328 h 1445"/>
                <a:gd name="T86" fmla="*/ 208 w 1650"/>
                <a:gd name="T87" fmla="*/ 217 h 1445"/>
                <a:gd name="T88" fmla="*/ 315 w 1650"/>
                <a:gd name="T89" fmla="*/ 239 h 1445"/>
                <a:gd name="T90" fmla="*/ 324 w 1650"/>
                <a:gd name="T91" fmla="*/ 235 h 1445"/>
                <a:gd name="T92" fmla="*/ 318 w 1650"/>
                <a:gd name="T93" fmla="*/ 109 h 1445"/>
                <a:gd name="T94" fmla="*/ 394 w 1650"/>
                <a:gd name="T95" fmla="*/ 64 h 1445"/>
                <a:gd name="T96" fmla="*/ 451 w 1650"/>
                <a:gd name="T97" fmla="*/ 27 h 1445"/>
                <a:gd name="T98" fmla="*/ 447 w 1650"/>
                <a:gd name="T99" fmla="*/ 55 h 1445"/>
                <a:gd name="T100" fmla="*/ 466 w 1650"/>
                <a:gd name="T101" fmla="*/ 72 h 1445"/>
                <a:gd name="T102" fmla="*/ 1387 w 1650"/>
                <a:gd name="T103" fmla="*/ 395 h 1445"/>
                <a:gd name="T104" fmla="*/ 1435 w 1650"/>
                <a:gd name="T105" fmla="*/ 253 h 1445"/>
                <a:gd name="T106" fmla="*/ 1187 w 1650"/>
                <a:gd name="T107" fmla="*/ 176 h 1445"/>
                <a:gd name="T108" fmla="*/ 1186 w 1650"/>
                <a:gd name="T109" fmla="*/ 177 h 1445"/>
                <a:gd name="T110" fmla="*/ 1183 w 1650"/>
                <a:gd name="T111" fmla="*/ 178 h 1445"/>
                <a:gd name="T112" fmla="*/ 1220 w 1650"/>
                <a:gd name="T113" fmla="*/ 55 h 1445"/>
                <a:gd name="T114" fmla="*/ 1169 w 1650"/>
                <a:gd name="T115" fmla="*/ 114 h 1445"/>
                <a:gd name="T116" fmla="*/ 1184 w 1650"/>
                <a:gd name="T117" fmla="*/ 119 h 1445"/>
                <a:gd name="T118" fmla="*/ 1211 w 1650"/>
                <a:gd name="T119" fmla="*/ 46 h 1445"/>
                <a:gd name="T120" fmla="*/ 1288 w 1650"/>
                <a:gd name="T121" fmla="*/ 452 h 1445"/>
                <a:gd name="T122" fmla="*/ 1114 w 1650"/>
                <a:gd name="T123" fmla="*/ 44 h 1445"/>
                <a:gd name="T124" fmla="*/ 526 w 1650"/>
                <a:gd name="T125" fmla="*/ 8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50" h="1445">
                  <a:moveTo>
                    <a:pt x="1237" y="1254"/>
                  </a:moveTo>
                  <a:cubicBezTo>
                    <a:pt x="1246" y="1246"/>
                    <a:pt x="1246" y="1246"/>
                    <a:pt x="1246" y="1246"/>
                  </a:cubicBezTo>
                  <a:cubicBezTo>
                    <a:pt x="1237" y="1254"/>
                    <a:pt x="1237" y="1254"/>
                    <a:pt x="1237" y="1254"/>
                  </a:cubicBezTo>
                  <a:moveTo>
                    <a:pt x="1246" y="1246"/>
                  </a:moveTo>
                  <a:cubicBezTo>
                    <a:pt x="1247" y="1244"/>
                    <a:pt x="1247" y="1241"/>
                    <a:pt x="1248" y="1239"/>
                  </a:cubicBezTo>
                  <a:cubicBezTo>
                    <a:pt x="1248" y="1218"/>
                    <a:pt x="1248" y="1218"/>
                    <a:pt x="1248" y="1218"/>
                  </a:cubicBezTo>
                  <a:cubicBezTo>
                    <a:pt x="1246" y="1219"/>
                    <a:pt x="1244" y="1219"/>
                    <a:pt x="1242" y="1220"/>
                  </a:cubicBezTo>
                  <a:cubicBezTo>
                    <a:pt x="1231" y="1235"/>
                    <a:pt x="1231" y="1235"/>
                    <a:pt x="1231" y="1235"/>
                  </a:cubicBezTo>
                  <a:cubicBezTo>
                    <a:pt x="1222" y="1244"/>
                    <a:pt x="1222" y="1244"/>
                    <a:pt x="1222" y="1244"/>
                  </a:cubicBezTo>
                  <a:cubicBezTo>
                    <a:pt x="1214" y="1252"/>
                    <a:pt x="1214" y="1252"/>
                    <a:pt x="1214" y="1252"/>
                  </a:cubicBezTo>
                  <a:cubicBezTo>
                    <a:pt x="1205" y="1260"/>
                    <a:pt x="1205" y="1260"/>
                    <a:pt x="1205" y="1260"/>
                  </a:cubicBezTo>
                  <a:cubicBezTo>
                    <a:pt x="1199" y="1261"/>
                    <a:pt x="1192" y="1262"/>
                    <a:pt x="1186" y="1263"/>
                  </a:cubicBezTo>
                  <a:cubicBezTo>
                    <a:pt x="1182" y="1275"/>
                    <a:pt x="1179" y="1286"/>
                    <a:pt x="1175" y="1297"/>
                  </a:cubicBezTo>
                  <a:cubicBezTo>
                    <a:pt x="1171" y="1307"/>
                    <a:pt x="1170" y="1309"/>
                    <a:pt x="1161" y="1317"/>
                  </a:cubicBezTo>
                  <a:cubicBezTo>
                    <a:pt x="1158" y="1319"/>
                    <a:pt x="1154" y="1322"/>
                    <a:pt x="1153" y="1325"/>
                  </a:cubicBezTo>
                  <a:cubicBezTo>
                    <a:pt x="1151" y="1333"/>
                    <a:pt x="1153" y="1345"/>
                    <a:pt x="1153" y="1354"/>
                  </a:cubicBezTo>
                  <a:cubicBezTo>
                    <a:pt x="1168" y="1348"/>
                    <a:pt x="1179" y="1344"/>
                    <a:pt x="1191" y="1332"/>
                  </a:cubicBezTo>
                  <a:cubicBezTo>
                    <a:pt x="1196" y="1328"/>
                    <a:pt x="1200" y="1319"/>
                    <a:pt x="1203" y="1315"/>
                  </a:cubicBezTo>
                  <a:cubicBezTo>
                    <a:pt x="1213" y="1296"/>
                    <a:pt x="1218" y="1290"/>
                    <a:pt x="1230" y="1276"/>
                  </a:cubicBezTo>
                  <a:cubicBezTo>
                    <a:pt x="1233" y="1269"/>
                    <a:pt x="1235" y="1261"/>
                    <a:pt x="1237" y="1254"/>
                  </a:cubicBezTo>
                  <a:cubicBezTo>
                    <a:pt x="1246" y="1246"/>
                    <a:pt x="1246" y="1246"/>
                    <a:pt x="1246" y="1246"/>
                  </a:cubicBezTo>
                  <a:moveTo>
                    <a:pt x="1205" y="1260"/>
                  </a:moveTo>
                  <a:cubicBezTo>
                    <a:pt x="1214" y="1252"/>
                    <a:pt x="1214" y="1252"/>
                    <a:pt x="1214" y="1252"/>
                  </a:cubicBezTo>
                  <a:cubicBezTo>
                    <a:pt x="1205" y="1260"/>
                    <a:pt x="1205" y="1260"/>
                    <a:pt x="1205" y="1260"/>
                  </a:cubicBezTo>
                  <a:moveTo>
                    <a:pt x="1222" y="1244"/>
                  </a:moveTo>
                  <a:cubicBezTo>
                    <a:pt x="1214" y="1252"/>
                    <a:pt x="1214" y="1252"/>
                    <a:pt x="1214" y="1252"/>
                  </a:cubicBezTo>
                  <a:cubicBezTo>
                    <a:pt x="1222" y="1244"/>
                    <a:pt x="1222" y="1244"/>
                    <a:pt x="1222" y="1244"/>
                  </a:cubicBezTo>
                  <a:moveTo>
                    <a:pt x="1231" y="1235"/>
                  </a:moveTo>
                  <a:cubicBezTo>
                    <a:pt x="1222" y="1244"/>
                    <a:pt x="1222" y="1244"/>
                    <a:pt x="1222" y="1244"/>
                  </a:cubicBezTo>
                  <a:cubicBezTo>
                    <a:pt x="1231" y="1235"/>
                    <a:pt x="1231" y="1235"/>
                    <a:pt x="1231" y="1235"/>
                  </a:cubicBezTo>
                  <a:moveTo>
                    <a:pt x="1242" y="1220"/>
                  </a:moveTo>
                  <a:cubicBezTo>
                    <a:pt x="1231" y="1235"/>
                    <a:pt x="1231" y="1235"/>
                    <a:pt x="1231" y="1235"/>
                  </a:cubicBezTo>
                  <a:cubicBezTo>
                    <a:pt x="1242" y="1220"/>
                    <a:pt x="1242" y="1220"/>
                    <a:pt x="1242" y="1220"/>
                  </a:cubicBezTo>
                  <a:cubicBezTo>
                    <a:pt x="1244" y="1219"/>
                    <a:pt x="1246" y="1219"/>
                    <a:pt x="1248" y="1218"/>
                  </a:cubicBezTo>
                  <a:cubicBezTo>
                    <a:pt x="1246" y="1219"/>
                    <a:pt x="1244" y="1219"/>
                    <a:pt x="1242" y="1220"/>
                  </a:cubicBezTo>
                  <a:moveTo>
                    <a:pt x="336" y="1197"/>
                  </a:moveTo>
                  <a:cubicBezTo>
                    <a:pt x="351" y="1166"/>
                    <a:pt x="351" y="1166"/>
                    <a:pt x="351" y="1166"/>
                  </a:cubicBezTo>
                  <a:cubicBezTo>
                    <a:pt x="351" y="1164"/>
                    <a:pt x="351" y="1164"/>
                    <a:pt x="351" y="1164"/>
                  </a:cubicBezTo>
                  <a:cubicBezTo>
                    <a:pt x="275" y="1148"/>
                    <a:pt x="209" y="1128"/>
                    <a:pt x="156" y="1105"/>
                  </a:cubicBezTo>
                  <a:cubicBezTo>
                    <a:pt x="195" y="1226"/>
                    <a:pt x="262" y="1327"/>
                    <a:pt x="350" y="1401"/>
                  </a:cubicBezTo>
                  <a:cubicBezTo>
                    <a:pt x="351" y="1401"/>
                    <a:pt x="352" y="1401"/>
                    <a:pt x="353" y="1402"/>
                  </a:cubicBezTo>
                  <a:cubicBezTo>
                    <a:pt x="351" y="1396"/>
                    <a:pt x="351" y="1396"/>
                    <a:pt x="351" y="1396"/>
                  </a:cubicBezTo>
                  <a:cubicBezTo>
                    <a:pt x="353" y="1402"/>
                    <a:pt x="353" y="1402"/>
                    <a:pt x="353" y="1402"/>
                  </a:cubicBezTo>
                  <a:cubicBezTo>
                    <a:pt x="355" y="1403"/>
                    <a:pt x="357" y="1404"/>
                    <a:pt x="360" y="1404"/>
                  </a:cubicBezTo>
                  <a:cubicBezTo>
                    <a:pt x="350" y="1393"/>
                    <a:pt x="350" y="1393"/>
                    <a:pt x="350" y="1393"/>
                  </a:cubicBezTo>
                  <a:cubicBezTo>
                    <a:pt x="329" y="1376"/>
                    <a:pt x="329" y="1376"/>
                    <a:pt x="329" y="1376"/>
                  </a:cubicBezTo>
                  <a:cubicBezTo>
                    <a:pt x="340" y="1380"/>
                    <a:pt x="340" y="1380"/>
                    <a:pt x="340" y="1380"/>
                  </a:cubicBezTo>
                  <a:cubicBezTo>
                    <a:pt x="342" y="1381"/>
                    <a:pt x="345" y="1381"/>
                    <a:pt x="347" y="1382"/>
                  </a:cubicBezTo>
                  <a:cubicBezTo>
                    <a:pt x="340" y="1369"/>
                    <a:pt x="340" y="1369"/>
                    <a:pt x="340" y="1369"/>
                  </a:cubicBezTo>
                  <a:cubicBezTo>
                    <a:pt x="339" y="1371"/>
                    <a:pt x="340" y="1373"/>
                    <a:pt x="340" y="1375"/>
                  </a:cubicBezTo>
                  <a:cubicBezTo>
                    <a:pt x="338" y="1375"/>
                    <a:pt x="336" y="1375"/>
                    <a:pt x="335" y="1374"/>
                  </a:cubicBezTo>
                  <a:cubicBezTo>
                    <a:pt x="329" y="1372"/>
                    <a:pt x="323" y="1370"/>
                    <a:pt x="318" y="1367"/>
                  </a:cubicBezTo>
                  <a:cubicBezTo>
                    <a:pt x="323" y="1370"/>
                    <a:pt x="329" y="1372"/>
                    <a:pt x="335" y="1374"/>
                  </a:cubicBezTo>
                  <a:cubicBezTo>
                    <a:pt x="337" y="1375"/>
                    <a:pt x="337" y="1375"/>
                    <a:pt x="337" y="1375"/>
                  </a:cubicBezTo>
                  <a:cubicBezTo>
                    <a:pt x="338" y="1375"/>
                    <a:pt x="338" y="1375"/>
                    <a:pt x="339" y="1376"/>
                  </a:cubicBezTo>
                  <a:cubicBezTo>
                    <a:pt x="341" y="1372"/>
                    <a:pt x="341" y="1372"/>
                    <a:pt x="333" y="1351"/>
                  </a:cubicBezTo>
                  <a:cubicBezTo>
                    <a:pt x="328" y="1337"/>
                    <a:pt x="328" y="1337"/>
                    <a:pt x="323" y="1330"/>
                  </a:cubicBezTo>
                  <a:cubicBezTo>
                    <a:pt x="324" y="1331"/>
                    <a:pt x="325" y="1333"/>
                    <a:pt x="326" y="1334"/>
                  </a:cubicBezTo>
                  <a:cubicBezTo>
                    <a:pt x="328" y="1337"/>
                    <a:pt x="328" y="1337"/>
                    <a:pt x="333" y="1351"/>
                  </a:cubicBezTo>
                  <a:cubicBezTo>
                    <a:pt x="333" y="1348"/>
                    <a:pt x="334" y="1345"/>
                    <a:pt x="335" y="1342"/>
                  </a:cubicBezTo>
                  <a:cubicBezTo>
                    <a:pt x="328" y="1331"/>
                    <a:pt x="328" y="1331"/>
                    <a:pt x="328" y="1331"/>
                  </a:cubicBezTo>
                  <a:cubicBezTo>
                    <a:pt x="326" y="1329"/>
                    <a:pt x="325" y="1327"/>
                    <a:pt x="324" y="1325"/>
                  </a:cubicBezTo>
                  <a:cubicBezTo>
                    <a:pt x="321" y="1321"/>
                    <a:pt x="318" y="1317"/>
                    <a:pt x="316" y="1313"/>
                  </a:cubicBezTo>
                  <a:cubicBezTo>
                    <a:pt x="323" y="1299"/>
                    <a:pt x="323" y="1299"/>
                    <a:pt x="323" y="1299"/>
                  </a:cubicBezTo>
                  <a:cubicBezTo>
                    <a:pt x="320" y="1299"/>
                    <a:pt x="316" y="1298"/>
                    <a:pt x="313" y="1297"/>
                  </a:cubicBezTo>
                  <a:cubicBezTo>
                    <a:pt x="313" y="1313"/>
                    <a:pt x="313" y="1313"/>
                    <a:pt x="313" y="1313"/>
                  </a:cubicBezTo>
                  <a:cubicBezTo>
                    <a:pt x="319" y="1324"/>
                    <a:pt x="319" y="1324"/>
                    <a:pt x="319" y="1324"/>
                  </a:cubicBezTo>
                  <a:cubicBezTo>
                    <a:pt x="313" y="1313"/>
                    <a:pt x="313" y="1313"/>
                    <a:pt x="313" y="1313"/>
                  </a:cubicBezTo>
                  <a:cubicBezTo>
                    <a:pt x="313" y="1297"/>
                    <a:pt x="313" y="1297"/>
                    <a:pt x="313" y="1297"/>
                  </a:cubicBezTo>
                  <a:cubicBezTo>
                    <a:pt x="316" y="1298"/>
                    <a:pt x="320" y="1299"/>
                    <a:pt x="323" y="1299"/>
                  </a:cubicBezTo>
                  <a:cubicBezTo>
                    <a:pt x="324" y="1300"/>
                    <a:pt x="326" y="1300"/>
                    <a:pt x="327" y="1301"/>
                  </a:cubicBezTo>
                  <a:cubicBezTo>
                    <a:pt x="328" y="1296"/>
                    <a:pt x="328" y="1296"/>
                    <a:pt x="328" y="1296"/>
                  </a:cubicBezTo>
                  <a:cubicBezTo>
                    <a:pt x="335" y="1298"/>
                    <a:pt x="342" y="1299"/>
                    <a:pt x="348" y="1301"/>
                  </a:cubicBezTo>
                  <a:cubicBezTo>
                    <a:pt x="337" y="1249"/>
                    <a:pt x="336" y="1244"/>
                    <a:pt x="333" y="1203"/>
                  </a:cubicBezTo>
                  <a:cubicBezTo>
                    <a:pt x="336" y="1197"/>
                    <a:pt x="336" y="1197"/>
                    <a:pt x="336" y="119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8"/>
                  </a:moveTo>
                  <a:cubicBezTo>
                    <a:pt x="1087" y="1247"/>
                    <a:pt x="1087" y="1247"/>
                    <a:pt x="1087" y="1247"/>
                  </a:cubicBezTo>
                  <a:cubicBezTo>
                    <a:pt x="1087" y="1247"/>
                    <a:pt x="1087" y="1247"/>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8" y="1248"/>
                    <a:pt x="1088" y="1248"/>
                    <a:pt x="1088" y="1248"/>
                  </a:cubicBezTo>
                  <a:cubicBezTo>
                    <a:pt x="1087" y="1248"/>
                    <a:pt x="1087" y="1248"/>
                    <a:pt x="1087"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9" y="1248"/>
                  </a:moveTo>
                  <a:cubicBezTo>
                    <a:pt x="1088" y="1248"/>
                    <a:pt x="1088" y="1248"/>
                    <a:pt x="1088" y="1248"/>
                  </a:cubicBezTo>
                  <a:cubicBezTo>
                    <a:pt x="1088" y="1248"/>
                    <a:pt x="1088"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90" y="1248"/>
                  </a:moveTo>
                  <a:cubicBezTo>
                    <a:pt x="1089" y="1248"/>
                    <a:pt x="1089" y="1248"/>
                    <a:pt x="1089" y="1248"/>
                  </a:cubicBezTo>
                  <a:cubicBezTo>
                    <a:pt x="1090" y="1248"/>
                    <a:pt x="1090" y="1248"/>
                    <a:pt x="1090" y="1248"/>
                  </a:cubicBezTo>
                  <a:moveTo>
                    <a:pt x="1090" y="1248"/>
                  </a:moveTo>
                  <a:cubicBezTo>
                    <a:pt x="1090" y="1249"/>
                    <a:pt x="1090" y="1249"/>
                    <a:pt x="1090" y="1249"/>
                  </a:cubicBezTo>
                  <a:cubicBezTo>
                    <a:pt x="1090" y="1249"/>
                    <a:pt x="1090" y="1249"/>
                    <a:pt x="1090" y="1248"/>
                  </a:cubicBezTo>
                  <a:moveTo>
                    <a:pt x="1090" y="1249"/>
                  </a:moveTo>
                  <a:cubicBezTo>
                    <a:pt x="1090" y="1249"/>
                    <a:pt x="1090" y="1249"/>
                    <a:pt x="1090" y="1249"/>
                  </a:cubicBezTo>
                  <a:cubicBezTo>
                    <a:pt x="1090" y="1249"/>
                    <a:pt x="1090" y="1249"/>
                    <a:pt x="1090" y="1249"/>
                  </a:cubicBezTo>
                  <a:moveTo>
                    <a:pt x="1090" y="1249"/>
                  </a:moveTo>
                  <a:cubicBezTo>
                    <a:pt x="1091" y="1249"/>
                    <a:pt x="1091" y="1249"/>
                    <a:pt x="1091" y="1249"/>
                  </a:cubicBezTo>
                  <a:cubicBezTo>
                    <a:pt x="1091" y="1249"/>
                    <a:pt x="1091" y="1249"/>
                    <a:pt x="1091" y="1249"/>
                  </a:cubicBezTo>
                  <a:moveTo>
                    <a:pt x="1091" y="1249"/>
                  </a:moveTo>
                  <a:cubicBezTo>
                    <a:pt x="1091" y="1250"/>
                    <a:pt x="1091" y="1250"/>
                    <a:pt x="1091" y="1250"/>
                  </a:cubicBezTo>
                  <a:cubicBezTo>
                    <a:pt x="1091" y="1249"/>
                    <a:pt x="1091" y="1249"/>
                    <a:pt x="1091" y="1249"/>
                  </a:cubicBezTo>
                  <a:moveTo>
                    <a:pt x="1091" y="1250"/>
                  </a:moveTo>
                  <a:cubicBezTo>
                    <a:pt x="1091" y="1250"/>
                    <a:pt x="1091" y="1250"/>
                    <a:pt x="1091" y="1250"/>
                  </a:cubicBezTo>
                  <a:cubicBezTo>
                    <a:pt x="1091" y="1250"/>
                    <a:pt x="1091" y="1250"/>
                    <a:pt x="1091" y="1250"/>
                  </a:cubicBezTo>
                  <a:moveTo>
                    <a:pt x="1091" y="1250"/>
                  </a:moveTo>
                  <a:cubicBezTo>
                    <a:pt x="1092" y="1251"/>
                    <a:pt x="1092" y="1251"/>
                    <a:pt x="1092" y="1251"/>
                  </a:cubicBezTo>
                  <a:cubicBezTo>
                    <a:pt x="1092" y="1251"/>
                    <a:pt x="1092" y="1251"/>
                    <a:pt x="1091" y="1250"/>
                  </a:cubicBezTo>
                  <a:moveTo>
                    <a:pt x="1092" y="1252"/>
                  </a:moveTo>
                  <a:cubicBezTo>
                    <a:pt x="1092" y="1252"/>
                    <a:pt x="1092" y="1252"/>
                    <a:pt x="1092" y="1251"/>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3" y="1252"/>
                    <a:pt x="1093" y="1252"/>
                    <a:pt x="1093" y="1252"/>
                  </a:cubicBezTo>
                  <a:cubicBezTo>
                    <a:pt x="1092" y="1252"/>
                    <a:pt x="1092" y="1252"/>
                    <a:pt x="1092" y="1252"/>
                  </a:cubicBezTo>
                  <a:moveTo>
                    <a:pt x="1093" y="1252"/>
                  </a:moveTo>
                  <a:cubicBezTo>
                    <a:pt x="1093" y="1252"/>
                    <a:pt x="1093" y="1252"/>
                    <a:pt x="1093" y="1252"/>
                  </a:cubicBezTo>
                  <a:cubicBezTo>
                    <a:pt x="1093" y="1252"/>
                    <a:pt x="1093" y="1252"/>
                    <a:pt x="1093" y="1252"/>
                  </a:cubicBezTo>
                  <a:moveTo>
                    <a:pt x="1093" y="1252"/>
                  </a:moveTo>
                  <a:cubicBezTo>
                    <a:pt x="1093" y="1252"/>
                    <a:pt x="1093" y="1252"/>
                    <a:pt x="1093" y="1252"/>
                  </a:cubicBezTo>
                  <a:cubicBezTo>
                    <a:pt x="1093" y="1252"/>
                    <a:pt x="1093" y="1252"/>
                    <a:pt x="1093" y="1252"/>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4"/>
                  </a:moveTo>
                  <a:cubicBezTo>
                    <a:pt x="1093" y="1253"/>
                    <a:pt x="1093" y="1253"/>
                    <a:pt x="1093" y="1253"/>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5"/>
                    <a:pt x="1093" y="1255"/>
                    <a:pt x="1093" y="1255"/>
                  </a:cubicBezTo>
                  <a:cubicBezTo>
                    <a:pt x="1093" y="1254"/>
                    <a:pt x="1093" y="1254"/>
                    <a:pt x="1093" y="1254"/>
                  </a:cubicBezTo>
                  <a:moveTo>
                    <a:pt x="1093" y="1255"/>
                  </a:moveTo>
                  <a:cubicBezTo>
                    <a:pt x="1093" y="1255"/>
                    <a:pt x="1093" y="1255"/>
                    <a:pt x="1093" y="1255"/>
                  </a:cubicBezTo>
                  <a:cubicBezTo>
                    <a:pt x="1093" y="1255"/>
                    <a:pt x="1093" y="1255"/>
                    <a:pt x="1093" y="1255"/>
                  </a:cubicBezTo>
                  <a:moveTo>
                    <a:pt x="1094" y="1255"/>
                  </a:moveTo>
                  <a:cubicBezTo>
                    <a:pt x="1093" y="1255"/>
                    <a:pt x="1093" y="1255"/>
                    <a:pt x="1093" y="1255"/>
                  </a:cubicBezTo>
                  <a:cubicBezTo>
                    <a:pt x="1094" y="1255"/>
                    <a:pt x="1094" y="1255"/>
                    <a:pt x="1094" y="1255"/>
                  </a:cubicBezTo>
                  <a:moveTo>
                    <a:pt x="1094" y="1255"/>
                  </a:moveTo>
                  <a:cubicBezTo>
                    <a:pt x="1101" y="1246"/>
                    <a:pt x="1101" y="1246"/>
                    <a:pt x="1101" y="1246"/>
                  </a:cubicBezTo>
                  <a:cubicBezTo>
                    <a:pt x="1099" y="1249"/>
                    <a:pt x="1096" y="1253"/>
                    <a:pt x="1094" y="1255"/>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2" y="1246"/>
                  </a:moveTo>
                  <a:cubicBezTo>
                    <a:pt x="1101" y="1246"/>
                    <a:pt x="1101" y="1246"/>
                    <a:pt x="1101"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cubicBezTo>
                    <a:pt x="1102" y="1246"/>
                    <a:pt x="1102" y="1246"/>
                    <a:pt x="1102" y="1246"/>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4"/>
                    <a:pt x="1096" y="1234"/>
                    <a:pt x="1096" y="1234"/>
                  </a:cubicBezTo>
                  <a:cubicBezTo>
                    <a:pt x="1096" y="1233"/>
                    <a:pt x="1096" y="1233"/>
                    <a:pt x="1096" y="1233"/>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7" y="1234"/>
                  </a:moveTo>
                  <a:cubicBezTo>
                    <a:pt x="1096" y="1234"/>
                    <a:pt x="1096" y="1234"/>
                    <a:pt x="1096" y="1234"/>
                  </a:cubicBezTo>
                  <a:cubicBezTo>
                    <a:pt x="1097" y="1234"/>
                    <a:pt x="1097" y="1234"/>
                    <a:pt x="1097" y="1234"/>
                  </a:cubicBezTo>
                  <a:moveTo>
                    <a:pt x="1097" y="1233"/>
                  </a:moveTo>
                  <a:cubicBezTo>
                    <a:pt x="1097" y="1233"/>
                    <a:pt x="1097" y="1233"/>
                    <a:pt x="1097" y="1234"/>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2"/>
                  </a:moveTo>
                  <a:cubicBezTo>
                    <a:pt x="1097" y="1233"/>
                    <a:pt x="1097" y="1233"/>
                    <a:pt x="1097" y="1233"/>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8" y="1232"/>
                  </a:moveTo>
                  <a:cubicBezTo>
                    <a:pt x="1098" y="1232"/>
                    <a:pt x="1098" y="1232"/>
                    <a:pt x="1097"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1"/>
                  </a:moveTo>
                  <a:cubicBezTo>
                    <a:pt x="1098" y="1231"/>
                    <a:pt x="1098" y="1231"/>
                    <a:pt x="1098" y="1232"/>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9" y="1231"/>
                  </a:moveTo>
                  <a:cubicBezTo>
                    <a:pt x="1099" y="1231"/>
                    <a:pt x="1099" y="1231"/>
                    <a:pt x="1098" y="1231"/>
                  </a:cubicBezTo>
                  <a:cubicBezTo>
                    <a:pt x="1099" y="1231"/>
                    <a:pt x="1099" y="1231"/>
                    <a:pt x="1099" y="1231"/>
                  </a:cubicBezTo>
                  <a:moveTo>
                    <a:pt x="1099" y="1230"/>
                  </a:moveTo>
                  <a:cubicBezTo>
                    <a:pt x="1099" y="1231"/>
                    <a:pt x="1099" y="1231"/>
                    <a:pt x="1099" y="1231"/>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29"/>
                  </a:moveTo>
                  <a:cubicBezTo>
                    <a:pt x="1099" y="1230"/>
                    <a:pt x="1099" y="1230"/>
                    <a:pt x="1099" y="1230"/>
                  </a:cubicBezTo>
                  <a:cubicBezTo>
                    <a:pt x="1099" y="1229"/>
                    <a:pt x="1099" y="1229"/>
                    <a:pt x="1099" y="1229"/>
                  </a:cubicBezTo>
                  <a:moveTo>
                    <a:pt x="1099" y="1229"/>
                  </a:moveTo>
                  <a:cubicBezTo>
                    <a:pt x="1099" y="1229"/>
                    <a:pt x="1099" y="1229"/>
                    <a:pt x="1099" y="1229"/>
                  </a:cubicBezTo>
                  <a:cubicBezTo>
                    <a:pt x="1099" y="1229"/>
                    <a:pt x="1099" y="1229"/>
                    <a:pt x="1099" y="1229"/>
                  </a:cubicBezTo>
                  <a:moveTo>
                    <a:pt x="1100" y="1229"/>
                  </a:moveTo>
                  <a:cubicBezTo>
                    <a:pt x="1100" y="1229"/>
                    <a:pt x="1100" y="1229"/>
                    <a:pt x="1099" y="1229"/>
                  </a:cubicBezTo>
                  <a:cubicBezTo>
                    <a:pt x="1100" y="1229"/>
                    <a:pt x="1100" y="1229"/>
                    <a:pt x="1100" y="1229"/>
                  </a:cubicBezTo>
                  <a:moveTo>
                    <a:pt x="1100" y="1229"/>
                  </a:moveTo>
                  <a:cubicBezTo>
                    <a:pt x="1100" y="1229"/>
                    <a:pt x="1100" y="1229"/>
                    <a:pt x="1100" y="1229"/>
                  </a:cubicBezTo>
                  <a:cubicBezTo>
                    <a:pt x="1100" y="1229"/>
                    <a:pt x="1100" y="1229"/>
                    <a:pt x="1100" y="1229"/>
                  </a:cubicBezTo>
                  <a:moveTo>
                    <a:pt x="1100" y="1228"/>
                  </a:moveTo>
                  <a:cubicBezTo>
                    <a:pt x="1100" y="1228"/>
                    <a:pt x="1100" y="1228"/>
                    <a:pt x="1100" y="1229"/>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7"/>
                  </a:moveTo>
                  <a:cubicBezTo>
                    <a:pt x="1100" y="1228"/>
                    <a:pt x="1100" y="1228"/>
                    <a:pt x="1100" y="1228"/>
                  </a:cubicBezTo>
                  <a:cubicBezTo>
                    <a:pt x="1100" y="1227"/>
                    <a:pt x="1100" y="1227"/>
                    <a:pt x="1100" y="1227"/>
                  </a:cubicBezTo>
                  <a:moveTo>
                    <a:pt x="1101" y="1227"/>
                  </a:moveTo>
                  <a:cubicBezTo>
                    <a:pt x="1101" y="1227"/>
                    <a:pt x="1101" y="1227"/>
                    <a:pt x="1100" y="1227"/>
                  </a:cubicBezTo>
                  <a:cubicBezTo>
                    <a:pt x="1101" y="1227"/>
                    <a:pt x="1101" y="1227"/>
                    <a:pt x="1101" y="1227"/>
                  </a:cubicBezTo>
                  <a:moveTo>
                    <a:pt x="1101" y="1226"/>
                  </a:moveTo>
                  <a:cubicBezTo>
                    <a:pt x="1101" y="1227"/>
                    <a:pt x="1101" y="1227"/>
                    <a:pt x="1101" y="1227"/>
                  </a:cubicBezTo>
                  <a:cubicBezTo>
                    <a:pt x="1101" y="1226"/>
                    <a:pt x="1101" y="1226"/>
                    <a:pt x="1101" y="1226"/>
                  </a:cubicBezTo>
                  <a:moveTo>
                    <a:pt x="1101" y="1226"/>
                  </a:moveTo>
                  <a:cubicBezTo>
                    <a:pt x="1101" y="1226"/>
                    <a:pt x="1101" y="1226"/>
                    <a:pt x="1101" y="1226"/>
                  </a:cubicBezTo>
                  <a:cubicBezTo>
                    <a:pt x="1101" y="1226"/>
                    <a:pt x="1101" y="1226"/>
                    <a:pt x="1101" y="1226"/>
                  </a:cubicBezTo>
                  <a:moveTo>
                    <a:pt x="1101" y="1226"/>
                  </a:moveTo>
                  <a:cubicBezTo>
                    <a:pt x="1101" y="1226"/>
                    <a:pt x="1101" y="1226"/>
                    <a:pt x="1101" y="1226"/>
                  </a:cubicBezTo>
                  <a:cubicBezTo>
                    <a:pt x="1101" y="1226"/>
                    <a:pt x="1101" y="1226"/>
                    <a:pt x="1101" y="1226"/>
                  </a:cubicBezTo>
                  <a:moveTo>
                    <a:pt x="1144" y="1268"/>
                  </a:moveTo>
                  <a:cubicBezTo>
                    <a:pt x="1149" y="1249"/>
                    <a:pt x="1155" y="1223"/>
                    <a:pt x="1159" y="1203"/>
                  </a:cubicBezTo>
                  <a:cubicBezTo>
                    <a:pt x="1156" y="1189"/>
                    <a:pt x="1156" y="1189"/>
                    <a:pt x="1156" y="1189"/>
                  </a:cubicBezTo>
                  <a:cubicBezTo>
                    <a:pt x="1121" y="1193"/>
                    <a:pt x="1086" y="1197"/>
                    <a:pt x="1050" y="1200"/>
                  </a:cubicBezTo>
                  <a:cubicBezTo>
                    <a:pt x="987" y="1205"/>
                    <a:pt x="923" y="1208"/>
                    <a:pt x="859" y="1209"/>
                  </a:cubicBezTo>
                  <a:cubicBezTo>
                    <a:pt x="859" y="1214"/>
                    <a:pt x="859" y="1218"/>
                    <a:pt x="859" y="1224"/>
                  </a:cubicBezTo>
                  <a:cubicBezTo>
                    <a:pt x="859" y="1229"/>
                    <a:pt x="859" y="1234"/>
                    <a:pt x="859" y="1239"/>
                  </a:cubicBezTo>
                  <a:cubicBezTo>
                    <a:pt x="858" y="1252"/>
                    <a:pt x="845" y="1261"/>
                    <a:pt x="844" y="1275"/>
                  </a:cubicBezTo>
                  <a:cubicBezTo>
                    <a:pt x="843" y="1282"/>
                    <a:pt x="843" y="1289"/>
                    <a:pt x="843" y="1296"/>
                  </a:cubicBezTo>
                  <a:cubicBezTo>
                    <a:pt x="844" y="1313"/>
                    <a:pt x="846" y="1322"/>
                    <a:pt x="865" y="1347"/>
                  </a:cubicBezTo>
                  <a:cubicBezTo>
                    <a:pt x="875" y="1361"/>
                    <a:pt x="873" y="1379"/>
                    <a:pt x="878" y="1394"/>
                  </a:cubicBezTo>
                  <a:cubicBezTo>
                    <a:pt x="882" y="1405"/>
                    <a:pt x="884" y="1409"/>
                    <a:pt x="887" y="1416"/>
                  </a:cubicBezTo>
                  <a:cubicBezTo>
                    <a:pt x="898" y="1440"/>
                    <a:pt x="906" y="1442"/>
                    <a:pt x="909" y="1442"/>
                  </a:cubicBezTo>
                  <a:cubicBezTo>
                    <a:pt x="921" y="1442"/>
                    <a:pt x="933" y="1442"/>
                    <a:pt x="945" y="1441"/>
                  </a:cubicBezTo>
                  <a:cubicBezTo>
                    <a:pt x="977" y="1437"/>
                    <a:pt x="1008" y="1413"/>
                    <a:pt x="1023" y="1398"/>
                  </a:cubicBezTo>
                  <a:cubicBezTo>
                    <a:pt x="1033" y="1390"/>
                    <a:pt x="1036" y="1376"/>
                    <a:pt x="1045" y="1367"/>
                  </a:cubicBezTo>
                  <a:cubicBezTo>
                    <a:pt x="1054" y="1359"/>
                    <a:pt x="1068" y="1360"/>
                    <a:pt x="1075" y="1350"/>
                  </a:cubicBezTo>
                  <a:cubicBezTo>
                    <a:pt x="1079" y="1343"/>
                    <a:pt x="1079" y="1343"/>
                    <a:pt x="1079" y="1316"/>
                  </a:cubicBezTo>
                  <a:cubicBezTo>
                    <a:pt x="1099" y="1302"/>
                    <a:pt x="1131" y="1288"/>
                    <a:pt x="1144" y="1268"/>
                  </a:cubicBezTo>
                  <a:moveTo>
                    <a:pt x="1607" y="1008"/>
                  </a:moveTo>
                  <a:cubicBezTo>
                    <a:pt x="1610" y="1001"/>
                    <a:pt x="1610" y="1001"/>
                    <a:pt x="1610" y="1001"/>
                  </a:cubicBezTo>
                  <a:cubicBezTo>
                    <a:pt x="1605" y="1010"/>
                    <a:pt x="1605" y="1010"/>
                    <a:pt x="1605" y="1010"/>
                  </a:cubicBezTo>
                  <a:cubicBezTo>
                    <a:pt x="1607" y="1008"/>
                    <a:pt x="1607" y="1008"/>
                    <a:pt x="1607" y="1008"/>
                  </a:cubicBezTo>
                  <a:moveTo>
                    <a:pt x="1610" y="1001"/>
                  </a:moveTo>
                  <a:cubicBezTo>
                    <a:pt x="1615" y="985"/>
                    <a:pt x="1615" y="985"/>
                    <a:pt x="1615" y="985"/>
                  </a:cubicBezTo>
                  <a:cubicBezTo>
                    <a:pt x="1613" y="988"/>
                    <a:pt x="1612" y="992"/>
                    <a:pt x="1610" y="994"/>
                  </a:cubicBezTo>
                  <a:cubicBezTo>
                    <a:pt x="1614" y="978"/>
                    <a:pt x="1619" y="960"/>
                    <a:pt x="1623" y="942"/>
                  </a:cubicBezTo>
                  <a:cubicBezTo>
                    <a:pt x="1621" y="933"/>
                    <a:pt x="1621" y="933"/>
                    <a:pt x="1621" y="933"/>
                  </a:cubicBezTo>
                  <a:cubicBezTo>
                    <a:pt x="1621" y="930"/>
                    <a:pt x="1622" y="927"/>
                    <a:pt x="1622" y="924"/>
                  </a:cubicBezTo>
                  <a:cubicBezTo>
                    <a:pt x="1622" y="917"/>
                    <a:pt x="1622" y="917"/>
                    <a:pt x="1622" y="917"/>
                  </a:cubicBezTo>
                  <a:cubicBezTo>
                    <a:pt x="1621" y="912"/>
                    <a:pt x="1621" y="912"/>
                    <a:pt x="1621" y="912"/>
                  </a:cubicBezTo>
                  <a:cubicBezTo>
                    <a:pt x="1622" y="904"/>
                    <a:pt x="1622" y="904"/>
                    <a:pt x="1622" y="904"/>
                  </a:cubicBezTo>
                  <a:cubicBezTo>
                    <a:pt x="1618" y="893"/>
                    <a:pt x="1614" y="879"/>
                    <a:pt x="1610" y="869"/>
                  </a:cubicBezTo>
                  <a:cubicBezTo>
                    <a:pt x="1611" y="896"/>
                    <a:pt x="1612" y="932"/>
                    <a:pt x="1610" y="959"/>
                  </a:cubicBezTo>
                  <a:cubicBezTo>
                    <a:pt x="1610" y="968"/>
                    <a:pt x="1611" y="980"/>
                    <a:pt x="1610" y="988"/>
                  </a:cubicBezTo>
                  <a:cubicBezTo>
                    <a:pt x="1610" y="980"/>
                    <a:pt x="1611" y="968"/>
                    <a:pt x="1610" y="959"/>
                  </a:cubicBezTo>
                  <a:cubicBezTo>
                    <a:pt x="1610" y="972"/>
                    <a:pt x="1609" y="990"/>
                    <a:pt x="1607" y="1003"/>
                  </a:cubicBezTo>
                  <a:cubicBezTo>
                    <a:pt x="1605" y="1010"/>
                    <a:pt x="1605" y="1010"/>
                    <a:pt x="1605" y="1010"/>
                  </a:cubicBezTo>
                  <a:cubicBezTo>
                    <a:pt x="1610" y="1001"/>
                    <a:pt x="1610" y="1001"/>
                    <a:pt x="1610" y="1001"/>
                  </a:cubicBezTo>
                  <a:moveTo>
                    <a:pt x="1640" y="885"/>
                  </a:moveTo>
                  <a:cubicBezTo>
                    <a:pt x="1643" y="859"/>
                    <a:pt x="1648" y="826"/>
                    <a:pt x="1650" y="800"/>
                  </a:cubicBezTo>
                  <a:cubicBezTo>
                    <a:pt x="1650" y="800"/>
                    <a:pt x="1650" y="801"/>
                    <a:pt x="1650" y="801"/>
                  </a:cubicBezTo>
                  <a:cubicBezTo>
                    <a:pt x="1648" y="826"/>
                    <a:pt x="1643" y="860"/>
                    <a:pt x="1638" y="885"/>
                  </a:cubicBezTo>
                  <a:cubicBezTo>
                    <a:pt x="1638" y="879"/>
                    <a:pt x="1638" y="879"/>
                    <a:pt x="1638" y="879"/>
                  </a:cubicBezTo>
                  <a:cubicBezTo>
                    <a:pt x="1631" y="916"/>
                    <a:pt x="1631" y="916"/>
                    <a:pt x="1631" y="916"/>
                  </a:cubicBezTo>
                  <a:cubicBezTo>
                    <a:pt x="1631" y="920"/>
                    <a:pt x="1631" y="920"/>
                    <a:pt x="1631" y="920"/>
                  </a:cubicBezTo>
                  <a:cubicBezTo>
                    <a:pt x="1633" y="912"/>
                    <a:pt x="1634" y="904"/>
                    <a:pt x="1636" y="897"/>
                  </a:cubicBezTo>
                  <a:cubicBezTo>
                    <a:pt x="1635" y="898"/>
                    <a:pt x="1635" y="899"/>
                    <a:pt x="1635" y="900"/>
                  </a:cubicBezTo>
                  <a:cubicBezTo>
                    <a:pt x="1631" y="924"/>
                    <a:pt x="1631" y="924"/>
                    <a:pt x="1630" y="931"/>
                  </a:cubicBezTo>
                  <a:cubicBezTo>
                    <a:pt x="1640" y="885"/>
                    <a:pt x="1640" y="885"/>
                    <a:pt x="1640" y="885"/>
                  </a:cubicBezTo>
                  <a:moveTo>
                    <a:pt x="1622" y="917"/>
                  </a:moveTo>
                  <a:cubicBezTo>
                    <a:pt x="1622" y="924"/>
                    <a:pt x="1622" y="924"/>
                    <a:pt x="1622" y="924"/>
                  </a:cubicBezTo>
                  <a:cubicBezTo>
                    <a:pt x="1622" y="917"/>
                    <a:pt x="1622" y="917"/>
                    <a:pt x="1622" y="917"/>
                  </a:cubicBezTo>
                  <a:moveTo>
                    <a:pt x="1624" y="904"/>
                  </a:moveTo>
                  <a:cubicBezTo>
                    <a:pt x="1627" y="904"/>
                    <a:pt x="1627" y="904"/>
                    <a:pt x="1627" y="904"/>
                  </a:cubicBezTo>
                  <a:cubicBezTo>
                    <a:pt x="1632" y="853"/>
                    <a:pt x="1632" y="853"/>
                    <a:pt x="1632" y="853"/>
                  </a:cubicBezTo>
                  <a:cubicBezTo>
                    <a:pt x="1628" y="839"/>
                    <a:pt x="1628" y="839"/>
                    <a:pt x="1628" y="839"/>
                  </a:cubicBezTo>
                  <a:cubicBezTo>
                    <a:pt x="1628" y="840"/>
                    <a:pt x="1627" y="841"/>
                    <a:pt x="1627" y="842"/>
                  </a:cubicBezTo>
                  <a:cubicBezTo>
                    <a:pt x="1625" y="835"/>
                    <a:pt x="1625" y="835"/>
                    <a:pt x="1625" y="835"/>
                  </a:cubicBezTo>
                  <a:cubicBezTo>
                    <a:pt x="1624" y="835"/>
                    <a:pt x="1624" y="836"/>
                    <a:pt x="1623" y="837"/>
                  </a:cubicBezTo>
                  <a:cubicBezTo>
                    <a:pt x="1624" y="869"/>
                    <a:pt x="1624" y="869"/>
                    <a:pt x="1624" y="869"/>
                  </a:cubicBezTo>
                  <a:cubicBezTo>
                    <a:pt x="1624" y="873"/>
                    <a:pt x="1624" y="876"/>
                    <a:pt x="1623" y="879"/>
                  </a:cubicBezTo>
                  <a:cubicBezTo>
                    <a:pt x="1625" y="900"/>
                    <a:pt x="1625" y="900"/>
                    <a:pt x="1625" y="900"/>
                  </a:cubicBezTo>
                  <a:cubicBezTo>
                    <a:pt x="1627" y="890"/>
                    <a:pt x="1627" y="890"/>
                    <a:pt x="1627" y="890"/>
                  </a:cubicBezTo>
                  <a:cubicBezTo>
                    <a:pt x="1625" y="900"/>
                    <a:pt x="1625" y="900"/>
                    <a:pt x="1625" y="900"/>
                  </a:cubicBezTo>
                  <a:cubicBezTo>
                    <a:pt x="1623" y="879"/>
                    <a:pt x="1623" y="879"/>
                    <a:pt x="1623" y="879"/>
                  </a:cubicBezTo>
                  <a:cubicBezTo>
                    <a:pt x="1622" y="904"/>
                    <a:pt x="1622" y="904"/>
                    <a:pt x="1622" y="904"/>
                  </a:cubicBezTo>
                  <a:cubicBezTo>
                    <a:pt x="1621" y="912"/>
                    <a:pt x="1621" y="912"/>
                    <a:pt x="1621" y="912"/>
                  </a:cubicBezTo>
                  <a:cubicBezTo>
                    <a:pt x="1622" y="917"/>
                    <a:pt x="1622" y="917"/>
                    <a:pt x="1622" y="917"/>
                  </a:cubicBezTo>
                  <a:cubicBezTo>
                    <a:pt x="1622" y="909"/>
                    <a:pt x="1622" y="909"/>
                    <a:pt x="1622" y="909"/>
                  </a:cubicBezTo>
                  <a:cubicBezTo>
                    <a:pt x="1624" y="904"/>
                    <a:pt x="1624" y="904"/>
                    <a:pt x="1624" y="904"/>
                  </a:cubicBezTo>
                  <a:moveTo>
                    <a:pt x="1532" y="904"/>
                  </a:moveTo>
                  <a:cubicBezTo>
                    <a:pt x="1545" y="907"/>
                    <a:pt x="1545" y="907"/>
                    <a:pt x="1545" y="907"/>
                  </a:cubicBezTo>
                  <a:cubicBezTo>
                    <a:pt x="1541" y="882"/>
                    <a:pt x="1541" y="882"/>
                    <a:pt x="1541" y="882"/>
                  </a:cubicBezTo>
                  <a:cubicBezTo>
                    <a:pt x="1541" y="876"/>
                    <a:pt x="1542" y="870"/>
                    <a:pt x="1542" y="863"/>
                  </a:cubicBezTo>
                  <a:cubicBezTo>
                    <a:pt x="1539" y="865"/>
                    <a:pt x="1536" y="866"/>
                    <a:pt x="1533" y="867"/>
                  </a:cubicBezTo>
                  <a:cubicBezTo>
                    <a:pt x="1533" y="880"/>
                    <a:pt x="1533" y="892"/>
                    <a:pt x="1532" y="904"/>
                  </a:cubicBezTo>
                  <a:cubicBezTo>
                    <a:pt x="1535" y="903"/>
                    <a:pt x="1538" y="902"/>
                    <a:pt x="1540" y="901"/>
                  </a:cubicBezTo>
                  <a:cubicBezTo>
                    <a:pt x="1538" y="902"/>
                    <a:pt x="1535" y="903"/>
                    <a:pt x="1532" y="904"/>
                  </a:cubicBezTo>
                  <a:moveTo>
                    <a:pt x="1625" y="835"/>
                  </a:moveTo>
                  <a:cubicBezTo>
                    <a:pt x="1625" y="828"/>
                    <a:pt x="1625" y="822"/>
                    <a:pt x="1625" y="816"/>
                  </a:cubicBezTo>
                  <a:cubicBezTo>
                    <a:pt x="1624" y="808"/>
                    <a:pt x="1624" y="808"/>
                    <a:pt x="1624" y="808"/>
                  </a:cubicBezTo>
                  <a:cubicBezTo>
                    <a:pt x="1621" y="829"/>
                    <a:pt x="1621" y="829"/>
                    <a:pt x="1621" y="829"/>
                  </a:cubicBezTo>
                  <a:cubicBezTo>
                    <a:pt x="1623" y="837"/>
                    <a:pt x="1623" y="837"/>
                    <a:pt x="1623" y="837"/>
                  </a:cubicBezTo>
                  <a:cubicBezTo>
                    <a:pt x="1624" y="836"/>
                    <a:pt x="1624" y="835"/>
                    <a:pt x="1625" y="835"/>
                  </a:cubicBezTo>
                  <a:moveTo>
                    <a:pt x="56" y="823"/>
                  </a:moveTo>
                  <a:cubicBezTo>
                    <a:pt x="60" y="806"/>
                    <a:pt x="60" y="806"/>
                    <a:pt x="60" y="806"/>
                  </a:cubicBezTo>
                  <a:cubicBezTo>
                    <a:pt x="57" y="783"/>
                    <a:pt x="57" y="783"/>
                    <a:pt x="57" y="783"/>
                  </a:cubicBezTo>
                  <a:cubicBezTo>
                    <a:pt x="50" y="800"/>
                    <a:pt x="50" y="800"/>
                    <a:pt x="50" y="800"/>
                  </a:cubicBezTo>
                  <a:cubicBezTo>
                    <a:pt x="53" y="830"/>
                    <a:pt x="53" y="830"/>
                    <a:pt x="53" y="830"/>
                  </a:cubicBezTo>
                  <a:cubicBezTo>
                    <a:pt x="56" y="823"/>
                    <a:pt x="56" y="823"/>
                    <a:pt x="56" y="823"/>
                  </a:cubicBezTo>
                  <a:moveTo>
                    <a:pt x="1499" y="843"/>
                  </a:moveTo>
                  <a:cubicBezTo>
                    <a:pt x="1507" y="850"/>
                    <a:pt x="1507" y="850"/>
                    <a:pt x="1507" y="850"/>
                  </a:cubicBezTo>
                  <a:cubicBezTo>
                    <a:pt x="1497" y="826"/>
                    <a:pt x="1497" y="826"/>
                    <a:pt x="1497" y="826"/>
                  </a:cubicBezTo>
                  <a:cubicBezTo>
                    <a:pt x="1499" y="843"/>
                    <a:pt x="1499" y="843"/>
                    <a:pt x="1499" y="843"/>
                  </a:cubicBezTo>
                  <a:moveTo>
                    <a:pt x="1624" y="748"/>
                  </a:moveTo>
                  <a:cubicBezTo>
                    <a:pt x="1628" y="758"/>
                    <a:pt x="1634" y="772"/>
                    <a:pt x="1638" y="782"/>
                  </a:cubicBezTo>
                  <a:cubicBezTo>
                    <a:pt x="1634" y="769"/>
                    <a:pt x="1629" y="751"/>
                    <a:pt x="1623" y="738"/>
                  </a:cubicBezTo>
                  <a:cubicBezTo>
                    <a:pt x="1621" y="773"/>
                    <a:pt x="1621" y="773"/>
                    <a:pt x="1621" y="773"/>
                  </a:cubicBezTo>
                  <a:cubicBezTo>
                    <a:pt x="1621" y="784"/>
                    <a:pt x="1621" y="790"/>
                    <a:pt x="1620" y="808"/>
                  </a:cubicBezTo>
                  <a:cubicBezTo>
                    <a:pt x="1619" y="820"/>
                    <a:pt x="1619" y="823"/>
                    <a:pt x="1621" y="829"/>
                  </a:cubicBezTo>
                  <a:cubicBezTo>
                    <a:pt x="1621" y="823"/>
                    <a:pt x="1623" y="815"/>
                    <a:pt x="1624" y="808"/>
                  </a:cubicBezTo>
                  <a:cubicBezTo>
                    <a:pt x="1624" y="748"/>
                    <a:pt x="1624" y="748"/>
                    <a:pt x="1624" y="748"/>
                  </a:cubicBezTo>
                  <a:moveTo>
                    <a:pt x="1612" y="722"/>
                  </a:moveTo>
                  <a:cubicBezTo>
                    <a:pt x="1616" y="738"/>
                    <a:pt x="1616" y="738"/>
                    <a:pt x="1616" y="738"/>
                  </a:cubicBezTo>
                  <a:cubicBezTo>
                    <a:pt x="1609" y="711"/>
                    <a:pt x="1609" y="711"/>
                    <a:pt x="1609" y="711"/>
                  </a:cubicBezTo>
                  <a:cubicBezTo>
                    <a:pt x="1607" y="725"/>
                    <a:pt x="1607" y="725"/>
                    <a:pt x="1607" y="725"/>
                  </a:cubicBezTo>
                  <a:cubicBezTo>
                    <a:pt x="1612" y="722"/>
                    <a:pt x="1612" y="722"/>
                    <a:pt x="1612" y="722"/>
                  </a:cubicBezTo>
                  <a:moveTo>
                    <a:pt x="41" y="702"/>
                  </a:moveTo>
                  <a:cubicBezTo>
                    <a:pt x="42" y="696"/>
                    <a:pt x="43" y="691"/>
                    <a:pt x="44" y="684"/>
                  </a:cubicBezTo>
                  <a:cubicBezTo>
                    <a:pt x="42" y="683"/>
                    <a:pt x="41" y="681"/>
                    <a:pt x="39" y="680"/>
                  </a:cubicBezTo>
                  <a:cubicBezTo>
                    <a:pt x="38" y="686"/>
                    <a:pt x="38" y="692"/>
                    <a:pt x="36" y="698"/>
                  </a:cubicBezTo>
                  <a:cubicBezTo>
                    <a:pt x="38" y="700"/>
                    <a:pt x="40" y="701"/>
                    <a:pt x="41" y="702"/>
                  </a:cubicBezTo>
                  <a:moveTo>
                    <a:pt x="92" y="737"/>
                  </a:moveTo>
                  <a:cubicBezTo>
                    <a:pt x="92" y="731"/>
                    <a:pt x="93" y="724"/>
                    <a:pt x="94" y="719"/>
                  </a:cubicBezTo>
                  <a:cubicBezTo>
                    <a:pt x="93" y="718"/>
                    <a:pt x="92" y="717"/>
                    <a:pt x="90" y="716"/>
                  </a:cubicBezTo>
                  <a:cubicBezTo>
                    <a:pt x="89" y="715"/>
                    <a:pt x="88" y="715"/>
                    <a:pt x="87" y="714"/>
                  </a:cubicBezTo>
                  <a:cubicBezTo>
                    <a:pt x="86" y="720"/>
                    <a:pt x="85" y="727"/>
                    <a:pt x="84" y="732"/>
                  </a:cubicBezTo>
                  <a:cubicBezTo>
                    <a:pt x="85" y="734"/>
                    <a:pt x="87" y="734"/>
                    <a:pt x="88" y="735"/>
                  </a:cubicBezTo>
                  <a:cubicBezTo>
                    <a:pt x="89" y="735"/>
                    <a:pt x="90" y="736"/>
                    <a:pt x="92" y="737"/>
                  </a:cubicBezTo>
                  <a:moveTo>
                    <a:pt x="78" y="719"/>
                  </a:moveTo>
                  <a:cubicBezTo>
                    <a:pt x="79" y="713"/>
                    <a:pt x="80" y="707"/>
                    <a:pt x="81" y="701"/>
                  </a:cubicBezTo>
                  <a:cubicBezTo>
                    <a:pt x="79" y="699"/>
                    <a:pt x="77" y="698"/>
                    <a:pt x="75" y="697"/>
                  </a:cubicBezTo>
                  <a:cubicBezTo>
                    <a:pt x="73" y="702"/>
                    <a:pt x="73" y="709"/>
                    <a:pt x="72" y="715"/>
                  </a:cubicBezTo>
                  <a:cubicBezTo>
                    <a:pt x="74" y="716"/>
                    <a:pt x="76" y="718"/>
                    <a:pt x="78" y="719"/>
                  </a:cubicBezTo>
                  <a:moveTo>
                    <a:pt x="1635" y="654"/>
                  </a:moveTo>
                  <a:cubicBezTo>
                    <a:pt x="1635" y="627"/>
                    <a:pt x="1635" y="627"/>
                    <a:pt x="1635" y="627"/>
                  </a:cubicBezTo>
                  <a:cubicBezTo>
                    <a:pt x="1633" y="620"/>
                    <a:pt x="1633" y="620"/>
                    <a:pt x="1633" y="620"/>
                  </a:cubicBezTo>
                  <a:cubicBezTo>
                    <a:pt x="1635" y="654"/>
                    <a:pt x="1635" y="654"/>
                    <a:pt x="1635" y="654"/>
                  </a:cubicBezTo>
                  <a:moveTo>
                    <a:pt x="72" y="715"/>
                  </a:moveTo>
                  <a:cubicBezTo>
                    <a:pt x="73" y="709"/>
                    <a:pt x="73" y="702"/>
                    <a:pt x="75" y="697"/>
                  </a:cubicBezTo>
                  <a:cubicBezTo>
                    <a:pt x="70" y="694"/>
                    <a:pt x="66" y="691"/>
                    <a:pt x="62" y="688"/>
                  </a:cubicBezTo>
                  <a:cubicBezTo>
                    <a:pt x="66" y="691"/>
                    <a:pt x="70" y="694"/>
                    <a:pt x="75" y="697"/>
                  </a:cubicBezTo>
                  <a:cubicBezTo>
                    <a:pt x="76" y="685"/>
                    <a:pt x="76" y="685"/>
                    <a:pt x="71" y="683"/>
                  </a:cubicBezTo>
                  <a:cubicBezTo>
                    <a:pt x="64" y="681"/>
                    <a:pt x="64" y="681"/>
                    <a:pt x="54" y="661"/>
                  </a:cubicBezTo>
                  <a:cubicBezTo>
                    <a:pt x="54" y="661"/>
                    <a:pt x="54" y="661"/>
                    <a:pt x="54" y="661"/>
                  </a:cubicBezTo>
                  <a:cubicBezTo>
                    <a:pt x="50" y="669"/>
                    <a:pt x="48" y="671"/>
                    <a:pt x="47" y="665"/>
                  </a:cubicBezTo>
                  <a:cubicBezTo>
                    <a:pt x="46" y="661"/>
                    <a:pt x="45" y="657"/>
                    <a:pt x="44" y="653"/>
                  </a:cubicBezTo>
                  <a:cubicBezTo>
                    <a:pt x="44" y="659"/>
                    <a:pt x="44" y="667"/>
                    <a:pt x="43" y="673"/>
                  </a:cubicBezTo>
                  <a:cubicBezTo>
                    <a:pt x="45" y="674"/>
                    <a:pt x="47" y="676"/>
                    <a:pt x="48" y="677"/>
                  </a:cubicBezTo>
                  <a:cubicBezTo>
                    <a:pt x="59" y="689"/>
                    <a:pt x="59" y="689"/>
                    <a:pt x="59" y="689"/>
                  </a:cubicBezTo>
                  <a:cubicBezTo>
                    <a:pt x="50" y="700"/>
                    <a:pt x="50" y="700"/>
                    <a:pt x="50" y="700"/>
                  </a:cubicBezTo>
                  <a:cubicBezTo>
                    <a:pt x="53" y="702"/>
                    <a:pt x="56" y="704"/>
                    <a:pt x="59" y="706"/>
                  </a:cubicBezTo>
                  <a:cubicBezTo>
                    <a:pt x="63" y="709"/>
                    <a:pt x="67" y="712"/>
                    <a:pt x="72" y="715"/>
                  </a:cubicBezTo>
                  <a:moveTo>
                    <a:pt x="1483" y="773"/>
                  </a:moveTo>
                  <a:cubicBezTo>
                    <a:pt x="1480" y="751"/>
                    <a:pt x="1478" y="729"/>
                    <a:pt x="1473" y="708"/>
                  </a:cubicBezTo>
                  <a:cubicBezTo>
                    <a:pt x="1466" y="720"/>
                    <a:pt x="1466" y="720"/>
                    <a:pt x="1466" y="720"/>
                  </a:cubicBezTo>
                  <a:cubicBezTo>
                    <a:pt x="1483" y="773"/>
                    <a:pt x="1483" y="773"/>
                    <a:pt x="1483" y="773"/>
                  </a:cubicBezTo>
                  <a:moveTo>
                    <a:pt x="1560" y="671"/>
                  </a:moveTo>
                  <a:cubicBezTo>
                    <a:pt x="1560" y="670"/>
                    <a:pt x="1560" y="668"/>
                    <a:pt x="1560" y="667"/>
                  </a:cubicBezTo>
                  <a:cubicBezTo>
                    <a:pt x="1560" y="667"/>
                    <a:pt x="1560" y="668"/>
                    <a:pt x="1560" y="668"/>
                  </a:cubicBezTo>
                  <a:cubicBezTo>
                    <a:pt x="1559" y="673"/>
                    <a:pt x="1550" y="722"/>
                    <a:pt x="1549" y="734"/>
                  </a:cubicBezTo>
                  <a:cubicBezTo>
                    <a:pt x="1560" y="700"/>
                    <a:pt x="1560" y="700"/>
                    <a:pt x="1560" y="671"/>
                  </a:cubicBezTo>
                  <a:moveTo>
                    <a:pt x="1632" y="599"/>
                  </a:moveTo>
                  <a:cubicBezTo>
                    <a:pt x="1629" y="579"/>
                    <a:pt x="1629" y="579"/>
                    <a:pt x="1629" y="579"/>
                  </a:cubicBezTo>
                  <a:cubicBezTo>
                    <a:pt x="1631" y="603"/>
                    <a:pt x="1631" y="603"/>
                    <a:pt x="1631" y="603"/>
                  </a:cubicBezTo>
                  <a:cubicBezTo>
                    <a:pt x="1632" y="599"/>
                    <a:pt x="1632" y="599"/>
                    <a:pt x="1632" y="599"/>
                  </a:cubicBezTo>
                  <a:moveTo>
                    <a:pt x="54" y="661"/>
                  </a:moveTo>
                  <a:cubicBezTo>
                    <a:pt x="46" y="632"/>
                    <a:pt x="46" y="632"/>
                    <a:pt x="46" y="632"/>
                  </a:cubicBezTo>
                  <a:cubicBezTo>
                    <a:pt x="45" y="631"/>
                    <a:pt x="43" y="629"/>
                    <a:pt x="42" y="628"/>
                  </a:cubicBezTo>
                  <a:cubicBezTo>
                    <a:pt x="41" y="603"/>
                    <a:pt x="41" y="603"/>
                    <a:pt x="41" y="603"/>
                  </a:cubicBezTo>
                  <a:cubicBezTo>
                    <a:pt x="39" y="602"/>
                    <a:pt x="38" y="601"/>
                    <a:pt x="37" y="599"/>
                  </a:cubicBezTo>
                  <a:cubicBezTo>
                    <a:pt x="36" y="598"/>
                    <a:pt x="35" y="597"/>
                    <a:pt x="35" y="597"/>
                  </a:cubicBezTo>
                  <a:cubicBezTo>
                    <a:pt x="34" y="597"/>
                    <a:pt x="34" y="597"/>
                    <a:pt x="28" y="611"/>
                  </a:cubicBezTo>
                  <a:cubicBezTo>
                    <a:pt x="30" y="613"/>
                    <a:pt x="31" y="615"/>
                    <a:pt x="33" y="617"/>
                  </a:cubicBezTo>
                  <a:cubicBezTo>
                    <a:pt x="35" y="620"/>
                    <a:pt x="35" y="620"/>
                    <a:pt x="44" y="653"/>
                  </a:cubicBezTo>
                  <a:cubicBezTo>
                    <a:pt x="47" y="667"/>
                    <a:pt x="47" y="667"/>
                    <a:pt x="47" y="668"/>
                  </a:cubicBezTo>
                  <a:cubicBezTo>
                    <a:pt x="49" y="670"/>
                    <a:pt x="50" y="667"/>
                    <a:pt x="51" y="666"/>
                  </a:cubicBezTo>
                  <a:cubicBezTo>
                    <a:pt x="52" y="665"/>
                    <a:pt x="52" y="665"/>
                    <a:pt x="54" y="661"/>
                  </a:cubicBezTo>
                  <a:moveTo>
                    <a:pt x="1631" y="562"/>
                  </a:moveTo>
                  <a:cubicBezTo>
                    <a:pt x="1630" y="556"/>
                    <a:pt x="1629" y="550"/>
                    <a:pt x="1627" y="544"/>
                  </a:cubicBezTo>
                  <a:cubicBezTo>
                    <a:pt x="1630" y="558"/>
                    <a:pt x="1630" y="558"/>
                    <a:pt x="1630" y="558"/>
                  </a:cubicBezTo>
                  <a:cubicBezTo>
                    <a:pt x="1631" y="562"/>
                    <a:pt x="1631" y="562"/>
                    <a:pt x="1631" y="562"/>
                  </a:cubicBezTo>
                  <a:moveTo>
                    <a:pt x="1460" y="743"/>
                  </a:moveTo>
                  <a:cubicBezTo>
                    <a:pt x="1462" y="732"/>
                    <a:pt x="1462" y="732"/>
                    <a:pt x="1462" y="732"/>
                  </a:cubicBezTo>
                  <a:cubicBezTo>
                    <a:pt x="1433" y="693"/>
                    <a:pt x="1433" y="693"/>
                    <a:pt x="1433" y="693"/>
                  </a:cubicBezTo>
                  <a:cubicBezTo>
                    <a:pt x="1424" y="695"/>
                    <a:pt x="1424" y="695"/>
                    <a:pt x="1424" y="695"/>
                  </a:cubicBezTo>
                  <a:cubicBezTo>
                    <a:pt x="1425" y="696"/>
                    <a:pt x="1425" y="696"/>
                    <a:pt x="1425" y="696"/>
                  </a:cubicBezTo>
                  <a:cubicBezTo>
                    <a:pt x="1437" y="708"/>
                    <a:pt x="1446" y="720"/>
                    <a:pt x="1460" y="743"/>
                  </a:cubicBezTo>
                  <a:moveTo>
                    <a:pt x="1630" y="558"/>
                  </a:moveTo>
                  <a:cubicBezTo>
                    <a:pt x="1627" y="544"/>
                    <a:pt x="1627" y="544"/>
                    <a:pt x="1627" y="544"/>
                  </a:cubicBezTo>
                  <a:cubicBezTo>
                    <a:pt x="1621" y="526"/>
                    <a:pt x="1621" y="526"/>
                    <a:pt x="1621" y="526"/>
                  </a:cubicBezTo>
                  <a:cubicBezTo>
                    <a:pt x="1630" y="558"/>
                    <a:pt x="1630" y="558"/>
                    <a:pt x="1630" y="558"/>
                  </a:cubicBezTo>
                  <a:moveTo>
                    <a:pt x="50" y="499"/>
                  </a:moveTo>
                  <a:cubicBezTo>
                    <a:pt x="52" y="494"/>
                    <a:pt x="54" y="488"/>
                    <a:pt x="57" y="482"/>
                  </a:cubicBezTo>
                  <a:cubicBezTo>
                    <a:pt x="56" y="482"/>
                    <a:pt x="56" y="481"/>
                    <a:pt x="56" y="480"/>
                  </a:cubicBezTo>
                  <a:cubicBezTo>
                    <a:pt x="55" y="479"/>
                    <a:pt x="55" y="478"/>
                    <a:pt x="55" y="476"/>
                  </a:cubicBezTo>
                  <a:cubicBezTo>
                    <a:pt x="51" y="482"/>
                    <a:pt x="51" y="482"/>
                    <a:pt x="51" y="482"/>
                  </a:cubicBezTo>
                  <a:cubicBezTo>
                    <a:pt x="49" y="488"/>
                    <a:pt x="46" y="494"/>
                    <a:pt x="44" y="499"/>
                  </a:cubicBezTo>
                  <a:cubicBezTo>
                    <a:pt x="45" y="502"/>
                    <a:pt x="45" y="504"/>
                    <a:pt x="46" y="506"/>
                  </a:cubicBezTo>
                  <a:cubicBezTo>
                    <a:pt x="50" y="499"/>
                    <a:pt x="50" y="499"/>
                    <a:pt x="50" y="499"/>
                  </a:cubicBezTo>
                  <a:moveTo>
                    <a:pt x="50" y="1002"/>
                  </a:moveTo>
                  <a:cubicBezTo>
                    <a:pt x="48" y="996"/>
                    <a:pt x="46" y="991"/>
                    <a:pt x="45" y="985"/>
                  </a:cubicBezTo>
                  <a:cubicBezTo>
                    <a:pt x="46" y="991"/>
                    <a:pt x="48" y="996"/>
                    <a:pt x="50" y="1002"/>
                  </a:cubicBezTo>
                  <a:moveTo>
                    <a:pt x="50" y="1002"/>
                  </a:moveTo>
                  <a:cubicBezTo>
                    <a:pt x="51" y="1003"/>
                    <a:pt x="52" y="1005"/>
                    <a:pt x="54" y="1006"/>
                  </a:cubicBezTo>
                  <a:cubicBezTo>
                    <a:pt x="52" y="1005"/>
                    <a:pt x="51" y="1003"/>
                    <a:pt x="50" y="1002"/>
                  </a:cubicBezTo>
                  <a:moveTo>
                    <a:pt x="36" y="817"/>
                  </a:moveTo>
                  <a:cubicBezTo>
                    <a:pt x="34" y="824"/>
                    <a:pt x="34" y="824"/>
                    <a:pt x="34" y="824"/>
                  </a:cubicBezTo>
                  <a:cubicBezTo>
                    <a:pt x="36" y="817"/>
                    <a:pt x="36" y="817"/>
                    <a:pt x="36" y="817"/>
                  </a:cubicBezTo>
                  <a:cubicBezTo>
                    <a:pt x="39" y="800"/>
                    <a:pt x="39" y="800"/>
                    <a:pt x="39" y="800"/>
                  </a:cubicBezTo>
                  <a:cubicBezTo>
                    <a:pt x="36" y="817"/>
                    <a:pt x="36" y="817"/>
                    <a:pt x="36" y="817"/>
                  </a:cubicBezTo>
                  <a:moveTo>
                    <a:pt x="7" y="642"/>
                  </a:move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3"/>
                  </a:moveTo>
                  <a:cubicBezTo>
                    <a:pt x="7" y="643"/>
                    <a:pt x="7" y="643"/>
                    <a:pt x="7" y="642"/>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69" y="476"/>
                  </a:moveTo>
                  <a:cubicBezTo>
                    <a:pt x="72" y="468"/>
                    <a:pt x="76" y="459"/>
                    <a:pt x="80" y="451"/>
                  </a:cubicBezTo>
                  <a:cubicBezTo>
                    <a:pt x="76" y="459"/>
                    <a:pt x="72" y="468"/>
                    <a:pt x="69" y="476"/>
                  </a:cubicBezTo>
                  <a:cubicBezTo>
                    <a:pt x="72" y="468"/>
                    <a:pt x="76" y="459"/>
                    <a:pt x="80" y="451"/>
                  </a:cubicBezTo>
                  <a:cubicBezTo>
                    <a:pt x="76" y="459"/>
                    <a:pt x="72" y="468"/>
                    <a:pt x="69" y="476"/>
                  </a:cubicBezTo>
                  <a:moveTo>
                    <a:pt x="71" y="480"/>
                  </a:moveTo>
                  <a:cubicBezTo>
                    <a:pt x="70" y="479"/>
                    <a:pt x="69" y="478"/>
                    <a:pt x="69" y="476"/>
                  </a:cubicBezTo>
                  <a:cubicBezTo>
                    <a:pt x="69" y="478"/>
                    <a:pt x="70" y="479"/>
                    <a:pt x="71" y="480"/>
                  </a:cubicBezTo>
                  <a:moveTo>
                    <a:pt x="75" y="472"/>
                  </a:moveTo>
                  <a:cubicBezTo>
                    <a:pt x="77" y="467"/>
                    <a:pt x="80" y="461"/>
                    <a:pt x="83" y="455"/>
                  </a:cubicBezTo>
                  <a:cubicBezTo>
                    <a:pt x="80" y="461"/>
                    <a:pt x="77" y="467"/>
                    <a:pt x="75" y="472"/>
                  </a:cubicBezTo>
                  <a:moveTo>
                    <a:pt x="71" y="480"/>
                  </a:moveTo>
                  <a:cubicBezTo>
                    <a:pt x="76" y="474"/>
                    <a:pt x="76" y="474"/>
                    <a:pt x="76" y="474"/>
                  </a:cubicBezTo>
                  <a:cubicBezTo>
                    <a:pt x="71" y="480"/>
                    <a:pt x="71" y="480"/>
                    <a:pt x="71" y="480"/>
                  </a:cubicBezTo>
                  <a:moveTo>
                    <a:pt x="76" y="474"/>
                  </a:moveTo>
                  <a:cubicBezTo>
                    <a:pt x="76" y="473"/>
                    <a:pt x="75" y="473"/>
                    <a:pt x="75" y="472"/>
                  </a:cubicBezTo>
                  <a:cubicBezTo>
                    <a:pt x="75" y="473"/>
                    <a:pt x="76" y="473"/>
                    <a:pt x="76" y="474"/>
                  </a:cubicBezTo>
                  <a:moveTo>
                    <a:pt x="156" y="1105"/>
                  </a:moveTo>
                  <a:cubicBezTo>
                    <a:pt x="136" y="1039"/>
                    <a:pt x="123" y="967"/>
                    <a:pt x="121" y="890"/>
                  </a:cubicBezTo>
                  <a:cubicBezTo>
                    <a:pt x="111" y="869"/>
                    <a:pt x="111" y="869"/>
                    <a:pt x="117" y="849"/>
                  </a:cubicBezTo>
                  <a:cubicBezTo>
                    <a:pt x="92" y="844"/>
                    <a:pt x="92" y="844"/>
                    <a:pt x="92" y="844"/>
                  </a:cubicBezTo>
                  <a:cubicBezTo>
                    <a:pt x="88" y="842"/>
                    <a:pt x="84" y="840"/>
                    <a:pt x="80" y="838"/>
                  </a:cubicBezTo>
                  <a:cubicBezTo>
                    <a:pt x="79" y="837"/>
                    <a:pt x="78" y="837"/>
                    <a:pt x="77" y="836"/>
                  </a:cubicBezTo>
                  <a:cubicBezTo>
                    <a:pt x="60" y="806"/>
                    <a:pt x="60" y="806"/>
                    <a:pt x="60" y="806"/>
                  </a:cubicBezTo>
                  <a:cubicBezTo>
                    <a:pt x="56" y="823"/>
                    <a:pt x="56" y="823"/>
                    <a:pt x="56" y="823"/>
                  </a:cubicBezTo>
                  <a:cubicBezTo>
                    <a:pt x="60" y="844"/>
                    <a:pt x="60" y="844"/>
                    <a:pt x="60" y="844"/>
                  </a:cubicBezTo>
                  <a:cubicBezTo>
                    <a:pt x="56" y="823"/>
                    <a:pt x="56" y="823"/>
                    <a:pt x="56" y="823"/>
                  </a:cubicBezTo>
                  <a:cubicBezTo>
                    <a:pt x="53" y="830"/>
                    <a:pt x="53" y="830"/>
                    <a:pt x="53" y="830"/>
                  </a:cubicBezTo>
                  <a:cubicBezTo>
                    <a:pt x="50" y="800"/>
                    <a:pt x="50" y="800"/>
                    <a:pt x="50" y="800"/>
                  </a:cubicBezTo>
                  <a:cubicBezTo>
                    <a:pt x="49" y="798"/>
                    <a:pt x="47" y="796"/>
                    <a:pt x="45" y="795"/>
                  </a:cubicBezTo>
                  <a:cubicBezTo>
                    <a:pt x="44" y="798"/>
                    <a:pt x="44" y="801"/>
                    <a:pt x="44" y="805"/>
                  </a:cubicBezTo>
                  <a:cubicBezTo>
                    <a:pt x="44" y="801"/>
                    <a:pt x="44" y="798"/>
                    <a:pt x="45" y="795"/>
                  </a:cubicBezTo>
                  <a:cubicBezTo>
                    <a:pt x="39" y="800"/>
                    <a:pt x="39" y="800"/>
                    <a:pt x="39" y="800"/>
                  </a:cubicBezTo>
                  <a:cubicBezTo>
                    <a:pt x="36" y="817"/>
                    <a:pt x="36" y="817"/>
                    <a:pt x="36" y="817"/>
                  </a:cubicBezTo>
                  <a:cubicBezTo>
                    <a:pt x="34" y="824"/>
                    <a:pt x="34" y="824"/>
                    <a:pt x="34" y="824"/>
                  </a:cubicBezTo>
                  <a:cubicBezTo>
                    <a:pt x="30" y="812"/>
                    <a:pt x="30" y="812"/>
                    <a:pt x="22" y="804"/>
                  </a:cubicBezTo>
                  <a:cubicBezTo>
                    <a:pt x="22" y="805"/>
                    <a:pt x="21" y="807"/>
                    <a:pt x="20" y="808"/>
                  </a:cubicBezTo>
                  <a:cubicBezTo>
                    <a:pt x="20" y="810"/>
                    <a:pt x="19" y="809"/>
                    <a:pt x="18" y="809"/>
                  </a:cubicBezTo>
                  <a:cubicBezTo>
                    <a:pt x="13" y="783"/>
                    <a:pt x="13" y="783"/>
                    <a:pt x="13" y="783"/>
                  </a:cubicBezTo>
                  <a:cubicBezTo>
                    <a:pt x="13" y="780"/>
                    <a:pt x="13" y="777"/>
                    <a:pt x="13" y="774"/>
                  </a:cubicBezTo>
                  <a:cubicBezTo>
                    <a:pt x="13" y="761"/>
                    <a:pt x="14" y="748"/>
                    <a:pt x="15" y="736"/>
                  </a:cubicBezTo>
                  <a:cubicBezTo>
                    <a:pt x="15" y="730"/>
                    <a:pt x="16" y="724"/>
                    <a:pt x="16" y="718"/>
                  </a:cubicBezTo>
                  <a:cubicBezTo>
                    <a:pt x="17" y="697"/>
                    <a:pt x="17" y="697"/>
                    <a:pt x="17" y="697"/>
                  </a:cubicBezTo>
                  <a:cubicBezTo>
                    <a:pt x="16" y="695"/>
                    <a:pt x="14" y="694"/>
                    <a:pt x="14" y="692"/>
                  </a:cubicBezTo>
                  <a:cubicBezTo>
                    <a:pt x="8" y="681"/>
                    <a:pt x="8" y="681"/>
                    <a:pt x="8" y="681"/>
                  </a:cubicBezTo>
                  <a:cubicBezTo>
                    <a:pt x="12" y="664"/>
                    <a:pt x="17" y="640"/>
                    <a:pt x="22" y="623"/>
                  </a:cubicBezTo>
                  <a:cubicBezTo>
                    <a:pt x="22" y="613"/>
                    <a:pt x="22" y="613"/>
                    <a:pt x="22" y="613"/>
                  </a:cubicBezTo>
                  <a:cubicBezTo>
                    <a:pt x="11" y="656"/>
                    <a:pt x="11" y="656"/>
                    <a:pt x="6" y="691"/>
                  </a:cubicBezTo>
                  <a:cubicBezTo>
                    <a:pt x="7" y="685"/>
                    <a:pt x="8" y="678"/>
                    <a:pt x="9" y="672"/>
                  </a:cubicBezTo>
                  <a:cubicBezTo>
                    <a:pt x="12" y="652"/>
                    <a:pt x="12" y="652"/>
                    <a:pt x="22" y="613"/>
                  </a:cubicBezTo>
                  <a:cubicBezTo>
                    <a:pt x="21" y="611"/>
                    <a:pt x="20" y="609"/>
                    <a:pt x="19" y="606"/>
                  </a:cubicBezTo>
                  <a:cubicBezTo>
                    <a:pt x="10" y="636"/>
                    <a:pt x="10" y="636"/>
                    <a:pt x="10" y="636"/>
                  </a:cubicBezTo>
                  <a:cubicBezTo>
                    <a:pt x="9" y="633"/>
                    <a:pt x="8" y="630"/>
                    <a:pt x="7" y="627"/>
                  </a:cubicBezTo>
                  <a:cubicBezTo>
                    <a:pt x="7" y="625"/>
                    <a:pt x="7" y="624"/>
                    <a:pt x="7" y="622"/>
                  </a:cubicBezTo>
                  <a:cubicBezTo>
                    <a:pt x="16" y="567"/>
                    <a:pt x="16" y="567"/>
                    <a:pt x="16" y="567"/>
                  </a:cubicBezTo>
                  <a:cubicBezTo>
                    <a:pt x="19" y="555"/>
                    <a:pt x="22" y="543"/>
                    <a:pt x="25" y="532"/>
                  </a:cubicBezTo>
                  <a:cubicBezTo>
                    <a:pt x="39" y="490"/>
                    <a:pt x="39" y="490"/>
                    <a:pt x="39" y="490"/>
                  </a:cubicBezTo>
                  <a:cubicBezTo>
                    <a:pt x="49" y="474"/>
                    <a:pt x="49" y="474"/>
                    <a:pt x="49" y="474"/>
                  </a:cubicBezTo>
                  <a:cubicBezTo>
                    <a:pt x="50" y="477"/>
                    <a:pt x="50" y="480"/>
                    <a:pt x="51" y="482"/>
                  </a:cubicBezTo>
                  <a:cubicBezTo>
                    <a:pt x="55" y="476"/>
                    <a:pt x="55" y="476"/>
                    <a:pt x="55" y="476"/>
                  </a:cubicBezTo>
                  <a:cubicBezTo>
                    <a:pt x="55" y="478"/>
                    <a:pt x="55" y="479"/>
                    <a:pt x="56" y="480"/>
                  </a:cubicBezTo>
                  <a:cubicBezTo>
                    <a:pt x="56" y="481"/>
                    <a:pt x="56" y="482"/>
                    <a:pt x="57" y="482"/>
                  </a:cubicBezTo>
                  <a:cubicBezTo>
                    <a:pt x="58" y="490"/>
                    <a:pt x="60" y="500"/>
                    <a:pt x="62" y="507"/>
                  </a:cubicBezTo>
                  <a:cubicBezTo>
                    <a:pt x="51" y="557"/>
                    <a:pt x="51" y="557"/>
                    <a:pt x="51" y="557"/>
                  </a:cubicBezTo>
                  <a:cubicBezTo>
                    <a:pt x="50" y="563"/>
                    <a:pt x="48" y="569"/>
                    <a:pt x="46" y="575"/>
                  </a:cubicBezTo>
                  <a:cubicBezTo>
                    <a:pt x="47" y="576"/>
                    <a:pt x="48" y="578"/>
                    <a:pt x="50" y="579"/>
                  </a:cubicBezTo>
                  <a:cubicBezTo>
                    <a:pt x="76" y="488"/>
                    <a:pt x="76" y="488"/>
                    <a:pt x="111" y="463"/>
                  </a:cubicBezTo>
                  <a:cubicBezTo>
                    <a:pt x="114" y="456"/>
                    <a:pt x="118" y="448"/>
                    <a:pt x="122" y="441"/>
                  </a:cubicBezTo>
                  <a:cubicBezTo>
                    <a:pt x="121" y="440"/>
                    <a:pt x="120" y="439"/>
                    <a:pt x="118" y="438"/>
                  </a:cubicBezTo>
                  <a:cubicBezTo>
                    <a:pt x="115" y="443"/>
                    <a:pt x="115" y="443"/>
                    <a:pt x="115" y="443"/>
                  </a:cubicBezTo>
                  <a:cubicBezTo>
                    <a:pt x="118" y="438"/>
                    <a:pt x="118" y="438"/>
                    <a:pt x="118" y="438"/>
                  </a:cubicBezTo>
                  <a:cubicBezTo>
                    <a:pt x="88" y="409"/>
                    <a:pt x="83" y="379"/>
                    <a:pt x="99" y="351"/>
                  </a:cubicBezTo>
                  <a:cubicBezTo>
                    <a:pt x="97" y="353"/>
                    <a:pt x="97" y="353"/>
                    <a:pt x="97" y="353"/>
                  </a:cubicBezTo>
                  <a:cubicBezTo>
                    <a:pt x="61" y="426"/>
                    <a:pt x="58" y="430"/>
                    <a:pt x="42" y="475"/>
                  </a:cubicBezTo>
                  <a:cubicBezTo>
                    <a:pt x="17" y="555"/>
                    <a:pt x="16" y="558"/>
                    <a:pt x="8" y="605"/>
                  </a:cubicBezTo>
                  <a:cubicBezTo>
                    <a:pt x="3" y="636"/>
                    <a:pt x="3" y="636"/>
                    <a:pt x="3" y="636"/>
                  </a:cubicBezTo>
                  <a:cubicBezTo>
                    <a:pt x="0" y="665"/>
                    <a:pt x="0" y="665"/>
                    <a:pt x="0" y="665"/>
                  </a:cubicBezTo>
                  <a:cubicBezTo>
                    <a:pt x="2" y="665"/>
                    <a:pt x="2" y="665"/>
                    <a:pt x="2" y="665"/>
                  </a:cubicBezTo>
                  <a:cubicBezTo>
                    <a:pt x="2" y="680"/>
                    <a:pt x="2" y="701"/>
                    <a:pt x="3" y="716"/>
                  </a:cubicBezTo>
                  <a:cubicBezTo>
                    <a:pt x="4" y="718"/>
                    <a:pt x="4" y="719"/>
                    <a:pt x="5" y="721"/>
                  </a:cubicBezTo>
                  <a:cubicBezTo>
                    <a:pt x="6" y="729"/>
                    <a:pt x="6" y="729"/>
                    <a:pt x="6" y="729"/>
                  </a:cubicBezTo>
                  <a:cubicBezTo>
                    <a:pt x="7" y="743"/>
                    <a:pt x="7" y="743"/>
                    <a:pt x="11" y="752"/>
                  </a:cubicBezTo>
                  <a:cubicBezTo>
                    <a:pt x="10" y="750"/>
                    <a:pt x="9" y="748"/>
                    <a:pt x="9" y="747"/>
                  </a:cubicBezTo>
                  <a:cubicBezTo>
                    <a:pt x="7" y="742"/>
                    <a:pt x="7" y="742"/>
                    <a:pt x="5" y="721"/>
                  </a:cubicBezTo>
                  <a:cubicBezTo>
                    <a:pt x="4" y="719"/>
                    <a:pt x="4" y="718"/>
                    <a:pt x="3" y="716"/>
                  </a:cubicBezTo>
                  <a:cubicBezTo>
                    <a:pt x="6" y="765"/>
                    <a:pt x="6" y="765"/>
                    <a:pt x="7" y="784"/>
                  </a:cubicBezTo>
                  <a:cubicBezTo>
                    <a:pt x="8" y="785"/>
                    <a:pt x="9" y="786"/>
                    <a:pt x="10" y="788"/>
                  </a:cubicBezTo>
                  <a:cubicBezTo>
                    <a:pt x="9" y="775"/>
                    <a:pt x="9" y="775"/>
                    <a:pt x="9" y="775"/>
                  </a:cubicBezTo>
                  <a:cubicBezTo>
                    <a:pt x="10" y="788"/>
                    <a:pt x="10" y="788"/>
                    <a:pt x="10" y="788"/>
                  </a:cubicBezTo>
                  <a:cubicBezTo>
                    <a:pt x="10" y="789"/>
                    <a:pt x="11" y="789"/>
                    <a:pt x="11" y="790"/>
                  </a:cubicBezTo>
                  <a:cubicBezTo>
                    <a:pt x="13" y="804"/>
                    <a:pt x="13" y="804"/>
                    <a:pt x="13" y="804"/>
                  </a:cubicBezTo>
                  <a:cubicBezTo>
                    <a:pt x="14" y="796"/>
                    <a:pt x="14" y="796"/>
                    <a:pt x="14" y="796"/>
                  </a:cubicBezTo>
                  <a:cubicBezTo>
                    <a:pt x="13" y="804"/>
                    <a:pt x="13" y="804"/>
                    <a:pt x="13" y="804"/>
                  </a:cubicBezTo>
                  <a:cubicBezTo>
                    <a:pt x="11" y="790"/>
                    <a:pt x="11" y="790"/>
                    <a:pt x="11" y="790"/>
                  </a:cubicBezTo>
                  <a:cubicBezTo>
                    <a:pt x="13" y="811"/>
                    <a:pt x="13" y="811"/>
                    <a:pt x="13" y="811"/>
                  </a:cubicBezTo>
                  <a:cubicBezTo>
                    <a:pt x="15" y="814"/>
                    <a:pt x="17" y="816"/>
                    <a:pt x="18" y="818"/>
                  </a:cubicBezTo>
                  <a:cubicBezTo>
                    <a:pt x="23" y="832"/>
                    <a:pt x="23" y="832"/>
                    <a:pt x="23" y="832"/>
                  </a:cubicBezTo>
                  <a:cubicBezTo>
                    <a:pt x="22" y="812"/>
                    <a:pt x="22" y="812"/>
                    <a:pt x="22" y="812"/>
                  </a:cubicBezTo>
                  <a:cubicBezTo>
                    <a:pt x="29" y="829"/>
                    <a:pt x="29" y="829"/>
                    <a:pt x="29" y="829"/>
                  </a:cubicBezTo>
                  <a:cubicBezTo>
                    <a:pt x="31" y="846"/>
                    <a:pt x="32" y="861"/>
                    <a:pt x="34" y="878"/>
                  </a:cubicBezTo>
                  <a:cubicBezTo>
                    <a:pt x="34" y="881"/>
                    <a:pt x="35" y="884"/>
                    <a:pt x="35" y="887"/>
                  </a:cubicBezTo>
                  <a:cubicBezTo>
                    <a:pt x="37" y="910"/>
                    <a:pt x="33" y="933"/>
                    <a:pt x="37" y="957"/>
                  </a:cubicBezTo>
                  <a:cubicBezTo>
                    <a:pt x="38" y="958"/>
                    <a:pt x="39" y="960"/>
                    <a:pt x="41" y="961"/>
                  </a:cubicBezTo>
                  <a:cubicBezTo>
                    <a:pt x="39" y="960"/>
                    <a:pt x="38" y="958"/>
                    <a:pt x="37" y="957"/>
                  </a:cubicBezTo>
                  <a:cubicBezTo>
                    <a:pt x="43" y="976"/>
                    <a:pt x="43" y="976"/>
                    <a:pt x="43" y="976"/>
                  </a:cubicBezTo>
                  <a:cubicBezTo>
                    <a:pt x="39" y="994"/>
                    <a:pt x="56" y="1026"/>
                    <a:pt x="67" y="1048"/>
                  </a:cubicBezTo>
                  <a:cubicBezTo>
                    <a:pt x="66" y="1047"/>
                    <a:pt x="66" y="1046"/>
                    <a:pt x="65" y="1044"/>
                  </a:cubicBezTo>
                  <a:cubicBezTo>
                    <a:pt x="60" y="1031"/>
                    <a:pt x="55" y="1021"/>
                    <a:pt x="48" y="1002"/>
                  </a:cubicBezTo>
                  <a:cubicBezTo>
                    <a:pt x="56" y="1024"/>
                    <a:pt x="62" y="1037"/>
                    <a:pt x="67" y="1048"/>
                  </a:cubicBezTo>
                  <a:cubicBezTo>
                    <a:pt x="80" y="1061"/>
                    <a:pt x="96" y="1074"/>
                    <a:pt x="118" y="1085"/>
                  </a:cubicBezTo>
                  <a:cubicBezTo>
                    <a:pt x="130" y="1092"/>
                    <a:pt x="143" y="1099"/>
                    <a:pt x="156" y="1105"/>
                  </a:cubicBezTo>
                  <a:moveTo>
                    <a:pt x="1605" y="476"/>
                  </a:moveTo>
                  <a:cubicBezTo>
                    <a:pt x="1603" y="470"/>
                    <a:pt x="1601" y="465"/>
                    <a:pt x="1599" y="459"/>
                  </a:cubicBezTo>
                  <a:cubicBezTo>
                    <a:pt x="1589" y="436"/>
                    <a:pt x="1589" y="436"/>
                    <a:pt x="1589" y="436"/>
                  </a:cubicBezTo>
                  <a:cubicBezTo>
                    <a:pt x="1591" y="445"/>
                    <a:pt x="1591" y="445"/>
                    <a:pt x="1591" y="445"/>
                  </a:cubicBezTo>
                  <a:cubicBezTo>
                    <a:pt x="1589" y="436"/>
                    <a:pt x="1589" y="436"/>
                    <a:pt x="1589" y="436"/>
                  </a:cubicBezTo>
                  <a:cubicBezTo>
                    <a:pt x="1573" y="407"/>
                    <a:pt x="1573" y="407"/>
                    <a:pt x="1573" y="407"/>
                  </a:cubicBezTo>
                  <a:cubicBezTo>
                    <a:pt x="1565" y="388"/>
                    <a:pt x="1565" y="388"/>
                    <a:pt x="1565" y="388"/>
                  </a:cubicBezTo>
                  <a:cubicBezTo>
                    <a:pt x="1558" y="374"/>
                    <a:pt x="1558" y="374"/>
                    <a:pt x="1558" y="374"/>
                  </a:cubicBezTo>
                  <a:cubicBezTo>
                    <a:pt x="1569" y="435"/>
                    <a:pt x="1483" y="494"/>
                    <a:pt x="1319" y="535"/>
                  </a:cubicBezTo>
                  <a:cubicBezTo>
                    <a:pt x="1336" y="587"/>
                    <a:pt x="1351" y="640"/>
                    <a:pt x="1361" y="694"/>
                  </a:cubicBezTo>
                  <a:cubicBezTo>
                    <a:pt x="1382" y="688"/>
                    <a:pt x="1402" y="683"/>
                    <a:pt x="1420" y="677"/>
                  </a:cubicBezTo>
                  <a:cubicBezTo>
                    <a:pt x="1422" y="683"/>
                    <a:pt x="1423" y="689"/>
                    <a:pt x="1424" y="695"/>
                  </a:cubicBezTo>
                  <a:cubicBezTo>
                    <a:pt x="1433" y="693"/>
                    <a:pt x="1433" y="693"/>
                    <a:pt x="1433" y="693"/>
                  </a:cubicBezTo>
                  <a:cubicBezTo>
                    <a:pt x="1462" y="732"/>
                    <a:pt x="1462" y="732"/>
                    <a:pt x="1462" y="732"/>
                  </a:cubicBezTo>
                  <a:cubicBezTo>
                    <a:pt x="1466" y="720"/>
                    <a:pt x="1466" y="720"/>
                    <a:pt x="1466" y="720"/>
                  </a:cubicBezTo>
                  <a:cubicBezTo>
                    <a:pt x="1473" y="708"/>
                    <a:pt x="1473" y="708"/>
                    <a:pt x="1473" y="708"/>
                  </a:cubicBezTo>
                  <a:cubicBezTo>
                    <a:pt x="1478" y="729"/>
                    <a:pt x="1480" y="751"/>
                    <a:pt x="1483" y="773"/>
                  </a:cubicBezTo>
                  <a:cubicBezTo>
                    <a:pt x="1497" y="826"/>
                    <a:pt x="1497" y="826"/>
                    <a:pt x="1497" y="826"/>
                  </a:cubicBezTo>
                  <a:cubicBezTo>
                    <a:pt x="1507" y="850"/>
                    <a:pt x="1507" y="850"/>
                    <a:pt x="1507" y="850"/>
                  </a:cubicBezTo>
                  <a:cubicBezTo>
                    <a:pt x="1514" y="899"/>
                    <a:pt x="1514" y="899"/>
                    <a:pt x="1514" y="899"/>
                  </a:cubicBezTo>
                  <a:cubicBezTo>
                    <a:pt x="1533" y="848"/>
                    <a:pt x="1533" y="848"/>
                    <a:pt x="1533" y="848"/>
                  </a:cubicBezTo>
                  <a:cubicBezTo>
                    <a:pt x="1531" y="784"/>
                    <a:pt x="1531" y="784"/>
                    <a:pt x="1531" y="784"/>
                  </a:cubicBezTo>
                  <a:cubicBezTo>
                    <a:pt x="1549" y="734"/>
                    <a:pt x="1549" y="734"/>
                    <a:pt x="1549" y="734"/>
                  </a:cubicBezTo>
                  <a:cubicBezTo>
                    <a:pt x="1551" y="715"/>
                    <a:pt x="1559" y="672"/>
                    <a:pt x="1560" y="667"/>
                  </a:cubicBezTo>
                  <a:cubicBezTo>
                    <a:pt x="1563" y="665"/>
                    <a:pt x="1566" y="663"/>
                    <a:pt x="1569" y="661"/>
                  </a:cubicBezTo>
                  <a:cubicBezTo>
                    <a:pt x="1573" y="650"/>
                    <a:pt x="1573" y="650"/>
                    <a:pt x="1573" y="650"/>
                  </a:cubicBezTo>
                  <a:cubicBezTo>
                    <a:pt x="1593" y="685"/>
                    <a:pt x="1593" y="685"/>
                    <a:pt x="1593" y="685"/>
                  </a:cubicBezTo>
                  <a:cubicBezTo>
                    <a:pt x="1587" y="668"/>
                    <a:pt x="1579" y="645"/>
                    <a:pt x="1572" y="629"/>
                  </a:cubicBezTo>
                  <a:cubicBezTo>
                    <a:pt x="1565" y="643"/>
                    <a:pt x="1565" y="643"/>
                    <a:pt x="1565" y="643"/>
                  </a:cubicBezTo>
                  <a:cubicBezTo>
                    <a:pt x="1572" y="629"/>
                    <a:pt x="1572" y="629"/>
                    <a:pt x="1572" y="629"/>
                  </a:cubicBezTo>
                  <a:cubicBezTo>
                    <a:pt x="1578" y="645"/>
                    <a:pt x="1588" y="668"/>
                    <a:pt x="1593" y="685"/>
                  </a:cubicBezTo>
                  <a:cubicBezTo>
                    <a:pt x="1607" y="725"/>
                    <a:pt x="1607" y="725"/>
                    <a:pt x="1607" y="725"/>
                  </a:cubicBezTo>
                  <a:cubicBezTo>
                    <a:pt x="1609" y="711"/>
                    <a:pt x="1609" y="711"/>
                    <a:pt x="1609" y="711"/>
                  </a:cubicBezTo>
                  <a:cubicBezTo>
                    <a:pt x="1616" y="738"/>
                    <a:pt x="1616" y="738"/>
                    <a:pt x="1616" y="738"/>
                  </a:cubicBezTo>
                  <a:cubicBezTo>
                    <a:pt x="1616" y="741"/>
                    <a:pt x="1617" y="744"/>
                    <a:pt x="1617" y="747"/>
                  </a:cubicBezTo>
                  <a:cubicBezTo>
                    <a:pt x="1620" y="754"/>
                    <a:pt x="1620" y="754"/>
                    <a:pt x="1620" y="754"/>
                  </a:cubicBezTo>
                  <a:cubicBezTo>
                    <a:pt x="1620" y="760"/>
                    <a:pt x="1621" y="767"/>
                    <a:pt x="1621" y="773"/>
                  </a:cubicBezTo>
                  <a:cubicBezTo>
                    <a:pt x="1623" y="738"/>
                    <a:pt x="1623" y="738"/>
                    <a:pt x="1623" y="738"/>
                  </a:cubicBezTo>
                  <a:cubicBezTo>
                    <a:pt x="1628" y="751"/>
                    <a:pt x="1634" y="768"/>
                    <a:pt x="1638" y="782"/>
                  </a:cubicBezTo>
                  <a:cubicBezTo>
                    <a:pt x="1644" y="762"/>
                    <a:pt x="1644" y="762"/>
                    <a:pt x="1644" y="762"/>
                  </a:cubicBezTo>
                  <a:cubicBezTo>
                    <a:pt x="1645" y="741"/>
                    <a:pt x="1645" y="741"/>
                    <a:pt x="1645" y="741"/>
                  </a:cubicBezTo>
                  <a:cubicBezTo>
                    <a:pt x="1644" y="762"/>
                    <a:pt x="1644" y="762"/>
                    <a:pt x="1644" y="762"/>
                  </a:cubicBezTo>
                  <a:cubicBezTo>
                    <a:pt x="1646" y="748"/>
                    <a:pt x="1646" y="748"/>
                    <a:pt x="1646" y="748"/>
                  </a:cubicBezTo>
                  <a:cubicBezTo>
                    <a:pt x="1646" y="742"/>
                    <a:pt x="1645" y="735"/>
                    <a:pt x="1645" y="729"/>
                  </a:cubicBezTo>
                  <a:cubicBezTo>
                    <a:pt x="1644" y="717"/>
                    <a:pt x="1644" y="711"/>
                    <a:pt x="1643" y="704"/>
                  </a:cubicBezTo>
                  <a:cubicBezTo>
                    <a:pt x="1642" y="700"/>
                    <a:pt x="1642" y="697"/>
                    <a:pt x="1641" y="694"/>
                  </a:cubicBezTo>
                  <a:cubicBezTo>
                    <a:pt x="1640" y="690"/>
                    <a:pt x="1640" y="690"/>
                    <a:pt x="1640" y="690"/>
                  </a:cubicBezTo>
                  <a:cubicBezTo>
                    <a:pt x="1627" y="643"/>
                    <a:pt x="1627" y="643"/>
                    <a:pt x="1627" y="613"/>
                  </a:cubicBezTo>
                  <a:cubicBezTo>
                    <a:pt x="1628" y="615"/>
                    <a:pt x="1630" y="618"/>
                    <a:pt x="1631" y="620"/>
                  </a:cubicBezTo>
                  <a:cubicBezTo>
                    <a:pt x="1630" y="608"/>
                    <a:pt x="1630" y="608"/>
                    <a:pt x="1630" y="608"/>
                  </a:cubicBezTo>
                  <a:cubicBezTo>
                    <a:pt x="1624" y="603"/>
                    <a:pt x="1624" y="603"/>
                    <a:pt x="1624" y="603"/>
                  </a:cubicBezTo>
                  <a:cubicBezTo>
                    <a:pt x="1625" y="609"/>
                    <a:pt x="1625" y="609"/>
                    <a:pt x="1625" y="609"/>
                  </a:cubicBezTo>
                  <a:cubicBezTo>
                    <a:pt x="1625" y="635"/>
                    <a:pt x="1626" y="639"/>
                    <a:pt x="1629" y="659"/>
                  </a:cubicBezTo>
                  <a:cubicBezTo>
                    <a:pt x="1628" y="656"/>
                    <a:pt x="1628" y="653"/>
                    <a:pt x="1627" y="650"/>
                  </a:cubicBezTo>
                  <a:cubicBezTo>
                    <a:pt x="1626" y="638"/>
                    <a:pt x="1626" y="638"/>
                    <a:pt x="1624" y="603"/>
                  </a:cubicBezTo>
                  <a:cubicBezTo>
                    <a:pt x="1626" y="604"/>
                    <a:pt x="1628" y="607"/>
                    <a:pt x="1630" y="608"/>
                  </a:cubicBezTo>
                  <a:cubicBezTo>
                    <a:pt x="1630" y="606"/>
                    <a:pt x="1630" y="605"/>
                    <a:pt x="1631" y="603"/>
                  </a:cubicBezTo>
                  <a:cubicBezTo>
                    <a:pt x="1629" y="579"/>
                    <a:pt x="1629" y="579"/>
                    <a:pt x="1629" y="579"/>
                  </a:cubicBezTo>
                  <a:cubicBezTo>
                    <a:pt x="1630" y="576"/>
                    <a:pt x="1630" y="573"/>
                    <a:pt x="1630" y="571"/>
                  </a:cubicBezTo>
                  <a:cubicBezTo>
                    <a:pt x="1624" y="542"/>
                    <a:pt x="1614" y="506"/>
                    <a:pt x="1606" y="478"/>
                  </a:cubicBezTo>
                  <a:cubicBezTo>
                    <a:pt x="1614" y="506"/>
                    <a:pt x="1624" y="542"/>
                    <a:pt x="1630" y="571"/>
                  </a:cubicBezTo>
                  <a:cubicBezTo>
                    <a:pt x="1623" y="542"/>
                    <a:pt x="1615" y="504"/>
                    <a:pt x="1605" y="476"/>
                  </a:cubicBezTo>
                  <a:moveTo>
                    <a:pt x="1565" y="388"/>
                  </a:moveTo>
                  <a:cubicBezTo>
                    <a:pt x="1557" y="371"/>
                    <a:pt x="1557" y="371"/>
                    <a:pt x="1557" y="371"/>
                  </a:cubicBezTo>
                  <a:cubicBezTo>
                    <a:pt x="1557" y="372"/>
                    <a:pt x="1558" y="373"/>
                    <a:pt x="1558" y="374"/>
                  </a:cubicBezTo>
                  <a:cubicBezTo>
                    <a:pt x="1565" y="388"/>
                    <a:pt x="1565" y="388"/>
                    <a:pt x="1565" y="388"/>
                  </a:cubicBezTo>
                  <a:moveTo>
                    <a:pt x="1552" y="356"/>
                  </a:moveTo>
                  <a:cubicBezTo>
                    <a:pt x="1550" y="353"/>
                    <a:pt x="1550" y="353"/>
                    <a:pt x="1550" y="353"/>
                  </a:cubicBezTo>
                  <a:cubicBezTo>
                    <a:pt x="1551" y="355"/>
                    <a:pt x="1552" y="356"/>
                    <a:pt x="1553" y="357"/>
                  </a:cubicBezTo>
                  <a:cubicBezTo>
                    <a:pt x="1553" y="359"/>
                    <a:pt x="1554" y="361"/>
                    <a:pt x="1555" y="363"/>
                  </a:cubicBezTo>
                  <a:cubicBezTo>
                    <a:pt x="1560" y="370"/>
                    <a:pt x="1564" y="378"/>
                    <a:pt x="1568" y="386"/>
                  </a:cubicBezTo>
                  <a:cubicBezTo>
                    <a:pt x="1567" y="385"/>
                    <a:pt x="1567" y="385"/>
                    <a:pt x="1567" y="384"/>
                  </a:cubicBezTo>
                  <a:cubicBezTo>
                    <a:pt x="1552" y="356"/>
                    <a:pt x="1552" y="356"/>
                    <a:pt x="1552" y="356"/>
                  </a:cubicBezTo>
                  <a:moveTo>
                    <a:pt x="631" y="580"/>
                  </a:moveTo>
                  <a:cubicBezTo>
                    <a:pt x="637" y="580"/>
                    <a:pt x="642" y="581"/>
                    <a:pt x="647" y="581"/>
                  </a:cubicBezTo>
                  <a:cubicBezTo>
                    <a:pt x="642" y="576"/>
                    <a:pt x="642" y="576"/>
                    <a:pt x="642" y="576"/>
                  </a:cubicBezTo>
                  <a:cubicBezTo>
                    <a:pt x="628" y="576"/>
                    <a:pt x="628" y="576"/>
                    <a:pt x="628" y="576"/>
                  </a:cubicBezTo>
                  <a:cubicBezTo>
                    <a:pt x="631" y="580"/>
                    <a:pt x="631" y="580"/>
                    <a:pt x="631" y="580"/>
                  </a:cubicBezTo>
                  <a:moveTo>
                    <a:pt x="880" y="584"/>
                  </a:moveTo>
                  <a:cubicBezTo>
                    <a:pt x="880" y="580"/>
                    <a:pt x="875" y="577"/>
                    <a:pt x="873" y="575"/>
                  </a:cubicBezTo>
                  <a:cubicBezTo>
                    <a:pt x="865" y="575"/>
                    <a:pt x="858" y="575"/>
                    <a:pt x="851" y="575"/>
                  </a:cubicBezTo>
                  <a:cubicBezTo>
                    <a:pt x="851" y="575"/>
                    <a:pt x="855" y="580"/>
                    <a:pt x="861" y="588"/>
                  </a:cubicBezTo>
                  <a:cubicBezTo>
                    <a:pt x="867" y="588"/>
                    <a:pt x="874" y="587"/>
                    <a:pt x="880" y="587"/>
                  </a:cubicBezTo>
                  <a:cubicBezTo>
                    <a:pt x="880" y="586"/>
                    <a:pt x="880" y="585"/>
                    <a:pt x="880" y="584"/>
                  </a:cubicBezTo>
                  <a:moveTo>
                    <a:pt x="880" y="583"/>
                  </a:moveTo>
                  <a:cubicBezTo>
                    <a:pt x="894" y="574"/>
                    <a:pt x="894" y="574"/>
                    <a:pt x="894" y="574"/>
                  </a:cubicBezTo>
                  <a:cubicBezTo>
                    <a:pt x="879" y="557"/>
                    <a:pt x="879" y="557"/>
                    <a:pt x="879" y="557"/>
                  </a:cubicBezTo>
                  <a:cubicBezTo>
                    <a:pt x="873" y="575"/>
                    <a:pt x="873" y="575"/>
                    <a:pt x="873" y="575"/>
                  </a:cubicBezTo>
                  <a:cubicBezTo>
                    <a:pt x="880" y="583"/>
                    <a:pt x="880" y="583"/>
                    <a:pt x="880" y="583"/>
                  </a:cubicBezTo>
                  <a:moveTo>
                    <a:pt x="816" y="566"/>
                  </a:moveTo>
                  <a:cubicBezTo>
                    <a:pt x="816" y="557"/>
                    <a:pt x="816" y="548"/>
                    <a:pt x="816" y="539"/>
                  </a:cubicBezTo>
                  <a:cubicBezTo>
                    <a:pt x="814" y="539"/>
                    <a:pt x="811" y="539"/>
                    <a:pt x="810" y="539"/>
                  </a:cubicBezTo>
                  <a:cubicBezTo>
                    <a:pt x="809" y="548"/>
                    <a:pt x="809" y="557"/>
                    <a:pt x="809" y="566"/>
                  </a:cubicBezTo>
                  <a:cubicBezTo>
                    <a:pt x="811" y="566"/>
                    <a:pt x="814" y="566"/>
                    <a:pt x="816" y="566"/>
                  </a:cubicBezTo>
                  <a:moveTo>
                    <a:pt x="954" y="545"/>
                  </a:moveTo>
                  <a:cubicBezTo>
                    <a:pt x="968" y="535"/>
                    <a:pt x="968" y="535"/>
                    <a:pt x="968" y="535"/>
                  </a:cubicBezTo>
                  <a:cubicBezTo>
                    <a:pt x="961" y="536"/>
                    <a:pt x="954" y="536"/>
                    <a:pt x="947" y="537"/>
                  </a:cubicBezTo>
                  <a:cubicBezTo>
                    <a:pt x="948" y="566"/>
                    <a:pt x="948" y="566"/>
                    <a:pt x="948" y="566"/>
                  </a:cubicBezTo>
                  <a:cubicBezTo>
                    <a:pt x="920" y="547"/>
                    <a:pt x="920" y="547"/>
                    <a:pt x="920" y="547"/>
                  </a:cubicBezTo>
                  <a:cubicBezTo>
                    <a:pt x="946" y="585"/>
                    <a:pt x="946" y="585"/>
                    <a:pt x="946" y="585"/>
                  </a:cubicBezTo>
                  <a:cubicBezTo>
                    <a:pt x="949" y="585"/>
                    <a:pt x="952" y="585"/>
                    <a:pt x="956" y="584"/>
                  </a:cubicBezTo>
                  <a:cubicBezTo>
                    <a:pt x="965" y="581"/>
                    <a:pt x="965" y="581"/>
                    <a:pt x="965" y="581"/>
                  </a:cubicBezTo>
                  <a:cubicBezTo>
                    <a:pt x="954" y="545"/>
                    <a:pt x="954" y="545"/>
                    <a:pt x="954" y="545"/>
                  </a:cubicBezTo>
                  <a:moveTo>
                    <a:pt x="912" y="557"/>
                  </a:moveTo>
                  <a:cubicBezTo>
                    <a:pt x="912" y="556"/>
                    <a:pt x="913" y="556"/>
                    <a:pt x="914" y="556"/>
                  </a:cubicBezTo>
                  <a:cubicBezTo>
                    <a:pt x="909" y="550"/>
                    <a:pt x="903" y="543"/>
                    <a:pt x="899" y="538"/>
                  </a:cubicBezTo>
                  <a:cubicBezTo>
                    <a:pt x="897" y="538"/>
                    <a:pt x="894" y="538"/>
                    <a:pt x="892" y="538"/>
                  </a:cubicBezTo>
                  <a:cubicBezTo>
                    <a:pt x="885" y="548"/>
                    <a:pt x="885" y="548"/>
                    <a:pt x="885" y="548"/>
                  </a:cubicBezTo>
                  <a:cubicBezTo>
                    <a:pt x="871" y="539"/>
                    <a:pt x="871" y="539"/>
                    <a:pt x="871" y="539"/>
                  </a:cubicBezTo>
                  <a:cubicBezTo>
                    <a:pt x="850" y="530"/>
                    <a:pt x="850" y="530"/>
                    <a:pt x="850" y="530"/>
                  </a:cubicBezTo>
                  <a:cubicBezTo>
                    <a:pt x="872" y="548"/>
                    <a:pt x="872" y="548"/>
                    <a:pt x="872" y="548"/>
                  </a:cubicBezTo>
                  <a:cubicBezTo>
                    <a:pt x="879" y="557"/>
                    <a:pt x="879" y="557"/>
                    <a:pt x="879" y="557"/>
                  </a:cubicBezTo>
                  <a:cubicBezTo>
                    <a:pt x="894" y="574"/>
                    <a:pt x="894" y="574"/>
                    <a:pt x="894" y="574"/>
                  </a:cubicBezTo>
                  <a:cubicBezTo>
                    <a:pt x="892" y="556"/>
                    <a:pt x="892" y="556"/>
                    <a:pt x="892" y="556"/>
                  </a:cubicBezTo>
                  <a:cubicBezTo>
                    <a:pt x="894" y="574"/>
                    <a:pt x="894" y="574"/>
                    <a:pt x="894" y="574"/>
                  </a:cubicBezTo>
                  <a:cubicBezTo>
                    <a:pt x="898" y="568"/>
                    <a:pt x="900" y="564"/>
                    <a:pt x="902" y="560"/>
                  </a:cubicBezTo>
                  <a:cubicBezTo>
                    <a:pt x="898" y="561"/>
                    <a:pt x="900" y="559"/>
                    <a:pt x="900" y="559"/>
                  </a:cubicBezTo>
                  <a:cubicBezTo>
                    <a:pt x="901" y="557"/>
                    <a:pt x="902" y="557"/>
                    <a:pt x="903" y="557"/>
                  </a:cubicBezTo>
                  <a:cubicBezTo>
                    <a:pt x="903" y="557"/>
                    <a:pt x="903" y="558"/>
                    <a:pt x="902" y="560"/>
                  </a:cubicBezTo>
                  <a:cubicBezTo>
                    <a:pt x="903" y="560"/>
                    <a:pt x="905" y="560"/>
                    <a:pt x="912" y="557"/>
                  </a:cubicBezTo>
                  <a:moveTo>
                    <a:pt x="910" y="522"/>
                  </a:moveTo>
                  <a:cubicBezTo>
                    <a:pt x="919" y="529"/>
                    <a:pt x="919" y="529"/>
                    <a:pt x="919" y="529"/>
                  </a:cubicBezTo>
                  <a:cubicBezTo>
                    <a:pt x="912" y="519"/>
                    <a:pt x="912" y="519"/>
                    <a:pt x="912" y="519"/>
                  </a:cubicBezTo>
                  <a:cubicBezTo>
                    <a:pt x="904" y="511"/>
                    <a:pt x="904" y="511"/>
                    <a:pt x="904" y="511"/>
                  </a:cubicBezTo>
                  <a:cubicBezTo>
                    <a:pt x="910" y="522"/>
                    <a:pt x="910" y="522"/>
                    <a:pt x="910" y="522"/>
                  </a:cubicBezTo>
                  <a:moveTo>
                    <a:pt x="816" y="566"/>
                  </a:moveTo>
                  <a:cubicBezTo>
                    <a:pt x="816" y="557"/>
                    <a:pt x="816" y="548"/>
                    <a:pt x="816" y="539"/>
                  </a:cubicBezTo>
                  <a:cubicBezTo>
                    <a:pt x="816" y="548"/>
                    <a:pt x="816" y="557"/>
                    <a:pt x="816" y="566"/>
                  </a:cubicBezTo>
                  <a:moveTo>
                    <a:pt x="816" y="539"/>
                  </a:moveTo>
                  <a:cubicBezTo>
                    <a:pt x="823" y="522"/>
                    <a:pt x="823" y="522"/>
                    <a:pt x="823" y="522"/>
                  </a:cubicBezTo>
                  <a:cubicBezTo>
                    <a:pt x="810" y="512"/>
                    <a:pt x="810" y="512"/>
                    <a:pt x="810" y="512"/>
                  </a:cubicBezTo>
                  <a:cubicBezTo>
                    <a:pt x="804" y="523"/>
                    <a:pt x="804" y="523"/>
                    <a:pt x="804" y="523"/>
                  </a:cubicBezTo>
                  <a:cubicBezTo>
                    <a:pt x="810" y="539"/>
                    <a:pt x="810" y="539"/>
                    <a:pt x="810" y="539"/>
                  </a:cubicBezTo>
                  <a:cubicBezTo>
                    <a:pt x="811" y="539"/>
                    <a:pt x="814" y="539"/>
                    <a:pt x="816" y="539"/>
                  </a:cubicBezTo>
                  <a:moveTo>
                    <a:pt x="776" y="512"/>
                  </a:moveTo>
                  <a:cubicBezTo>
                    <a:pt x="776" y="509"/>
                    <a:pt x="777" y="506"/>
                    <a:pt x="777" y="503"/>
                  </a:cubicBezTo>
                  <a:cubicBezTo>
                    <a:pt x="770" y="503"/>
                    <a:pt x="763" y="503"/>
                    <a:pt x="757" y="503"/>
                  </a:cubicBezTo>
                  <a:cubicBezTo>
                    <a:pt x="747" y="528"/>
                    <a:pt x="747" y="528"/>
                    <a:pt x="747" y="528"/>
                  </a:cubicBezTo>
                  <a:cubicBezTo>
                    <a:pt x="733" y="530"/>
                    <a:pt x="726" y="533"/>
                    <a:pt x="720" y="540"/>
                  </a:cubicBezTo>
                  <a:cubicBezTo>
                    <a:pt x="716" y="544"/>
                    <a:pt x="713" y="552"/>
                    <a:pt x="710" y="559"/>
                  </a:cubicBezTo>
                  <a:cubicBezTo>
                    <a:pt x="706" y="571"/>
                    <a:pt x="703" y="576"/>
                    <a:pt x="699" y="584"/>
                  </a:cubicBezTo>
                  <a:cubicBezTo>
                    <a:pt x="700" y="584"/>
                    <a:pt x="701" y="584"/>
                    <a:pt x="703" y="584"/>
                  </a:cubicBezTo>
                  <a:cubicBezTo>
                    <a:pt x="724" y="547"/>
                    <a:pt x="724" y="547"/>
                    <a:pt x="725" y="546"/>
                  </a:cubicBezTo>
                  <a:cubicBezTo>
                    <a:pt x="730" y="539"/>
                    <a:pt x="734" y="535"/>
                    <a:pt x="739" y="537"/>
                  </a:cubicBezTo>
                  <a:cubicBezTo>
                    <a:pt x="747" y="540"/>
                    <a:pt x="748" y="540"/>
                    <a:pt x="756" y="511"/>
                  </a:cubicBezTo>
                  <a:cubicBezTo>
                    <a:pt x="763" y="512"/>
                    <a:pt x="769" y="512"/>
                    <a:pt x="776" y="512"/>
                  </a:cubicBezTo>
                  <a:moveTo>
                    <a:pt x="776" y="512"/>
                  </a:moveTo>
                  <a:cubicBezTo>
                    <a:pt x="790" y="504"/>
                    <a:pt x="790" y="504"/>
                    <a:pt x="790" y="504"/>
                  </a:cubicBezTo>
                  <a:cubicBezTo>
                    <a:pt x="785" y="504"/>
                    <a:pt x="781" y="503"/>
                    <a:pt x="777" y="503"/>
                  </a:cubicBezTo>
                  <a:cubicBezTo>
                    <a:pt x="777" y="506"/>
                    <a:pt x="776" y="509"/>
                    <a:pt x="776" y="512"/>
                  </a:cubicBezTo>
                  <a:moveTo>
                    <a:pt x="1010" y="497"/>
                  </a:moveTo>
                  <a:cubicBezTo>
                    <a:pt x="1009" y="491"/>
                    <a:pt x="1009" y="486"/>
                    <a:pt x="1008" y="480"/>
                  </a:cubicBezTo>
                  <a:cubicBezTo>
                    <a:pt x="998" y="507"/>
                    <a:pt x="998" y="507"/>
                    <a:pt x="998" y="507"/>
                  </a:cubicBezTo>
                  <a:cubicBezTo>
                    <a:pt x="1010" y="497"/>
                    <a:pt x="1010" y="497"/>
                    <a:pt x="1010" y="497"/>
                  </a:cubicBezTo>
                  <a:moveTo>
                    <a:pt x="856" y="478"/>
                  </a:moveTo>
                  <a:cubicBezTo>
                    <a:pt x="883" y="503"/>
                    <a:pt x="883" y="503"/>
                    <a:pt x="883" y="503"/>
                  </a:cubicBezTo>
                  <a:cubicBezTo>
                    <a:pt x="869" y="478"/>
                    <a:pt x="869" y="478"/>
                    <a:pt x="869" y="478"/>
                  </a:cubicBezTo>
                  <a:cubicBezTo>
                    <a:pt x="865" y="478"/>
                    <a:pt x="860" y="478"/>
                    <a:pt x="856" y="478"/>
                  </a:cubicBezTo>
                  <a:moveTo>
                    <a:pt x="1067" y="483"/>
                  </a:moveTo>
                  <a:cubicBezTo>
                    <a:pt x="1067" y="477"/>
                    <a:pt x="1065" y="472"/>
                    <a:pt x="1064" y="466"/>
                  </a:cubicBezTo>
                  <a:cubicBezTo>
                    <a:pt x="1062" y="466"/>
                    <a:pt x="1060" y="467"/>
                    <a:pt x="1057" y="467"/>
                  </a:cubicBezTo>
                  <a:cubicBezTo>
                    <a:pt x="1053" y="476"/>
                    <a:pt x="1053" y="476"/>
                    <a:pt x="1053" y="476"/>
                  </a:cubicBezTo>
                  <a:cubicBezTo>
                    <a:pt x="1067" y="483"/>
                    <a:pt x="1067" y="483"/>
                    <a:pt x="1067" y="483"/>
                  </a:cubicBezTo>
                  <a:moveTo>
                    <a:pt x="1057" y="467"/>
                  </a:moveTo>
                  <a:cubicBezTo>
                    <a:pt x="1057" y="464"/>
                    <a:pt x="1056" y="461"/>
                    <a:pt x="1055" y="458"/>
                  </a:cubicBezTo>
                  <a:cubicBezTo>
                    <a:pt x="1052" y="458"/>
                    <a:pt x="1047" y="459"/>
                    <a:pt x="1043" y="459"/>
                  </a:cubicBezTo>
                  <a:cubicBezTo>
                    <a:pt x="1053" y="476"/>
                    <a:pt x="1053" y="476"/>
                    <a:pt x="1053" y="476"/>
                  </a:cubicBezTo>
                  <a:cubicBezTo>
                    <a:pt x="1057" y="467"/>
                    <a:pt x="1057" y="467"/>
                    <a:pt x="1057" y="467"/>
                  </a:cubicBezTo>
                  <a:moveTo>
                    <a:pt x="297" y="387"/>
                  </a:moveTo>
                  <a:cubicBezTo>
                    <a:pt x="302" y="398"/>
                    <a:pt x="302" y="398"/>
                    <a:pt x="302" y="398"/>
                  </a:cubicBezTo>
                  <a:cubicBezTo>
                    <a:pt x="306" y="380"/>
                    <a:pt x="306" y="380"/>
                    <a:pt x="306" y="380"/>
                  </a:cubicBezTo>
                  <a:cubicBezTo>
                    <a:pt x="297" y="387"/>
                    <a:pt x="297" y="387"/>
                    <a:pt x="297" y="387"/>
                  </a:cubicBezTo>
                  <a:moveTo>
                    <a:pt x="297" y="387"/>
                  </a:moveTo>
                  <a:cubicBezTo>
                    <a:pt x="306" y="380"/>
                    <a:pt x="306" y="380"/>
                    <a:pt x="306" y="380"/>
                  </a:cubicBezTo>
                  <a:cubicBezTo>
                    <a:pt x="311" y="363"/>
                    <a:pt x="311" y="363"/>
                    <a:pt x="311" y="363"/>
                  </a:cubicBezTo>
                  <a:cubicBezTo>
                    <a:pt x="307" y="362"/>
                    <a:pt x="303" y="360"/>
                    <a:pt x="299" y="359"/>
                  </a:cubicBezTo>
                  <a:cubicBezTo>
                    <a:pt x="301" y="350"/>
                    <a:pt x="301" y="350"/>
                    <a:pt x="301" y="350"/>
                  </a:cubicBezTo>
                  <a:cubicBezTo>
                    <a:pt x="298" y="349"/>
                    <a:pt x="296" y="348"/>
                    <a:pt x="293" y="346"/>
                  </a:cubicBezTo>
                  <a:cubicBezTo>
                    <a:pt x="272" y="366"/>
                    <a:pt x="272" y="366"/>
                    <a:pt x="272" y="366"/>
                  </a:cubicBezTo>
                  <a:cubicBezTo>
                    <a:pt x="280" y="372"/>
                    <a:pt x="290" y="381"/>
                    <a:pt x="297" y="387"/>
                  </a:cubicBezTo>
                  <a:moveTo>
                    <a:pt x="720" y="415"/>
                  </a:moveTo>
                  <a:cubicBezTo>
                    <a:pt x="720" y="413"/>
                    <a:pt x="721" y="410"/>
                    <a:pt x="721" y="407"/>
                  </a:cubicBezTo>
                  <a:cubicBezTo>
                    <a:pt x="700" y="389"/>
                    <a:pt x="700" y="389"/>
                    <a:pt x="700" y="389"/>
                  </a:cubicBezTo>
                  <a:cubicBezTo>
                    <a:pt x="690" y="414"/>
                    <a:pt x="690" y="414"/>
                    <a:pt x="690" y="414"/>
                  </a:cubicBezTo>
                  <a:cubicBezTo>
                    <a:pt x="700" y="415"/>
                    <a:pt x="710" y="415"/>
                    <a:pt x="720" y="415"/>
                  </a:cubicBezTo>
                  <a:moveTo>
                    <a:pt x="740" y="410"/>
                  </a:moveTo>
                  <a:cubicBezTo>
                    <a:pt x="753" y="390"/>
                    <a:pt x="753" y="390"/>
                    <a:pt x="753" y="390"/>
                  </a:cubicBezTo>
                  <a:cubicBezTo>
                    <a:pt x="747" y="384"/>
                    <a:pt x="747" y="384"/>
                    <a:pt x="747" y="384"/>
                  </a:cubicBezTo>
                  <a:cubicBezTo>
                    <a:pt x="747" y="386"/>
                    <a:pt x="747" y="386"/>
                    <a:pt x="747" y="386"/>
                  </a:cubicBezTo>
                  <a:cubicBezTo>
                    <a:pt x="741" y="405"/>
                    <a:pt x="741" y="405"/>
                    <a:pt x="740" y="406"/>
                  </a:cubicBezTo>
                  <a:cubicBezTo>
                    <a:pt x="739" y="406"/>
                    <a:pt x="737" y="407"/>
                    <a:pt x="737" y="407"/>
                  </a:cubicBezTo>
                  <a:cubicBezTo>
                    <a:pt x="731" y="407"/>
                    <a:pt x="726" y="407"/>
                    <a:pt x="721" y="407"/>
                  </a:cubicBezTo>
                  <a:cubicBezTo>
                    <a:pt x="721" y="410"/>
                    <a:pt x="720" y="413"/>
                    <a:pt x="720" y="415"/>
                  </a:cubicBezTo>
                  <a:cubicBezTo>
                    <a:pt x="737" y="425"/>
                    <a:pt x="737" y="425"/>
                    <a:pt x="737" y="425"/>
                  </a:cubicBezTo>
                  <a:cubicBezTo>
                    <a:pt x="745" y="418"/>
                    <a:pt x="745" y="418"/>
                    <a:pt x="745" y="418"/>
                  </a:cubicBezTo>
                  <a:cubicBezTo>
                    <a:pt x="751" y="408"/>
                    <a:pt x="751" y="408"/>
                    <a:pt x="751" y="408"/>
                  </a:cubicBezTo>
                  <a:cubicBezTo>
                    <a:pt x="743" y="418"/>
                    <a:pt x="743" y="418"/>
                    <a:pt x="743" y="418"/>
                  </a:cubicBezTo>
                  <a:cubicBezTo>
                    <a:pt x="740" y="410"/>
                    <a:pt x="740" y="410"/>
                    <a:pt x="740" y="410"/>
                  </a:cubicBezTo>
                  <a:moveTo>
                    <a:pt x="664" y="395"/>
                  </a:moveTo>
                  <a:cubicBezTo>
                    <a:pt x="677" y="388"/>
                    <a:pt x="677" y="388"/>
                    <a:pt x="677" y="388"/>
                  </a:cubicBezTo>
                  <a:cubicBezTo>
                    <a:pt x="680" y="359"/>
                    <a:pt x="680" y="359"/>
                    <a:pt x="680" y="359"/>
                  </a:cubicBezTo>
                  <a:cubicBezTo>
                    <a:pt x="654" y="386"/>
                    <a:pt x="654" y="386"/>
                    <a:pt x="654" y="386"/>
                  </a:cubicBezTo>
                  <a:cubicBezTo>
                    <a:pt x="654" y="389"/>
                    <a:pt x="653" y="392"/>
                    <a:pt x="652" y="395"/>
                  </a:cubicBezTo>
                  <a:cubicBezTo>
                    <a:pt x="656" y="395"/>
                    <a:pt x="660" y="395"/>
                    <a:pt x="664" y="395"/>
                  </a:cubicBezTo>
                  <a:moveTo>
                    <a:pt x="687" y="364"/>
                  </a:moveTo>
                  <a:cubicBezTo>
                    <a:pt x="688" y="361"/>
                    <a:pt x="688" y="358"/>
                    <a:pt x="688" y="356"/>
                  </a:cubicBezTo>
                  <a:cubicBezTo>
                    <a:pt x="659" y="362"/>
                    <a:pt x="659" y="362"/>
                    <a:pt x="659" y="362"/>
                  </a:cubicBezTo>
                  <a:cubicBezTo>
                    <a:pt x="658" y="370"/>
                    <a:pt x="656" y="378"/>
                    <a:pt x="654" y="386"/>
                  </a:cubicBezTo>
                  <a:cubicBezTo>
                    <a:pt x="680" y="359"/>
                    <a:pt x="680" y="359"/>
                    <a:pt x="680" y="359"/>
                  </a:cubicBezTo>
                  <a:cubicBezTo>
                    <a:pt x="677" y="388"/>
                    <a:pt x="677" y="388"/>
                    <a:pt x="677" y="388"/>
                  </a:cubicBezTo>
                  <a:cubicBezTo>
                    <a:pt x="687" y="364"/>
                    <a:pt x="687" y="364"/>
                    <a:pt x="687" y="364"/>
                  </a:cubicBezTo>
                  <a:moveTo>
                    <a:pt x="301" y="350"/>
                  </a:moveTo>
                  <a:cubicBezTo>
                    <a:pt x="299" y="359"/>
                    <a:pt x="299" y="359"/>
                    <a:pt x="299" y="359"/>
                  </a:cubicBezTo>
                  <a:cubicBezTo>
                    <a:pt x="301" y="350"/>
                    <a:pt x="301" y="350"/>
                    <a:pt x="301" y="350"/>
                  </a:cubicBezTo>
                  <a:moveTo>
                    <a:pt x="301" y="350"/>
                  </a:moveTo>
                  <a:cubicBezTo>
                    <a:pt x="326" y="320"/>
                    <a:pt x="326" y="320"/>
                    <a:pt x="326" y="320"/>
                  </a:cubicBezTo>
                  <a:cubicBezTo>
                    <a:pt x="334" y="289"/>
                    <a:pt x="334" y="289"/>
                    <a:pt x="334" y="289"/>
                  </a:cubicBezTo>
                  <a:cubicBezTo>
                    <a:pt x="328" y="279"/>
                    <a:pt x="328" y="279"/>
                    <a:pt x="328" y="279"/>
                  </a:cubicBezTo>
                  <a:cubicBezTo>
                    <a:pt x="314" y="296"/>
                    <a:pt x="300" y="315"/>
                    <a:pt x="287" y="334"/>
                  </a:cubicBezTo>
                  <a:cubicBezTo>
                    <a:pt x="288" y="334"/>
                    <a:pt x="288" y="334"/>
                    <a:pt x="288" y="334"/>
                  </a:cubicBezTo>
                  <a:cubicBezTo>
                    <a:pt x="302" y="321"/>
                    <a:pt x="302" y="321"/>
                    <a:pt x="302" y="321"/>
                  </a:cubicBezTo>
                  <a:cubicBezTo>
                    <a:pt x="317" y="326"/>
                    <a:pt x="317" y="326"/>
                    <a:pt x="317" y="326"/>
                  </a:cubicBezTo>
                  <a:cubicBezTo>
                    <a:pt x="302" y="321"/>
                    <a:pt x="302" y="321"/>
                    <a:pt x="302" y="321"/>
                  </a:cubicBezTo>
                  <a:cubicBezTo>
                    <a:pt x="288" y="334"/>
                    <a:pt x="288" y="334"/>
                    <a:pt x="288" y="334"/>
                  </a:cubicBezTo>
                  <a:cubicBezTo>
                    <a:pt x="307" y="333"/>
                    <a:pt x="307" y="333"/>
                    <a:pt x="307" y="333"/>
                  </a:cubicBezTo>
                  <a:cubicBezTo>
                    <a:pt x="293" y="346"/>
                    <a:pt x="293" y="346"/>
                    <a:pt x="293" y="346"/>
                  </a:cubicBezTo>
                  <a:cubicBezTo>
                    <a:pt x="296" y="348"/>
                    <a:pt x="298" y="349"/>
                    <a:pt x="301" y="350"/>
                  </a:cubicBezTo>
                  <a:moveTo>
                    <a:pt x="723" y="350"/>
                  </a:moveTo>
                  <a:cubicBezTo>
                    <a:pt x="719" y="350"/>
                    <a:pt x="716" y="350"/>
                    <a:pt x="712" y="349"/>
                  </a:cubicBezTo>
                  <a:cubicBezTo>
                    <a:pt x="716" y="350"/>
                    <a:pt x="719" y="350"/>
                    <a:pt x="723" y="350"/>
                  </a:cubicBezTo>
                  <a:moveTo>
                    <a:pt x="712" y="349"/>
                  </a:moveTo>
                  <a:cubicBezTo>
                    <a:pt x="716" y="350"/>
                    <a:pt x="719" y="350"/>
                    <a:pt x="723" y="350"/>
                  </a:cubicBezTo>
                  <a:cubicBezTo>
                    <a:pt x="719" y="350"/>
                    <a:pt x="716" y="350"/>
                    <a:pt x="712" y="349"/>
                  </a:cubicBezTo>
                  <a:moveTo>
                    <a:pt x="727" y="358"/>
                  </a:moveTo>
                  <a:cubicBezTo>
                    <a:pt x="723" y="350"/>
                    <a:pt x="723" y="350"/>
                    <a:pt x="723" y="350"/>
                  </a:cubicBezTo>
                  <a:cubicBezTo>
                    <a:pt x="727" y="358"/>
                    <a:pt x="727" y="358"/>
                    <a:pt x="727" y="358"/>
                  </a:cubicBezTo>
                  <a:moveTo>
                    <a:pt x="732" y="366"/>
                  </a:moveTo>
                  <a:cubicBezTo>
                    <a:pt x="727" y="358"/>
                    <a:pt x="727" y="358"/>
                    <a:pt x="727" y="358"/>
                  </a:cubicBezTo>
                  <a:cubicBezTo>
                    <a:pt x="732" y="366"/>
                    <a:pt x="732" y="366"/>
                    <a:pt x="732" y="366"/>
                  </a:cubicBezTo>
                  <a:moveTo>
                    <a:pt x="732" y="366"/>
                  </a:moveTo>
                  <a:cubicBezTo>
                    <a:pt x="737" y="375"/>
                    <a:pt x="737" y="375"/>
                    <a:pt x="737" y="375"/>
                  </a:cubicBezTo>
                  <a:cubicBezTo>
                    <a:pt x="732" y="366"/>
                    <a:pt x="732" y="366"/>
                    <a:pt x="732" y="366"/>
                  </a:cubicBezTo>
                  <a:moveTo>
                    <a:pt x="746" y="388"/>
                  </a:moveTo>
                  <a:cubicBezTo>
                    <a:pt x="746" y="387"/>
                    <a:pt x="747" y="385"/>
                    <a:pt x="747" y="384"/>
                  </a:cubicBezTo>
                  <a:cubicBezTo>
                    <a:pt x="744" y="381"/>
                    <a:pt x="740" y="377"/>
                    <a:pt x="737" y="375"/>
                  </a:cubicBezTo>
                  <a:cubicBezTo>
                    <a:pt x="732" y="366"/>
                    <a:pt x="732" y="366"/>
                    <a:pt x="732" y="366"/>
                  </a:cubicBezTo>
                  <a:cubicBezTo>
                    <a:pt x="727" y="358"/>
                    <a:pt x="727" y="358"/>
                    <a:pt x="727" y="358"/>
                  </a:cubicBezTo>
                  <a:cubicBezTo>
                    <a:pt x="723" y="350"/>
                    <a:pt x="723" y="350"/>
                    <a:pt x="723" y="350"/>
                  </a:cubicBezTo>
                  <a:cubicBezTo>
                    <a:pt x="719" y="350"/>
                    <a:pt x="716" y="350"/>
                    <a:pt x="712" y="349"/>
                  </a:cubicBezTo>
                  <a:cubicBezTo>
                    <a:pt x="716" y="350"/>
                    <a:pt x="719" y="350"/>
                    <a:pt x="723" y="350"/>
                  </a:cubicBezTo>
                  <a:cubicBezTo>
                    <a:pt x="724" y="342"/>
                    <a:pt x="725" y="334"/>
                    <a:pt x="727" y="326"/>
                  </a:cubicBezTo>
                  <a:cubicBezTo>
                    <a:pt x="723" y="326"/>
                    <a:pt x="720" y="325"/>
                    <a:pt x="716" y="325"/>
                  </a:cubicBezTo>
                  <a:cubicBezTo>
                    <a:pt x="714" y="325"/>
                    <a:pt x="713" y="325"/>
                    <a:pt x="711" y="325"/>
                  </a:cubicBezTo>
                  <a:cubicBezTo>
                    <a:pt x="720" y="334"/>
                    <a:pt x="720" y="334"/>
                    <a:pt x="720" y="334"/>
                  </a:cubicBezTo>
                  <a:cubicBezTo>
                    <a:pt x="711" y="325"/>
                    <a:pt x="711" y="325"/>
                    <a:pt x="711" y="325"/>
                  </a:cubicBezTo>
                  <a:cubicBezTo>
                    <a:pt x="707" y="325"/>
                    <a:pt x="703" y="325"/>
                    <a:pt x="700" y="324"/>
                  </a:cubicBezTo>
                  <a:cubicBezTo>
                    <a:pt x="699" y="330"/>
                    <a:pt x="698" y="335"/>
                    <a:pt x="697" y="340"/>
                  </a:cubicBezTo>
                  <a:cubicBezTo>
                    <a:pt x="702" y="352"/>
                    <a:pt x="710" y="362"/>
                    <a:pt x="714" y="374"/>
                  </a:cubicBezTo>
                  <a:cubicBezTo>
                    <a:pt x="712" y="376"/>
                    <a:pt x="709" y="379"/>
                    <a:pt x="707" y="381"/>
                  </a:cubicBezTo>
                  <a:cubicBezTo>
                    <a:pt x="700" y="389"/>
                    <a:pt x="700" y="389"/>
                    <a:pt x="700" y="389"/>
                  </a:cubicBezTo>
                  <a:cubicBezTo>
                    <a:pt x="721" y="407"/>
                    <a:pt x="721" y="407"/>
                    <a:pt x="721" y="407"/>
                  </a:cubicBezTo>
                  <a:cubicBezTo>
                    <a:pt x="739" y="406"/>
                    <a:pt x="739" y="406"/>
                    <a:pt x="740" y="406"/>
                  </a:cubicBezTo>
                  <a:cubicBezTo>
                    <a:pt x="741" y="405"/>
                    <a:pt x="741" y="405"/>
                    <a:pt x="746" y="388"/>
                  </a:cubicBezTo>
                  <a:moveTo>
                    <a:pt x="700" y="324"/>
                  </a:moveTo>
                  <a:cubicBezTo>
                    <a:pt x="703" y="325"/>
                    <a:pt x="707" y="325"/>
                    <a:pt x="711" y="325"/>
                  </a:cubicBezTo>
                  <a:cubicBezTo>
                    <a:pt x="707" y="317"/>
                    <a:pt x="707" y="317"/>
                    <a:pt x="707" y="317"/>
                  </a:cubicBezTo>
                  <a:cubicBezTo>
                    <a:pt x="700" y="324"/>
                    <a:pt x="700" y="324"/>
                    <a:pt x="700" y="324"/>
                  </a:cubicBezTo>
                  <a:moveTo>
                    <a:pt x="835" y="329"/>
                  </a:moveTo>
                  <a:cubicBezTo>
                    <a:pt x="836" y="329"/>
                    <a:pt x="838" y="329"/>
                    <a:pt x="840" y="329"/>
                  </a:cubicBezTo>
                  <a:cubicBezTo>
                    <a:pt x="833" y="306"/>
                    <a:pt x="833" y="306"/>
                    <a:pt x="833" y="306"/>
                  </a:cubicBezTo>
                  <a:cubicBezTo>
                    <a:pt x="824" y="313"/>
                    <a:pt x="824" y="313"/>
                    <a:pt x="824" y="313"/>
                  </a:cubicBezTo>
                  <a:cubicBezTo>
                    <a:pt x="829" y="321"/>
                    <a:pt x="829" y="321"/>
                    <a:pt x="829" y="321"/>
                  </a:cubicBezTo>
                  <a:cubicBezTo>
                    <a:pt x="835" y="329"/>
                    <a:pt x="835" y="329"/>
                    <a:pt x="835" y="329"/>
                  </a:cubicBezTo>
                  <a:moveTo>
                    <a:pt x="818" y="314"/>
                  </a:moveTo>
                  <a:cubicBezTo>
                    <a:pt x="818" y="314"/>
                    <a:pt x="818" y="314"/>
                    <a:pt x="818" y="313"/>
                  </a:cubicBezTo>
                  <a:cubicBezTo>
                    <a:pt x="812" y="316"/>
                    <a:pt x="803" y="320"/>
                    <a:pt x="797" y="323"/>
                  </a:cubicBezTo>
                  <a:cubicBezTo>
                    <a:pt x="792" y="305"/>
                    <a:pt x="792" y="305"/>
                    <a:pt x="792" y="305"/>
                  </a:cubicBezTo>
                  <a:cubicBezTo>
                    <a:pt x="792" y="306"/>
                    <a:pt x="792" y="306"/>
                    <a:pt x="792" y="306"/>
                  </a:cubicBezTo>
                  <a:cubicBezTo>
                    <a:pt x="794" y="324"/>
                    <a:pt x="794" y="324"/>
                    <a:pt x="797" y="326"/>
                  </a:cubicBezTo>
                  <a:cubicBezTo>
                    <a:pt x="800" y="330"/>
                    <a:pt x="811" y="328"/>
                    <a:pt x="813" y="326"/>
                  </a:cubicBezTo>
                  <a:cubicBezTo>
                    <a:pt x="814" y="325"/>
                    <a:pt x="814" y="324"/>
                    <a:pt x="815" y="321"/>
                  </a:cubicBezTo>
                  <a:cubicBezTo>
                    <a:pt x="816" y="319"/>
                    <a:pt x="817" y="317"/>
                    <a:pt x="818" y="314"/>
                  </a:cubicBezTo>
                  <a:moveTo>
                    <a:pt x="654" y="244"/>
                  </a:moveTo>
                  <a:cubicBezTo>
                    <a:pt x="655" y="244"/>
                    <a:pt x="657" y="244"/>
                    <a:pt x="658" y="244"/>
                  </a:cubicBezTo>
                  <a:cubicBezTo>
                    <a:pt x="659" y="241"/>
                    <a:pt x="661" y="235"/>
                    <a:pt x="662" y="231"/>
                  </a:cubicBezTo>
                  <a:cubicBezTo>
                    <a:pt x="653" y="222"/>
                    <a:pt x="653" y="222"/>
                    <a:pt x="653" y="222"/>
                  </a:cubicBezTo>
                  <a:cubicBezTo>
                    <a:pt x="625" y="226"/>
                    <a:pt x="625" y="226"/>
                    <a:pt x="625" y="226"/>
                  </a:cubicBezTo>
                  <a:cubicBezTo>
                    <a:pt x="622" y="226"/>
                    <a:pt x="619" y="225"/>
                    <a:pt x="617" y="225"/>
                  </a:cubicBezTo>
                  <a:cubicBezTo>
                    <a:pt x="606" y="238"/>
                    <a:pt x="606" y="238"/>
                    <a:pt x="606" y="238"/>
                  </a:cubicBezTo>
                  <a:cubicBezTo>
                    <a:pt x="607" y="238"/>
                    <a:pt x="609" y="239"/>
                    <a:pt x="610" y="239"/>
                  </a:cubicBezTo>
                  <a:cubicBezTo>
                    <a:pt x="609" y="241"/>
                    <a:pt x="608" y="243"/>
                    <a:pt x="607" y="246"/>
                  </a:cubicBezTo>
                  <a:cubicBezTo>
                    <a:pt x="610" y="248"/>
                    <a:pt x="612" y="252"/>
                    <a:pt x="616" y="254"/>
                  </a:cubicBezTo>
                  <a:cubicBezTo>
                    <a:pt x="617" y="255"/>
                    <a:pt x="621" y="256"/>
                    <a:pt x="623" y="255"/>
                  </a:cubicBezTo>
                  <a:cubicBezTo>
                    <a:pt x="626" y="255"/>
                    <a:pt x="629" y="254"/>
                    <a:pt x="634" y="251"/>
                  </a:cubicBezTo>
                  <a:cubicBezTo>
                    <a:pt x="640" y="248"/>
                    <a:pt x="645" y="246"/>
                    <a:pt x="654" y="244"/>
                  </a:cubicBezTo>
                  <a:moveTo>
                    <a:pt x="1066" y="191"/>
                  </a:moveTo>
                  <a:cubicBezTo>
                    <a:pt x="1065" y="190"/>
                    <a:pt x="1065" y="189"/>
                    <a:pt x="1065" y="189"/>
                  </a:cubicBezTo>
                  <a:cubicBezTo>
                    <a:pt x="1065" y="189"/>
                    <a:pt x="1063" y="188"/>
                    <a:pt x="1063" y="189"/>
                  </a:cubicBezTo>
                  <a:cubicBezTo>
                    <a:pt x="1062" y="189"/>
                    <a:pt x="1065" y="192"/>
                    <a:pt x="1066" y="192"/>
                  </a:cubicBezTo>
                  <a:cubicBezTo>
                    <a:pt x="1067" y="192"/>
                    <a:pt x="1066" y="191"/>
                    <a:pt x="1066" y="191"/>
                  </a:cubicBezTo>
                  <a:moveTo>
                    <a:pt x="483" y="157"/>
                  </a:moveTo>
                  <a:cubicBezTo>
                    <a:pt x="498" y="146"/>
                    <a:pt x="498" y="146"/>
                    <a:pt x="498" y="146"/>
                  </a:cubicBezTo>
                  <a:cubicBezTo>
                    <a:pt x="497" y="146"/>
                    <a:pt x="497" y="145"/>
                    <a:pt x="496" y="145"/>
                  </a:cubicBezTo>
                  <a:cubicBezTo>
                    <a:pt x="493" y="144"/>
                    <a:pt x="490" y="143"/>
                    <a:pt x="488" y="142"/>
                  </a:cubicBezTo>
                  <a:cubicBezTo>
                    <a:pt x="478" y="155"/>
                    <a:pt x="478" y="155"/>
                    <a:pt x="478" y="155"/>
                  </a:cubicBezTo>
                  <a:cubicBezTo>
                    <a:pt x="483" y="157"/>
                    <a:pt x="483" y="157"/>
                    <a:pt x="483" y="157"/>
                  </a:cubicBezTo>
                  <a:moveTo>
                    <a:pt x="1193" y="530"/>
                  </a:moveTo>
                  <a:cubicBezTo>
                    <a:pt x="1191" y="524"/>
                    <a:pt x="1190" y="517"/>
                    <a:pt x="1188" y="512"/>
                  </a:cubicBezTo>
                  <a:cubicBezTo>
                    <a:pt x="1190" y="517"/>
                    <a:pt x="1191" y="524"/>
                    <a:pt x="1193" y="530"/>
                  </a:cubicBezTo>
                  <a:moveTo>
                    <a:pt x="1193" y="530"/>
                  </a:moveTo>
                  <a:cubicBezTo>
                    <a:pt x="1216" y="522"/>
                    <a:pt x="1216" y="522"/>
                    <a:pt x="1216" y="522"/>
                  </a:cubicBezTo>
                  <a:cubicBezTo>
                    <a:pt x="1193" y="530"/>
                    <a:pt x="1193" y="530"/>
                    <a:pt x="1193" y="530"/>
                  </a:cubicBezTo>
                  <a:moveTo>
                    <a:pt x="1152" y="508"/>
                  </a:moveTo>
                  <a:cubicBezTo>
                    <a:pt x="1147" y="509"/>
                    <a:pt x="1147" y="509"/>
                    <a:pt x="1147" y="509"/>
                  </a:cubicBezTo>
                  <a:cubicBezTo>
                    <a:pt x="1149" y="509"/>
                    <a:pt x="1150" y="509"/>
                    <a:pt x="1152" y="508"/>
                  </a:cubicBezTo>
                  <a:moveTo>
                    <a:pt x="1156" y="507"/>
                  </a:moveTo>
                  <a:cubicBezTo>
                    <a:pt x="1155" y="507"/>
                    <a:pt x="1153" y="508"/>
                    <a:pt x="1152" y="508"/>
                  </a:cubicBezTo>
                  <a:cubicBezTo>
                    <a:pt x="1153" y="508"/>
                    <a:pt x="1155" y="507"/>
                    <a:pt x="1156" y="507"/>
                  </a:cubicBezTo>
                  <a:moveTo>
                    <a:pt x="1159" y="507"/>
                  </a:moveTo>
                  <a:cubicBezTo>
                    <a:pt x="1158" y="507"/>
                    <a:pt x="1157" y="507"/>
                    <a:pt x="1156" y="507"/>
                  </a:cubicBezTo>
                  <a:cubicBezTo>
                    <a:pt x="1157" y="507"/>
                    <a:pt x="1158" y="507"/>
                    <a:pt x="1159" y="507"/>
                  </a:cubicBezTo>
                  <a:moveTo>
                    <a:pt x="1163" y="506"/>
                  </a:moveTo>
                  <a:cubicBezTo>
                    <a:pt x="1162" y="506"/>
                    <a:pt x="1160" y="506"/>
                    <a:pt x="1159" y="507"/>
                  </a:cubicBezTo>
                  <a:cubicBezTo>
                    <a:pt x="1160" y="506"/>
                    <a:pt x="1162" y="506"/>
                    <a:pt x="1163" y="506"/>
                  </a:cubicBezTo>
                  <a:moveTo>
                    <a:pt x="1166" y="505"/>
                  </a:moveTo>
                  <a:cubicBezTo>
                    <a:pt x="1165" y="505"/>
                    <a:pt x="1163" y="506"/>
                    <a:pt x="1163" y="506"/>
                  </a:cubicBezTo>
                  <a:cubicBezTo>
                    <a:pt x="1163" y="506"/>
                    <a:pt x="1165" y="505"/>
                    <a:pt x="1166" y="505"/>
                  </a:cubicBezTo>
                  <a:moveTo>
                    <a:pt x="1168" y="504"/>
                  </a:moveTo>
                  <a:cubicBezTo>
                    <a:pt x="1167" y="504"/>
                    <a:pt x="1166" y="504"/>
                    <a:pt x="1166" y="505"/>
                  </a:cubicBezTo>
                  <a:cubicBezTo>
                    <a:pt x="1166" y="504"/>
                    <a:pt x="1167" y="504"/>
                    <a:pt x="1168" y="504"/>
                  </a:cubicBezTo>
                  <a:moveTo>
                    <a:pt x="1170" y="502"/>
                  </a:moveTo>
                  <a:cubicBezTo>
                    <a:pt x="1170" y="503"/>
                    <a:pt x="1169" y="503"/>
                    <a:pt x="1168" y="504"/>
                  </a:cubicBezTo>
                  <a:cubicBezTo>
                    <a:pt x="1169" y="503"/>
                    <a:pt x="1170" y="503"/>
                    <a:pt x="1170" y="502"/>
                  </a:cubicBezTo>
                  <a:moveTo>
                    <a:pt x="1172" y="502"/>
                  </a:moveTo>
                  <a:cubicBezTo>
                    <a:pt x="1172" y="502"/>
                    <a:pt x="1171" y="502"/>
                    <a:pt x="1170" y="502"/>
                  </a:cubicBezTo>
                  <a:cubicBezTo>
                    <a:pt x="1171" y="502"/>
                    <a:pt x="1172" y="502"/>
                    <a:pt x="1172" y="502"/>
                  </a:cubicBezTo>
                  <a:moveTo>
                    <a:pt x="1174" y="501"/>
                  </a:moveTo>
                  <a:cubicBezTo>
                    <a:pt x="1174" y="501"/>
                    <a:pt x="1173" y="501"/>
                    <a:pt x="1172" y="502"/>
                  </a:cubicBezTo>
                  <a:cubicBezTo>
                    <a:pt x="1173" y="501"/>
                    <a:pt x="1174" y="501"/>
                    <a:pt x="1174" y="501"/>
                  </a:cubicBezTo>
                  <a:moveTo>
                    <a:pt x="1175" y="500"/>
                  </a:moveTo>
                  <a:cubicBezTo>
                    <a:pt x="1175" y="500"/>
                    <a:pt x="1175" y="500"/>
                    <a:pt x="1174" y="501"/>
                  </a:cubicBezTo>
                  <a:cubicBezTo>
                    <a:pt x="1175" y="500"/>
                    <a:pt x="1175" y="500"/>
                    <a:pt x="1175" y="500"/>
                  </a:cubicBezTo>
                  <a:moveTo>
                    <a:pt x="1175" y="500"/>
                  </a:moveTo>
                  <a:cubicBezTo>
                    <a:pt x="1176" y="499"/>
                    <a:pt x="1177" y="499"/>
                    <a:pt x="1177" y="499"/>
                  </a:cubicBezTo>
                  <a:cubicBezTo>
                    <a:pt x="1177" y="499"/>
                    <a:pt x="1176" y="499"/>
                    <a:pt x="1175" y="500"/>
                  </a:cubicBezTo>
                  <a:moveTo>
                    <a:pt x="1177" y="499"/>
                  </a:moveTo>
                  <a:cubicBezTo>
                    <a:pt x="1178" y="499"/>
                    <a:pt x="1178" y="499"/>
                    <a:pt x="1178" y="498"/>
                  </a:cubicBezTo>
                  <a:cubicBezTo>
                    <a:pt x="1178" y="499"/>
                    <a:pt x="1178" y="499"/>
                    <a:pt x="1177" y="499"/>
                  </a:cubicBezTo>
                  <a:moveTo>
                    <a:pt x="1178" y="498"/>
                  </a:moveTo>
                  <a:cubicBezTo>
                    <a:pt x="1179" y="498"/>
                    <a:pt x="1179" y="497"/>
                    <a:pt x="1179" y="497"/>
                  </a:cubicBezTo>
                  <a:cubicBezTo>
                    <a:pt x="1179" y="497"/>
                    <a:pt x="1179" y="498"/>
                    <a:pt x="1178" y="498"/>
                  </a:cubicBezTo>
                  <a:moveTo>
                    <a:pt x="1179" y="497"/>
                  </a:moveTo>
                  <a:cubicBezTo>
                    <a:pt x="1180" y="497"/>
                    <a:pt x="1180" y="497"/>
                    <a:pt x="1181" y="497"/>
                  </a:cubicBezTo>
                  <a:cubicBezTo>
                    <a:pt x="1180" y="497"/>
                    <a:pt x="1180" y="497"/>
                    <a:pt x="1179" y="497"/>
                  </a:cubicBezTo>
                  <a:moveTo>
                    <a:pt x="1181" y="497"/>
                  </a:moveTo>
                  <a:cubicBezTo>
                    <a:pt x="1181" y="497"/>
                    <a:pt x="1182" y="497"/>
                    <a:pt x="1182" y="497"/>
                  </a:cubicBezTo>
                  <a:cubicBezTo>
                    <a:pt x="1182" y="497"/>
                    <a:pt x="1181" y="497"/>
                    <a:pt x="1181" y="497"/>
                  </a:cubicBezTo>
                  <a:moveTo>
                    <a:pt x="1182" y="497"/>
                  </a:moveTo>
                  <a:cubicBezTo>
                    <a:pt x="1182" y="496"/>
                    <a:pt x="1182" y="496"/>
                    <a:pt x="1183" y="496"/>
                  </a:cubicBezTo>
                  <a:cubicBezTo>
                    <a:pt x="1182" y="496"/>
                    <a:pt x="1182" y="496"/>
                    <a:pt x="1182" y="497"/>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4" y="496"/>
                  </a:moveTo>
                  <a:cubicBezTo>
                    <a:pt x="1184" y="496"/>
                    <a:pt x="1184" y="496"/>
                    <a:pt x="1183" y="496"/>
                  </a:cubicBezTo>
                  <a:cubicBezTo>
                    <a:pt x="1184" y="496"/>
                    <a:pt x="1184" y="496"/>
                    <a:pt x="1184" y="496"/>
                  </a:cubicBezTo>
                  <a:moveTo>
                    <a:pt x="1186" y="497"/>
                  </a:moveTo>
                  <a:cubicBezTo>
                    <a:pt x="1185" y="497"/>
                    <a:pt x="1185" y="496"/>
                    <a:pt x="1184" y="496"/>
                  </a:cubicBezTo>
                  <a:cubicBezTo>
                    <a:pt x="1185" y="496"/>
                    <a:pt x="1185" y="497"/>
                    <a:pt x="1186" y="497"/>
                  </a:cubicBezTo>
                  <a:moveTo>
                    <a:pt x="1186" y="497"/>
                  </a:moveTo>
                  <a:cubicBezTo>
                    <a:pt x="1186" y="497"/>
                    <a:pt x="1186" y="497"/>
                    <a:pt x="1186" y="497"/>
                  </a:cubicBezTo>
                  <a:cubicBezTo>
                    <a:pt x="1186" y="497"/>
                    <a:pt x="1186" y="497"/>
                    <a:pt x="1186" y="497"/>
                  </a:cubicBezTo>
                  <a:moveTo>
                    <a:pt x="1188" y="498"/>
                  </a:moveTo>
                  <a:cubicBezTo>
                    <a:pt x="1188" y="498"/>
                    <a:pt x="1187" y="497"/>
                    <a:pt x="1186" y="497"/>
                  </a:cubicBezTo>
                  <a:cubicBezTo>
                    <a:pt x="1187" y="497"/>
                    <a:pt x="1188" y="498"/>
                    <a:pt x="1188" y="498"/>
                  </a:cubicBezTo>
                  <a:moveTo>
                    <a:pt x="1190" y="499"/>
                  </a:moveTo>
                  <a:cubicBezTo>
                    <a:pt x="1190" y="499"/>
                    <a:pt x="1189" y="499"/>
                    <a:pt x="1188" y="498"/>
                  </a:cubicBezTo>
                  <a:cubicBezTo>
                    <a:pt x="1189" y="499"/>
                    <a:pt x="1190" y="499"/>
                    <a:pt x="1190" y="499"/>
                  </a:cubicBezTo>
                  <a:moveTo>
                    <a:pt x="1192" y="501"/>
                  </a:moveTo>
                  <a:cubicBezTo>
                    <a:pt x="1191" y="501"/>
                    <a:pt x="1190" y="500"/>
                    <a:pt x="1190" y="499"/>
                  </a:cubicBezTo>
                  <a:cubicBezTo>
                    <a:pt x="1190" y="500"/>
                    <a:pt x="1191" y="501"/>
                    <a:pt x="1192" y="501"/>
                  </a:cubicBezTo>
                  <a:moveTo>
                    <a:pt x="1194" y="503"/>
                  </a:moveTo>
                  <a:cubicBezTo>
                    <a:pt x="1193" y="502"/>
                    <a:pt x="1192" y="502"/>
                    <a:pt x="1192" y="501"/>
                  </a:cubicBezTo>
                  <a:cubicBezTo>
                    <a:pt x="1192" y="502"/>
                    <a:pt x="1193" y="502"/>
                    <a:pt x="1194" y="503"/>
                  </a:cubicBezTo>
                  <a:moveTo>
                    <a:pt x="1196" y="506"/>
                  </a:moveTo>
                  <a:cubicBezTo>
                    <a:pt x="1196" y="505"/>
                    <a:pt x="1195" y="504"/>
                    <a:pt x="1194" y="503"/>
                  </a:cubicBezTo>
                  <a:cubicBezTo>
                    <a:pt x="1195" y="504"/>
                    <a:pt x="1196" y="505"/>
                    <a:pt x="1196" y="506"/>
                  </a:cubicBezTo>
                  <a:moveTo>
                    <a:pt x="1197" y="506"/>
                  </a:moveTo>
                  <a:cubicBezTo>
                    <a:pt x="1196" y="506"/>
                    <a:pt x="1196" y="506"/>
                    <a:pt x="1196" y="506"/>
                  </a:cubicBezTo>
                  <a:cubicBezTo>
                    <a:pt x="1196" y="506"/>
                    <a:pt x="1196" y="506"/>
                    <a:pt x="1197" y="506"/>
                  </a:cubicBezTo>
                  <a:moveTo>
                    <a:pt x="1197" y="506"/>
                  </a:moveTo>
                  <a:cubicBezTo>
                    <a:pt x="1197" y="506"/>
                    <a:pt x="1197" y="506"/>
                    <a:pt x="1197" y="506"/>
                  </a:cubicBezTo>
                  <a:cubicBezTo>
                    <a:pt x="1197" y="506"/>
                    <a:pt x="1197" y="506"/>
                    <a:pt x="1197" y="506"/>
                  </a:cubicBezTo>
                  <a:moveTo>
                    <a:pt x="1197" y="506"/>
                  </a:moveTo>
                  <a:cubicBezTo>
                    <a:pt x="1197" y="507"/>
                    <a:pt x="1197" y="507"/>
                    <a:pt x="1197" y="507"/>
                  </a:cubicBezTo>
                  <a:cubicBezTo>
                    <a:pt x="1197" y="507"/>
                    <a:pt x="1197" y="507"/>
                    <a:pt x="1197" y="506"/>
                  </a:cubicBezTo>
                  <a:moveTo>
                    <a:pt x="1198" y="507"/>
                  </a:moveTo>
                  <a:cubicBezTo>
                    <a:pt x="1197" y="507"/>
                    <a:pt x="1197" y="507"/>
                    <a:pt x="1197" y="507"/>
                  </a:cubicBezTo>
                  <a:cubicBezTo>
                    <a:pt x="1198" y="507"/>
                    <a:pt x="1198" y="507"/>
                    <a:pt x="1198" y="507"/>
                  </a:cubicBezTo>
                  <a:moveTo>
                    <a:pt x="1198" y="507"/>
                  </a:moveTo>
                  <a:cubicBezTo>
                    <a:pt x="1198" y="507"/>
                    <a:pt x="1198" y="507"/>
                    <a:pt x="1198" y="507"/>
                  </a:cubicBezTo>
                  <a:cubicBezTo>
                    <a:pt x="1198" y="507"/>
                    <a:pt x="1198" y="507"/>
                    <a:pt x="1198" y="507"/>
                  </a:cubicBezTo>
                  <a:moveTo>
                    <a:pt x="1198" y="507"/>
                  </a:moveTo>
                  <a:cubicBezTo>
                    <a:pt x="1198" y="507"/>
                    <a:pt x="1198" y="507"/>
                    <a:pt x="1198" y="508"/>
                  </a:cubicBezTo>
                  <a:cubicBezTo>
                    <a:pt x="1198" y="507"/>
                    <a:pt x="1198" y="507"/>
                    <a:pt x="1198" y="507"/>
                  </a:cubicBezTo>
                  <a:moveTo>
                    <a:pt x="1198" y="508"/>
                  </a:moveTo>
                  <a:cubicBezTo>
                    <a:pt x="1198" y="508"/>
                    <a:pt x="1199" y="508"/>
                    <a:pt x="1199" y="508"/>
                  </a:cubicBezTo>
                  <a:cubicBezTo>
                    <a:pt x="1199" y="508"/>
                    <a:pt x="1199" y="508"/>
                    <a:pt x="1199" y="508"/>
                  </a:cubicBezTo>
                  <a:moveTo>
                    <a:pt x="1199" y="509"/>
                  </a:moveTo>
                  <a:cubicBezTo>
                    <a:pt x="1199" y="509"/>
                    <a:pt x="1199" y="509"/>
                    <a:pt x="1199" y="508"/>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10"/>
                  </a:moveTo>
                  <a:cubicBezTo>
                    <a:pt x="1199" y="509"/>
                    <a:pt x="1199" y="509"/>
                    <a:pt x="1199" y="509"/>
                  </a:cubicBezTo>
                  <a:cubicBezTo>
                    <a:pt x="1199" y="509"/>
                    <a:pt x="1199" y="509"/>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200" y="510"/>
                  </a:moveTo>
                  <a:cubicBezTo>
                    <a:pt x="1199" y="510"/>
                    <a:pt x="1199" y="510"/>
                    <a:pt x="1199"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7" y="509"/>
                    <a:pt x="677" y="509"/>
                    <a:pt x="677" y="509"/>
                  </a:cubicBezTo>
                  <a:cubicBezTo>
                    <a:pt x="676" y="509"/>
                    <a:pt x="676" y="509"/>
                    <a:pt x="676"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2" y="509"/>
                  </a:moveTo>
                  <a:cubicBezTo>
                    <a:pt x="671" y="509"/>
                    <a:pt x="671" y="509"/>
                    <a:pt x="671" y="509"/>
                  </a:cubicBezTo>
                  <a:cubicBezTo>
                    <a:pt x="672" y="509"/>
                    <a:pt x="672" y="509"/>
                    <a:pt x="672" y="509"/>
                  </a:cubicBezTo>
                  <a:moveTo>
                    <a:pt x="675" y="509"/>
                  </a:moveTo>
                  <a:cubicBezTo>
                    <a:pt x="675" y="509"/>
                    <a:pt x="675" y="509"/>
                    <a:pt x="675" y="509"/>
                  </a:cubicBezTo>
                  <a:cubicBezTo>
                    <a:pt x="674" y="509"/>
                    <a:pt x="673" y="509"/>
                    <a:pt x="672" y="509"/>
                  </a:cubicBezTo>
                  <a:cubicBezTo>
                    <a:pt x="672" y="509"/>
                    <a:pt x="674"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7" y="506"/>
                  </a:moveTo>
                  <a:cubicBezTo>
                    <a:pt x="647" y="506"/>
                    <a:pt x="647" y="506"/>
                    <a:pt x="646" y="506"/>
                  </a:cubicBezTo>
                  <a:cubicBezTo>
                    <a:pt x="647" y="506"/>
                    <a:pt x="647" y="506"/>
                    <a:pt x="647" y="506"/>
                  </a:cubicBez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7" y="504"/>
                  </a:moveTo>
                  <a:cubicBezTo>
                    <a:pt x="706" y="504"/>
                    <a:pt x="706" y="504"/>
                    <a:pt x="706"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8" y="503"/>
                  </a:moveTo>
                  <a:cubicBezTo>
                    <a:pt x="708" y="503"/>
                    <a:pt x="708" y="503"/>
                    <a:pt x="708" y="503"/>
                  </a:cubicBezTo>
                  <a:cubicBezTo>
                    <a:pt x="708" y="503"/>
                    <a:pt x="708" y="503"/>
                    <a:pt x="708" y="503"/>
                  </a:cubicBezTo>
                  <a:moveTo>
                    <a:pt x="708" y="502"/>
                  </a:moveTo>
                  <a:cubicBezTo>
                    <a:pt x="708" y="503"/>
                    <a:pt x="708" y="503"/>
                    <a:pt x="708" y="503"/>
                  </a:cubicBezTo>
                  <a:cubicBezTo>
                    <a:pt x="708" y="502"/>
                    <a:pt x="708" y="502"/>
                    <a:pt x="708" y="502"/>
                  </a:cubicBezTo>
                  <a:moveTo>
                    <a:pt x="708" y="502"/>
                  </a:moveTo>
                  <a:cubicBezTo>
                    <a:pt x="708" y="502"/>
                    <a:pt x="708" y="502"/>
                    <a:pt x="708" y="502"/>
                  </a:cubicBezTo>
                  <a:cubicBezTo>
                    <a:pt x="708" y="502"/>
                    <a:pt x="708" y="502"/>
                    <a:pt x="708" y="502"/>
                  </a:cubicBezTo>
                  <a:moveTo>
                    <a:pt x="708" y="502"/>
                  </a:moveTo>
                  <a:cubicBezTo>
                    <a:pt x="708" y="502"/>
                    <a:pt x="708" y="502"/>
                    <a:pt x="708" y="502"/>
                  </a:cubicBezTo>
                  <a:cubicBezTo>
                    <a:pt x="708" y="502"/>
                    <a:pt x="708" y="502"/>
                    <a:pt x="708" y="502"/>
                  </a:cubicBezTo>
                  <a:moveTo>
                    <a:pt x="709" y="502"/>
                  </a:moveTo>
                  <a:cubicBezTo>
                    <a:pt x="708" y="502"/>
                    <a:pt x="708" y="502"/>
                    <a:pt x="708"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10" y="502"/>
                  </a:moveTo>
                  <a:cubicBezTo>
                    <a:pt x="709" y="502"/>
                    <a:pt x="709" y="502"/>
                    <a:pt x="709"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1"/>
                  </a:moveTo>
                  <a:cubicBezTo>
                    <a:pt x="710" y="502"/>
                    <a:pt x="710" y="502"/>
                    <a:pt x="710" y="502"/>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1" y="501"/>
                  </a:moveTo>
                  <a:cubicBezTo>
                    <a:pt x="711" y="501"/>
                    <a:pt x="711" y="501"/>
                    <a:pt x="711" y="501"/>
                  </a:cubicBezTo>
                  <a:cubicBezTo>
                    <a:pt x="711" y="501"/>
                    <a:pt x="711" y="501"/>
                    <a:pt x="711" y="501"/>
                  </a:cubicBezTo>
                  <a:cubicBezTo>
                    <a:pt x="711" y="501"/>
                    <a:pt x="711" y="501"/>
                    <a:pt x="711" y="501"/>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9" y="478"/>
                    <a:pt x="819" y="478"/>
                    <a:pt x="819" y="478"/>
                  </a:cubicBezTo>
                  <a:cubicBezTo>
                    <a:pt x="818" y="478"/>
                    <a:pt x="818" y="478"/>
                    <a:pt x="818" y="478"/>
                  </a:cubicBezTo>
                  <a:cubicBezTo>
                    <a:pt x="818" y="478"/>
                    <a:pt x="818" y="478"/>
                    <a:pt x="818"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6" y="478"/>
                  </a:moveTo>
                  <a:cubicBezTo>
                    <a:pt x="805" y="478"/>
                    <a:pt x="805" y="478"/>
                    <a:pt x="805"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8" y="478"/>
                    <a:pt x="808" y="478"/>
                    <a:pt x="808" y="478"/>
                  </a:cubicBezTo>
                  <a:cubicBezTo>
                    <a:pt x="807" y="478"/>
                    <a:pt x="807" y="478"/>
                    <a:pt x="807"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9" y="478"/>
                    <a:pt x="809" y="478"/>
                    <a:pt x="809" y="478"/>
                  </a:cubicBezTo>
                  <a:cubicBezTo>
                    <a:pt x="808" y="478"/>
                    <a:pt x="808" y="478"/>
                    <a:pt x="808"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10" y="478"/>
                  </a:moveTo>
                  <a:cubicBezTo>
                    <a:pt x="809" y="478"/>
                    <a:pt x="809" y="478"/>
                    <a:pt x="809"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cubicBezTo>
                    <a:pt x="810" y="478"/>
                    <a:pt x="810" y="478"/>
                    <a:pt x="810"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8" y="478"/>
                  </a:moveTo>
                  <a:cubicBezTo>
                    <a:pt x="797" y="478"/>
                    <a:pt x="797" y="478"/>
                    <a:pt x="797"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9" y="478"/>
                    <a:pt x="799" y="478"/>
                    <a:pt x="799" y="478"/>
                  </a:cubicBezTo>
                  <a:cubicBezTo>
                    <a:pt x="798" y="478"/>
                    <a:pt x="798" y="478"/>
                    <a:pt x="798"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1" y="478"/>
                    <a:pt x="801" y="478"/>
                    <a:pt x="801" y="478"/>
                  </a:cubicBezTo>
                  <a:cubicBezTo>
                    <a:pt x="800" y="478"/>
                    <a:pt x="800" y="478"/>
                    <a:pt x="800"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791" y="426"/>
                  </a:moveTo>
                  <a:cubicBezTo>
                    <a:pt x="792" y="426"/>
                    <a:pt x="792" y="426"/>
                    <a:pt x="793" y="426"/>
                  </a:cubicBezTo>
                  <a:cubicBezTo>
                    <a:pt x="792" y="426"/>
                    <a:pt x="792" y="426"/>
                    <a:pt x="791" y="426"/>
                  </a:cubicBezTo>
                  <a:moveTo>
                    <a:pt x="794" y="427"/>
                  </a:moveTo>
                  <a:cubicBezTo>
                    <a:pt x="793" y="427"/>
                    <a:pt x="793" y="426"/>
                    <a:pt x="793" y="426"/>
                  </a:cubicBezTo>
                  <a:cubicBezTo>
                    <a:pt x="793" y="426"/>
                    <a:pt x="793" y="427"/>
                    <a:pt x="794" y="427"/>
                  </a:cubicBezTo>
                  <a:moveTo>
                    <a:pt x="794" y="427"/>
                  </a:moveTo>
                  <a:cubicBezTo>
                    <a:pt x="794" y="427"/>
                    <a:pt x="795" y="427"/>
                    <a:pt x="795" y="428"/>
                  </a:cubicBezTo>
                  <a:cubicBezTo>
                    <a:pt x="795" y="427"/>
                    <a:pt x="794" y="427"/>
                    <a:pt x="794" y="427"/>
                  </a:cubicBezTo>
                  <a:moveTo>
                    <a:pt x="795" y="428"/>
                  </a:moveTo>
                  <a:cubicBezTo>
                    <a:pt x="795" y="428"/>
                    <a:pt x="796" y="428"/>
                    <a:pt x="796" y="428"/>
                  </a:cubicBezTo>
                  <a:cubicBezTo>
                    <a:pt x="796" y="428"/>
                    <a:pt x="795" y="428"/>
                    <a:pt x="795" y="428"/>
                  </a:cubicBezTo>
                  <a:moveTo>
                    <a:pt x="796" y="428"/>
                  </a:moveTo>
                  <a:cubicBezTo>
                    <a:pt x="796" y="428"/>
                    <a:pt x="797" y="429"/>
                    <a:pt x="797" y="429"/>
                  </a:cubicBezTo>
                  <a:cubicBezTo>
                    <a:pt x="797" y="429"/>
                    <a:pt x="796" y="428"/>
                    <a:pt x="796" y="428"/>
                  </a:cubicBezTo>
                  <a:moveTo>
                    <a:pt x="797" y="429"/>
                  </a:moveTo>
                  <a:cubicBezTo>
                    <a:pt x="797" y="429"/>
                    <a:pt x="798" y="429"/>
                    <a:pt x="798" y="430"/>
                  </a:cubicBezTo>
                  <a:cubicBezTo>
                    <a:pt x="798" y="429"/>
                    <a:pt x="797" y="429"/>
                    <a:pt x="797" y="429"/>
                  </a:cubicBezTo>
                  <a:moveTo>
                    <a:pt x="798" y="430"/>
                  </a:moveTo>
                  <a:cubicBezTo>
                    <a:pt x="798" y="430"/>
                    <a:pt x="799" y="430"/>
                    <a:pt x="799" y="430"/>
                  </a:cubicBezTo>
                  <a:cubicBezTo>
                    <a:pt x="799" y="430"/>
                    <a:pt x="798" y="430"/>
                    <a:pt x="798" y="430"/>
                  </a:cubicBezTo>
                  <a:moveTo>
                    <a:pt x="799" y="430"/>
                  </a:moveTo>
                  <a:cubicBezTo>
                    <a:pt x="799" y="431"/>
                    <a:pt x="800" y="431"/>
                    <a:pt x="800" y="431"/>
                  </a:cubicBezTo>
                  <a:cubicBezTo>
                    <a:pt x="800" y="431"/>
                    <a:pt x="799" y="431"/>
                    <a:pt x="799" y="430"/>
                  </a:cubicBezTo>
                  <a:moveTo>
                    <a:pt x="800" y="431"/>
                  </a:moveTo>
                  <a:cubicBezTo>
                    <a:pt x="800" y="431"/>
                    <a:pt x="800" y="432"/>
                    <a:pt x="800" y="432"/>
                  </a:cubicBezTo>
                  <a:cubicBezTo>
                    <a:pt x="800" y="432"/>
                    <a:pt x="800" y="431"/>
                    <a:pt x="800" y="431"/>
                  </a:cubicBezTo>
                  <a:moveTo>
                    <a:pt x="800" y="432"/>
                  </a:moveTo>
                  <a:cubicBezTo>
                    <a:pt x="801" y="432"/>
                    <a:pt x="801" y="432"/>
                    <a:pt x="801" y="432"/>
                  </a:cubicBezTo>
                  <a:cubicBezTo>
                    <a:pt x="801" y="432"/>
                    <a:pt x="801" y="432"/>
                    <a:pt x="800" y="432"/>
                  </a:cubicBezTo>
                  <a:moveTo>
                    <a:pt x="802" y="433"/>
                  </a:moveTo>
                  <a:cubicBezTo>
                    <a:pt x="801" y="432"/>
                    <a:pt x="801" y="432"/>
                    <a:pt x="801" y="432"/>
                  </a:cubicBezTo>
                  <a:cubicBezTo>
                    <a:pt x="802" y="433"/>
                    <a:pt x="802" y="433"/>
                    <a:pt x="802" y="433"/>
                  </a:cubicBezTo>
                  <a:moveTo>
                    <a:pt x="802" y="433"/>
                  </a:moveTo>
                  <a:cubicBezTo>
                    <a:pt x="802" y="433"/>
                    <a:pt x="802" y="433"/>
                    <a:pt x="802" y="433"/>
                  </a:cubicBezTo>
                  <a:cubicBezTo>
                    <a:pt x="802" y="433"/>
                    <a:pt x="802" y="433"/>
                    <a:pt x="802" y="433"/>
                  </a:cubicBezTo>
                  <a:moveTo>
                    <a:pt x="802" y="433"/>
                  </a:moveTo>
                  <a:cubicBezTo>
                    <a:pt x="803" y="434"/>
                    <a:pt x="803" y="434"/>
                    <a:pt x="803" y="434"/>
                  </a:cubicBezTo>
                  <a:cubicBezTo>
                    <a:pt x="803" y="434"/>
                    <a:pt x="803" y="434"/>
                    <a:pt x="802" y="433"/>
                  </a:cubicBezTo>
                  <a:moveTo>
                    <a:pt x="803" y="434"/>
                  </a:moveTo>
                  <a:cubicBezTo>
                    <a:pt x="803" y="434"/>
                    <a:pt x="803" y="434"/>
                    <a:pt x="803" y="435"/>
                  </a:cubicBezTo>
                  <a:cubicBezTo>
                    <a:pt x="803" y="434"/>
                    <a:pt x="803" y="434"/>
                    <a:pt x="803" y="434"/>
                  </a:cubicBezTo>
                  <a:moveTo>
                    <a:pt x="803" y="435"/>
                  </a:moveTo>
                  <a:cubicBezTo>
                    <a:pt x="803" y="435"/>
                    <a:pt x="804" y="435"/>
                    <a:pt x="804" y="435"/>
                  </a:cubicBezTo>
                  <a:cubicBezTo>
                    <a:pt x="804" y="435"/>
                    <a:pt x="803" y="435"/>
                    <a:pt x="803" y="435"/>
                  </a:cubicBezTo>
                  <a:moveTo>
                    <a:pt x="804" y="435"/>
                  </a:moveTo>
                  <a:cubicBezTo>
                    <a:pt x="804" y="435"/>
                    <a:pt x="804" y="436"/>
                    <a:pt x="804" y="436"/>
                  </a:cubicBezTo>
                  <a:cubicBezTo>
                    <a:pt x="804" y="436"/>
                    <a:pt x="804" y="435"/>
                    <a:pt x="804" y="435"/>
                  </a:cubicBezTo>
                  <a:moveTo>
                    <a:pt x="804" y="436"/>
                  </a:moveTo>
                  <a:cubicBezTo>
                    <a:pt x="804" y="436"/>
                    <a:pt x="804" y="436"/>
                    <a:pt x="804" y="436"/>
                  </a:cubicBezTo>
                  <a:cubicBezTo>
                    <a:pt x="804" y="436"/>
                    <a:pt x="804" y="436"/>
                    <a:pt x="804" y="436"/>
                  </a:cubicBezTo>
                  <a:moveTo>
                    <a:pt x="804" y="436"/>
                  </a:moveTo>
                  <a:cubicBezTo>
                    <a:pt x="804" y="436"/>
                    <a:pt x="805" y="436"/>
                    <a:pt x="805" y="437"/>
                  </a:cubicBezTo>
                  <a:cubicBezTo>
                    <a:pt x="805" y="436"/>
                    <a:pt x="804" y="436"/>
                    <a:pt x="804" y="436"/>
                  </a:cubicBezTo>
                  <a:moveTo>
                    <a:pt x="805" y="437"/>
                  </a:moveTo>
                  <a:cubicBezTo>
                    <a:pt x="805" y="437"/>
                    <a:pt x="805" y="437"/>
                    <a:pt x="805" y="437"/>
                  </a:cubicBezTo>
                  <a:cubicBezTo>
                    <a:pt x="805" y="437"/>
                    <a:pt x="805" y="437"/>
                    <a:pt x="805" y="437"/>
                  </a:cubicBezTo>
                  <a:moveTo>
                    <a:pt x="805" y="437"/>
                  </a:moveTo>
                  <a:cubicBezTo>
                    <a:pt x="805" y="437"/>
                    <a:pt x="805" y="437"/>
                    <a:pt x="805" y="437"/>
                  </a:cubicBezTo>
                  <a:cubicBezTo>
                    <a:pt x="805" y="437"/>
                    <a:pt x="805" y="437"/>
                    <a:pt x="805" y="437"/>
                  </a:cubicBezTo>
                  <a:moveTo>
                    <a:pt x="805" y="437"/>
                  </a:moveTo>
                  <a:cubicBezTo>
                    <a:pt x="805" y="438"/>
                    <a:pt x="805" y="438"/>
                    <a:pt x="805" y="438"/>
                  </a:cubicBezTo>
                  <a:cubicBezTo>
                    <a:pt x="805" y="437"/>
                    <a:pt x="805" y="437"/>
                    <a:pt x="805" y="437"/>
                  </a:cubicBezTo>
                  <a:moveTo>
                    <a:pt x="806" y="438"/>
                  </a:moveTo>
                  <a:cubicBezTo>
                    <a:pt x="806" y="438"/>
                    <a:pt x="805" y="438"/>
                    <a:pt x="805" y="438"/>
                  </a:cubicBezTo>
                  <a:cubicBezTo>
                    <a:pt x="805" y="438"/>
                    <a:pt x="806" y="438"/>
                    <a:pt x="806" y="438"/>
                  </a:cubicBezTo>
                  <a:moveTo>
                    <a:pt x="806" y="439"/>
                  </a:moveTo>
                  <a:cubicBezTo>
                    <a:pt x="806" y="439"/>
                    <a:pt x="806" y="439"/>
                    <a:pt x="806" y="438"/>
                  </a:cubicBezTo>
                  <a:cubicBezTo>
                    <a:pt x="806" y="439"/>
                    <a:pt x="806" y="439"/>
                    <a:pt x="806" y="439"/>
                  </a:cubicBezTo>
                  <a:moveTo>
                    <a:pt x="806" y="439"/>
                  </a:moveTo>
                  <a:cubicBezTo>
                    <a:pt x="806" y="439"/>
                    <a:pt x="806" y="439"/>
                    <a:pt x="806" y="439"/>
                  </a:cubicBezTo>
                  <a:cubicBezTo>
                    <a:pt x="806" y="439"/>
                    <a:pt x="806" y="439"/>
                    <a:pt x="806" y="439"/>
                  </a:cubicBezTo>
                  <a:moveTo>
                    <a:pt x="806" y="440"/>
                  </a:moveTo>
                  <a:cubicBezTo>
                    <a:pt x="806" y="440"/>
                    <a:pt x="806" y="439"/>
                    <a:pt x="806" y="439"/>
                  </a:cubicBezTo>
                  <a:cubicBezTo>
                    <a:pt x="806" y="439"/>
                    <a:pt x="806" y="440"/>
                    <a:pt x="806" y="440"/>
                  </a:cubicBezTo>
                  <a:moveTo>
                    <a:pt x="806" y="440"/>
                  </a:moveTo>
                  <a:cubicBezTo>
                    <a:pt x="806" y="440"/>
                    <a:pt x="806" y="440"/>
                    <a:pt x="806" y="440"/>
                  </a:cubicBezTo>
                  <a:cubicBezTo>
                    <a:pt x="806" y="440"/>
                    <a:pt x="806" y="440"/>
                    <a:pt x="806" y="440"/>
                  </a:cubicBezTo>
                  <a:moveTo>
                    <a:pt x="806" y="440"/>
                  </a:moveTo>
                  <a:cubicBezTo>
                    <a:pt x="806" y="440"/>
                    <a:pt x="806" y="440"/>
                    <a:pt x="806" y="440"/>
                  </a:cubicBezTo>
                  <a:cubicBezTo>
                    <a:pt x="806" y="440"/>
                    <a:pt x="806" y="440"/>
                    <a:pt x="806" y="440"/>
                  </a:cubicBezTo>
                  <a:moveTo>
                    <a:pt x="806" y="440"/>
                  </a:moveTo>
                  <a:cubicBezTo>
                    <a:pt x="806" y="441"/>
                    <a:pt x="806" y="441"/>
                    <a:pt x="806" y="441"/>
                  </a:cubicBezTo>
                  <a:cubicBezTo>
                    <a:pt x="806" y="440"/>
                    <a:pt x="806" y="440"/>
                    <a:pt x="806" y="440"/>
                  </a:cubicBezTo>
                  <a:moveTo>
                    <a:pt x="806" y="441"/>
                  </a:moveTo>
                  <a:cubicBezTo>
                    <a:pt x="806" y="441"/>
                    <a:pt x="806" y="441"/>
                    <a:pt x="806" y="441"/>
                  </a:cubicBezTo>
                  <a:cubicBezTo>
                    <a:pt x="806" y="441"/>
                    <a:pt x="806" y="441"/>
                    <a:pt x="806" y="441"/>
                  </a:cubicBezTo>
                  <a:moveTo>
                    <a:pt x="806" y="442"/>
                  </a:moveTo>
                  <a:cubicBezTo>
                    <a:pt x="806" y="442"/>
                    <a:pt x="806" y="442"/>
                    <a:pt x="806" y="441"/>
                  </a:cubicBezTo>
                  <a:cubicBezTo>
                    <a:pt x="806" y="442"/>
                    <a:pt x="806" y="442"/>
                    <a:pt x="806" y="442"/>
                  </a:cubicBezTo>
                  <a:moveTo>
                    <a:pt x="806" y="442"/>
                  </a:moveTo>
                  <a:cubicBezTo>
                    <a:pt x="806" y="442"/>
                    <a:pt x="806" y="442"/>
                    <a:pt x="806" y="442"/>
                  </a:cubicBezTo>
                  <a:cubicBezTo>
                    <a:pt x="806" y="442"/>
                    <a:pt x="806" y="442"/>
                    <a:pt x="806" y="442"/>
                  </a:cubicBezTo>
                  <a:moveTo>
                    <a:pt x="806" y="443"/>
                  </a:moveTo>
                  <a:cubicBezTo>
                    <a:pt x="806" y="442"/>
                    <a:pt x="806" y="442"/>
                    <a:pt x="806" y="442"/>
                  </a:cubicBezTo>
                  <a:cubicBezTo>
                    <a:pt x="806" y="443"/>
                    <a:pt x="806" y="443"/>
                    <a:pt x="806" y="443"/>
                  </a:cubicBezTo>
                  <a:moveTo>
                    <a:pt x="807" y="443"/>
                  </a:moveTo>
                  <a:cubicBezTo>
                    <a:pt x="807" y="443"/>
                    <a:pt x="807" y="443"/>
                    <a:pt x="807" y="443"/>
                  </a:cubicBezTo>
                  <a:cubicBezTo>
                    <a:pt x="807" y="443"/>
                    <a:pt x="807" y="443"/>
                    <a:pt x="807" y="443"/>
                  </a:cubicBezTo>
                  <a:moveTo>
                    <a:pt x="807" y="444"/>
                  </a:moveTo>
                  <a:cubicBezTo>
                    <a:pt x="807" y="443"/>
                    <a:pt x="807" y="443"/>
                    <a:pt x="807" y="443"/>
                  </a:cubicBezTo>
                  <a:cubicBezTo>
                    <a:pt x="807" y="443"/>
                    <a:pt x="807" y="443"/>
                    <a:pt x="807" y="443"/>
                  </a:cubicBezTo>
                  <a:moveTo>
                    <a:pt x="807" y="444"/>
                  </a:moveTo>
                  <a:cubicBezTo>
                    <a:pt x="807" y="444"/>
                    <a:pt x="807" y="444"/>
                    <a:pt x="807" y="444"/>
                  </a:cubicBezTo>
                  <a:cubicBezTo>
                    <a:pt x="807" y="444"/>
                    <a:pt x="807" y="444"/>
                    <a:pt x="807" y="444"/>
                  </a:cubicBezTo>
                  <a:moveTo>
                    <a:pt x="807" y="444"/>
                  </a:moveTo>
                  <a:cubicBezTo>
                    <a:pt x="807" y="444"/>
                    <a:pt x="807" y="444"/>
                    <a:pt x="807" y="444"/>
                  </a:cubicBezTo>
                  <a:cubicBezTo>
                    <a:pt x="807" y="444"/>
                    <a:pt x="807" y="444"/>
                    <a:pt x="807" y="444"/>
                  </a:cubicBezTo>
                  <a:moveTo>
                    <a:pt x="807" y="445"/>
                  </a:moveTo>
                  <a:cubicBezTo>
                    <a:pt x="807" y="444"/>
                    <a:pt x="807" y="444"/>
                    <a:pt x="807" y="444"/>
                  </a:cubicBezTo>
                  <a:cubicBezTo>
                    <a:pt x="807" y="445"/>
                    <a:pt x="807" y="445"/>
                    <a:pt x="807" y="445"/>
                  </a:cubicBezTo>
                  <a:moveTo>
                    <a:pt x="807" y="445"/>
                  </a:moveTo>
                  <a:cubicBezTo>
                    <a:pt x="807" y="445"/>
                    <a:pt x="807" y="445"/>
                    <a:pt x="807" y="445"/>
                  </a:cubicBezTo>
                  <a:cubicBezTo>
                    <a:pt x="807" y="445"/>
                    <a:pt x="807" y="445"/>
                    <a:pt x="807" y="445"/>
                  </a:cubicBezTo>
                  <a:moveTo>
                    <a:pt x="807" y="445"/>
                  </a:moveTo>
                  <a:cubicBezTo>
                    <a:pt x="807" y="445"/>
                    <a:pt x="807" y="445"/>
                    <a:pt x="807" y="445"/>
                  </a:cubicBezTo>
                  <a:cubicBezTo>
                    <a:pt x="807" y="445"/>
                    <a:pt x="807" y="445"/>
                    <a:pt x="807" y="445"/>
                  </a:cubicBezTo>
                  <a:moveTo>
                    <a:pt x="807" y="446"/>
                  </a:moveTo>
                  <a:cubicBezTo>
                    <a:pt x="807" y="445"/>
                    <a:pt x="807" y="445"/>
                    <a:pt x="807" y="445"/>
                  </a:cubicBezTo>
                  <a:cubicBezTo>
                    <a:pt x="807" y="446"/>
                    <a:pt x="807" y="446"/>
                    <a:pt x="807" y="446"/>
                  </a:cubicBezTo>
                  <a:moveTo>
                    <a:pt x="808" y="446"/>
                  </a:moveTo>
                  <a:cubicBezTo>
                    <a:pt x="807" y="446"/>
                    <a:pt x="807" y="446"/>
                    <a:pt x="807" y="446"/>
                  </a:cubicBezTo>
                  <a:cubicBezTo>
                    <a:pt x="807" y="446"/>
                    <a:pt x="807" y="446"/>
                    <a:pt x="808" y="446"/>
                  </a:cubicBezTo>
                  <a:moveTo>
                    <a:pt x="808" y="446"/>
                  </a:moveTo>
                  <a:cubicBezTo>
                    <a:pt x="808" y="446"/>
                    <a:pt x="808" y="446"/>
                    <a:pt x="808" y="446"/>
                  </a:cubicBezTo>
                  <a:cubicBezTo>
                    <a:pt x="808" y="446"/>
                    <a:pt x="808" y="446"/>
                    <a:pt x="808" y="446"/>
                  </a:cubicBezTo>
                  <a:moveTo>
                    <a:pt x="808" y="447"/>
                  </a:moveTo>
                  <a:cubicBezTo>
                    <a:pt x="808" y="446"/>
                    <a:pt x="808" y="446"/>
                    <a:pt x="808" y="446"/>
                  </a:cubicBezTo>
                  <a:cubicBezTo>
                    <a:pt x="808" y="447"/>
                    <a:pt x="808" y="447"/>
                    <a:pt x="808" y="447"/>
                  </a:cubicBezTo>
                  <a:moveTo>
                    <a:pt x="809" y="447"/>
                  </a:moveTo>
                  <a:cubicBezTo>
                    <a:pt x="808" y="447"/>
                    <a:pt x="808" y="447"/>
                    <a:pt x="808" y="447"/>
                  </a:cubicBezTo>
                  <a:cubicBezTo>
                    <a:pt x="809" y="447"/>
                    <a:pt x="809" y="447"/>
                    <a:pt x="809" y="447"/>
                  </a:cubicBezTo>
                  <a:moveTo>
                    <a:pt x="809" y="447"/>
                  </a:moveTo>
                  <a:cubicBezTo>
                    <a:pt x="809" y="447"/>
                    <a:pt x="809" y="447"/>
                    <a:pt x="809" y="447"/>
                  </a:cubicBezTo>
                  <a:cubicBezTo>
                    <a:pt x="809" y="447"/>
                    <a:pt x="809" y="447"/>
                    <a:pt x="809" y="447"/>
                  </a:cubicBezTo>
                  <a:moveTo>
                    <a:pt x="810" y="447"/>
                  </a:moveTo>
                  <a:cubicBezTo>
                    <a:pt x="809" y="447"/>
                    <a:pt x="809" y="447"/>
                    <a:pt x="809" y="447"/>
                  </a:cubicBezTo>
                  <a:cubicBezTo>
                    <a:pt x="809" y="447"/>
                    <a:pt x="809" y="447"/>
                    <a:pt x="810" y="447"/>
                  </a:cubicBezTo>
                  <a:moveTo>
                    <a:pt x="810" y="447"/>
                  </a:moveTo>
                  <a:cubicBezTo>
                    <a:pt x="810" y="447"/>
                    <a:pt x="810" y="447"/>
                    <a:pt x="810" y="447"/>
                  </a:cubicBezTo>
                  <a:cubicBezTo>
                    <a:pt x="810" y="447"/>
                    <a:pt x="810" y="447"/>
                    <a:pt x="810" y="447"/>
                  </a:cubicBezTo>
                  <a:moveTo>
                    <a:pt x="811" y="448"/>
                  </a:moveTo>
                  <a:cubicBezTo>
                    <a:pt x="810" y="448"/>
                    <a:pt x="810" y="448"/>
                    <a:pt x="810" y="447"/>
                  </a:cubicBezTo>
                  <a:cubicBezTo>
                    <a:pt x="810" y="448"/>
                    <a:pt x="810" y="448"/>
                    <a:pt x="811" y="448"/>
                  </a:cubicBezTo>
                  <a:moveTo>
                    <a:pt x="811" y="448"/>
                  </a:moveTo>
                  <a:cubicBezTo>
                    <a:pt x="811" y="448"/>
                    <a:pt x="811" y="448"/>
                    <a:pt x="811" y="448"/>
                  </a:cubicBezTo>
                  <a:cubicBezTo>
                    <a:pt x="811" y="448"/>
                    <a:pt x="811" y="448"/>
                    <a:pt x="811" y="448"/>
                  </a:cubicBezTo>
                  <a:moveTo>
                    <a:pt x="812" y="448"/>
                  </a:moveTo>
                  <a:cubicBezTo>
                    <a:pt x="811" y="448"/>
                    <a:pt x="811" y="448"/>
                    <a:pt x="811" y="448"/>
                  </a:cubicBezTo>
                  <a:cubicBezTo>
                    <a:pt x="811" y="448"/>
                    <a:pt x="811" y="448"/>
                    <a:pt x="812" y="448"/>
                  </a:cubicBezTo>
                  <a:moveTo>
                    <a:pt x="812" y="448"/>
                  </a:moveTo>
                  <a:cubicBezTo>
                    <a:pt x="812" y="448"/>
                    <a:pt x="812" y="448"/>
                    <a:pt x="812" y="448"/>
                  </a:cubicBezTo>
                  <a:cubicBezTo>
                    <a:pt x="812" y="448"/>
                    <a:pt x="812" y="448"/>
                    <a:pt x="812" y="448"/>
                  </a:cubicBezTo>
                  <a:moveTo>
                    <a:pt x="813" y="449"/>
                  </a:moveTo>
                  <a:cubicBezTo>
                    <a:pt x="813" y="449"/>
                    <a:pt x="813" y="449"/>
                    <a:pt x="812" y="448"/>
                  </a:cubicBezTo>
                  <a:cubicBezTo>
                    <a:pt x="813" y="449"/>
                    <a:pt x="813" y="449"/>
                    <a:pt x="813" y="449"/>
                  </a:cubicBezTo>
                  <a:moveTo>
                    <a:pt x="814" y="449"/>
                  </a:moveTo>
                  <a:cubicBezTo>
                    <a:pt x="814" y="449"/>
                    <a:pt x="814" y="449"/>
                    <a:pt x="813" y="449"/>
                  </a:cubicBezTo>
                  <a:cubicBezTo>
                    <a:pt x="814" y="449"/>
                    <a:pt x="814" y="449"/>
                    <a:pt x="814" y="449"/>
                  </a:cubicBezTo>
                  <a:moveTo>
                    <a:pt x="815" y="449"/>
                  </a:moveTo>
                  <a:cubicBezTo>
                    <a:pt x="815" y="449"/>
                    <a:pt x="815" y="449"/>
                    <a:pt x="814" y="449"/>
                  </a:cubicBezTo>
                  <a:cubicBezTo>
                    <a:pt x="815" y="449"/>
                    <a:pt x="815" y="449"/>
                    <a:pt x="815" y="449"/>
                  </a:cubicBezTo>
                  <a:moveTo>
                    <a:pt x="816" y="450"/>
                  </a:moveTo>
                  <a:cubicBezTo>
                    <a:pt x="816" y="450"/>
                    <a:pt x="815" y="449"/>
                    <a:pt x="815" y="449"/>
                  </a:cubicBezTo>
                  <a:cubicBezTo>
                    <a:pt x="815" y="449"/>
                    <a:pt x="816" y="450"/>
                    <a:pt x="816" y="450"/>
                  </a:cubicBezTo>
                  <a:moveTo>
                    <a:pt x="817" y="450"/>
                  </a:moveTo>
                  <a:cubicBezTo>
                    <a:pt x="817" y="450"/>
                    <a:pt x="817" y="450"/>
                    <a:pt x="816" y="450"/>
                  </a:cubicBezTo>
                  <a:cubicBezTo>
                    <a:pt x="817" y="450"/>
                    <a:pt x="817" y="450"/>
                    <a:pt x="817" y="450"/>
                  </a:cubicBezTo>
                  <a:moveTo>
                    <a:pt x="819" y="450"/>
                  </a:moveTo>
                  <a:cubicBezTo>
                    <a:pt x="818" y="450"/>
                    <a:pt x="818" y="450"/>
                    <a:pt x="817" y="450"/>
                  </a:cubicBezTo>
                  <a:cubicBezTo>
                    <a:pt x="818" y="450"/>
                    <a:pt x="818" y="450"/>
                    <a:pt x="819" y="450"/>
                  </a:cubicBezTo>
                  <a:moveTo>
                    <a:pt x="820" y="451"/>
                  </a:moveTo>
                  <a:cubicBezTo>
                    <a:pt x="819" y="450"/>
                    <a:pt x="819" y="450"/>
                    <a:pt x="819" y="450"/>
                  </a:cubicBezTo>
                  <a:cubicBezTo>
                    <a:pt x="819" y="450"/>
                    <a:pt x="819" y="450"/>
                    <a:pt x="820" y="451"/>
                  </a:cubicBezTo>
                  <a:moveTo>
                    <a:pt x="821" y="451"/>
                  </a:moveTo>
                  <a:cubicBezTo>
                    <a:pt x="821" y="451"/>
                    <a:pt x="820" y="451"/>
                    <a:pt x="820" y="451"/>
                  </a:cubicBezTo>
                  <a:cubicBezTo>
                    <a:pt x="820" y="451"/>
                    <a:pt x="821" y="451"/>
                    <a:pt x="821" y="451"/>
                  </a:cubicBezTo>
                  <a:moveTo>
                    <a:pt x="823" y="451"/>
                  </a:moveTo>
                  <a:cubicBezTo>
                    <a:pt x="822" y="451"/>
                    <a:pt x="822" y="451"/>
                    <a:pt x="821" y="451"/>
                  </a:cubicBezTo>
                  <a:cubicBezTo>
                    <a:pt x="822" y="451"/>
                    <a:pt x="822" y="451"/>
                    <a:pt x="823" y="451"/>
                  </a:cubicBezTo>
                  <a:moveTo>
                    <a:pt x="824" y="451"/>
                  </a:moveTo>
                  <a:cubicBezTo>
                    <a:pt x="824" y="451"/>
                    <a:pt x="823" y="451"/>
                    <a:pt x="823" y="451"/>
                  </a:cubicBezTo>
                  <a:cubicBezTo>
                    <a:pt x="823" y="451"/>
                    <a:pt x="824" y="451"/>
                    <a:pt x="824" y="451"/>
                  </a:cubicBezTo>
                  <a:moveTo>
                    <a:pt x="826" y="452"/>
                  </a:moveTo>
                  <a:cubicBezTo>
                    <a:pt x="825" y="451"/>
                    <a:pt x="825" y="451"/>
                    <a:pt x="824" y="451"/>
                  </a:cubicBezTo>
                  <a:cubicBezTo>
                    <a:pt x="825" y="451"/>
                    <a:pt x="825" y="451"/>
                    <a:pt x="826" y="452"/>
                  </a:cubicBezTo>
                  <a:moveTo>
                    <a:pt x="828" y="452"/>
                  </a:moveTo>
                  <a:cubicBezTo>
                    <a:pt x="827" y="452"/>
                    <a:pt x="827" y="452"/>
                    <a:pt x="826" y="452"/>
                  </a:cubicBezTo>
                  <a:cubicBezTo>
                    <a:pt x="827" y="452"/>
                    <a:pt x="827" y="452"/>
                    <a:pt x="828" y="452"/>
                  </a:cubicBezTo>
                  <a:moveTo>
                    <a:pt x="828" y="452"/>
                  </a:moveTo>
                  <a:cubicBezTo>
                    <a:pt x="830" y="452"/>
                    <a:pt x="830" y="452"/>
                    <a:pt x="830" y="452"/>
                  </a:cubicBezTo>
                  <a:cubicBezTo>
                    <a:pt x="829" y="452"/>
                    <a:pt x="828" y="452"/>
                    <a:pt x="828" y="452"/>
                  </a:cubicBezTo>
                  <a:moveTo>
                    <a:pt x="936" y="311"/>
                  </a:moveTo>
                  <a:cubicBezTo>
                    <a:pt x="936" y="311"/>
                    <a:pt x="936" y="311"/>
                    <a:pt x="936" y="311"/>
                  </a:cubicBezTo>
                  <a:cubicBezTo>
                    <a:pt x="936" y="311"/>
                    <a:pt x="936" y="311"/>
                    <a:pt x="936" y="311"/>
                  </a:cubicBezTo>
                  <a:moveTo>
                    <a:pt x="936" y="311"/>
                  </a:moveTo>
                  <a:cubicBezTo>
                    <a:pt x="936" y="311"/>
                    <a:pt x="936" y="311"/>
                    <a:pt x="936" y="311"/>
                  </a:cubicBezTo>
                  <a:cubicBezTo>
                    <a:pt x="936" y="311"/>
                    <a:pt x="936" y="311"/>
                    <a:pt x="936" y="311"/>
                  </a:cubicBezTo>
                  <a:moveTo>
                    <a:pt x="936" y="312"/>
                  </a:moveTo>
                  <a:cubicBezTo>
                    <a:pt x="936" y="312"/>
                    <a:pt x="936" y="312"/>
                    <a:pt x="936" y="311"/>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7" y="312"/>
                  </a:moveTo>
                  <a:cubicBezTo>
                    <a:pt x="936" y="312"/>
                    <a:pt x="936" y="312"/>
                    <a:pt x="936" y="312"/>
                  </a:cubicBezTo>
                  <a:cubicBezTo>
                    <a:pt x="936" y="312"/>
                    <a:pt x="936" y="312"/>
                    <a:pt x="936" y="312"/>
                  </a:cubicBezTo>
                  <a:moveTo>
                    <a:pt x="937" y="312"/>
                  </a:moveTo>
                  <a:cubicBezTo>
                    <a:pt x="937" y="312"/>
                    <a:pt x="937" y="312"/>
                    <a:pt x="937" y="312"/>
                  </a:cubicBezTo>
                  <a:cubicBezTo>
                    <a:pt x="937" y="312"/>
                    <a:pt x="937" y="312"/>
                    <a:pt x="937" y="312"/>
                  </a:cubicBezTo>
                  <a:moveTo>
                    <a:pt x="937" y="313"/>
                  </a:moveTo>
                  <a:cubicBezTo>
                    <a:pt x="937" y="312"/>
                    <a:pt x="937" y="312"/>
                    <a:pt x="937" y="312"/>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4"/>
                    <a:pt x="937" y="314"/>
                    <a:pt x="937" y="314"/>
                  </a:cubicBezTo>
                  <a:cubicBezTo>
                    <a:pt x="937" y="313"/>
                    <a:pt x="937" y="313"/>
                    <a:pt x="937" y="313"/>
                  </a:cubicBezTo>
                  <a:moveTo>
                    <a:pt x="938" y="315"/>
                  </a:moveTo>
                  <a:cubicBezTo>
                    <a:pt x="938" y="314"/>
                    <a:pt x="937" y="314"/>
                    <a:pt x="937" y="314"/>
                  </a:cubicBezTo>
                  <a:cubicBezTo>
                    <a:pt x="937" y="314"/>
                    <a:pt x="938" y="314"/>
                    <a:pt x="938" y="315"/>
                  </a:cubicBezTo>
                  <a:moveTo>
                    <a:pt x="938" y="315"/>
                  </a:moveTo>
                  <a:cubicBezTo>
                    <a:pt x="938" y="315"/>
                    <a:pt x="938" y="316"/>
                    <a:pt x="938" y="316"/>
                  </a:cubicBezTo>
                  <a:cubicBezTo>
                    <a:pt x="938" y="316"/>
                    <a:pt x="938" y="315"/>
                    <a:pt x="938" y="315"/>
                  </a:cubicBezTo>
                  <a:moveTo>
                    <a:pt x="938" y="316"/>
                  </a:moveTo>
                  <a:cubicBezTo>
                    <a:pt x="938" y="316"/>
                    <a:pt x="939" y="317"/>
                    <a:pt x="939" y="317"/>
                  </a:cubicBezTo>
                  <a:cubicBezTo>
                    <a:pt x="939" y="317"/>
                    <a:pt x="938" y="316"/>
                    <a:pt x="938" y="316"/>
                  </a:cubicBezTo>
                  <a:moveTo>
                    <a:pt x="939" y="317"/>
                  </a:moveTo>
                  <a:cubicBezTo>
                    <a:pt x="939" y="317"/>
                    <a:pt x="939" y="318"/>
                    <a:pt x="939" y="318"/>
                  </a:cubicBezTo>
                  <a:cubicBezTo>
                    <a:pt x="939" y="318"/>
                    <a:pt x="939" y="317"/>
                    <a:pt x="939" y="317"/>
                  </a:cubicBezTo>
                  <a:moveTo>
                    <a:pt x="939" y="318"/>
                  </a:moveTo>
                  <a:cubicBezTo>
                    <a:pt x="940" y="319"/>
                    <a:pt x="940" y="319"/>
                    <a:pt x="940" y="320"/>
                  </a:cubicBezTo>
                  <a:cubicBezTo>
                    <a:pt x="940" y="319"/>
                    <a:pt x="940" y="319"/>
                    <a:pt x="939" y="318"/>
                  </a:cubicBezTo>
                  <a:moveTo>
                    <a:pt x="941" y="321"/>
                  </a:moveTo>
                  <a:cubicBezTo>
                    <a:pt x="940" y="321"/>
                    <a:pt x="940" y="320"/>
                    <a:pt x="940" y="320"/>
                  </a:cubicBezTo>
                  <a:cubicBezTo>
                    <a:pt x="940" y="320"/>
                    <a:pt x="940" y="321"/>
                    <a:pt x="941" y="321"/>
                  </a:cubicBezTo>
                  <a:moveTo>
                    <a:pt x="941" y="322"/>
                  </a:moveTo>
                  <a:cubicBezTo>
                    <a:pt x="941" y="322"/>
                    <a:pt x="941" y="321"/>
                    <a:pt x="941" y="321"/>
                  </a:cubicBezTo>
                  <a:cubicBezTo>
                    <a:pt x="941" y="321"/>
                    <a:pt x="941" y="322"/>
                    <a:pt x="941" y="322"/>
                  </a:cubicBezTo>
                  <a:moveTo>
                    <a:pt x="941" y="323"/>
                  </a:moveTo>
                  <a:cubicBezTo>
                    <a:pt x="941" y="323"/>
                    <a:pt x="941" y="322"/>
                    <a:pt x="941" y="322"/>
                  </a:cubicBezTo>
                  <a:cubicBezTo>
                    <a:pt x="941" y="322"/>
                    <a:pt x="941" y="323"/>
                    <a:pt x="941" y="323"/>
                  </a:cubicBezTo>
                  <a:moveTo>
                    <a:pt x="941" y="323"/>
                  </a:moveTo>
                  <a:cubicBezTo>
                    <a:pt x="941" y="323"/>
                    <a:pt x="941" y="324"/>
                    <a:pt x="942" y="324"/>
                  </a:cubicBezTo>
                  <a:cubicBezTo>
                    <a:pt x="941" y="324"/>
                    <a:pt x="941" y="323"/>
                    <a:pt x="941" y="323"/>
                  </a:cubicBezTo>
                  <a:moveTo>
                    <a:pt x="942" y="324"/>
                  </a:moveTo>
                  <a:cubicBezTo>
                    <a:pt x="942" y="324"/>
                    <a:pt x="942" y="324"/>
                    <a:pt x="942" y="325"/>
                  </a:cubicBezTo>
                  <a:cubicBezTo>
                    <a:pt x="942" y="324"/>
                    <a:pt x="942" y="324"/>
                    <a:pt x="942" y="324"/>
                  </a:cubicBezTo>
                  <a:moveTo>
                    <a:pt x="942" y="325"/>
                  </a:moveTo>
                  <a:cubicBezTo>
                    <a:pt x="942" y="325"/>
                    <a:pt x="942" y="325"/>
                    <a:pt x="942" y="325"/>
                  </a:cubicBezTo>
                  <a:cubicBezTo>
                    <a:pt x="942" y="325"/>
                    <a:pt x="942" y="325"/>
                    <a:pt x="942" y="325"/>
                  </a:cubicBezTo>
                  <a:moveTo>
                    <a:pt x="943" y="327"/>
                  </a:moveTo>
                  <a:cubicBezTo>
                    <a:pt x="942" y="326"/>
                    <a:pt x="942" y="326"/>
                    <a:pt x="942" y="325"/>
                  </a:cubicBezTo>
                  <a:cubicBezTo>
                    <a:pt x="942" y="326"/>
                    <a:pt x="942" y="326"/>
                    <a:pt x="943" y="327"/>
                  </a:cubicBezTo>
                  <a:moveTo>
                    <a:pt x="943" y="328"/>
                  </a:moveTo>
                  <a:cubicBezTo>
                    <a:pt x="943" y="327"/>
                    <a:pt x="943" y="327"/>
                    <a:pt x="943" y="327"/>
                  </a:cubicBezTo>
                  <a:cubicBezTo>
                    <a:pt x="943" y="327"/>
                    <a:pt x="943" y="327"/>
                    <a:pt x="943" y="328"/>
                  </a:cubicBezTo>
                  <a:moveTo>
                    <a:pt x="943" y="328"/>
                  </a:moveTo>
                  <a:cubicBezTo>
                    <a:pt x="943" y="328"/>
                    <a:pt x="943" y="328"/>
                    <a:pt x="943" y="328"/>
                  </a:cubicBezTo>
                  <a:cubicBezTo>
                    <a:pt x="943" y="328"/>
                    <a:pt x="943" y="328"/>
                    <a:pt x="943" y="328"/>
                  </a:cubicBezTo>
                  <a:moveTo>
                    <a:pt x="943" y="329"/>
                  </a:moveTo>
                  <a:cubicBezTo>
                    <a:pt x="943" y="329"/>
                    <a:pt x="943" y="328"/>
                    <a:pt x="943" y="328"/>
                  </a:cubicBezTo>
                  <a:cubicBezTo>
                    <a:pt x="943" y="329"/>
                    <a:pt x="943" y="329"/>
                    <a:pt x="943" y="330"/>
                  </a:cubicBezTo>
                  <a:cubicBezTo>
                    <a:pt x="943" y="330"/>
                    <a:pt x="943" y="329"/>
                    <a:pt x="943" y="329"/>
                  </a:cubicBezTo>
                  <a:moveTo>
                    <a:pt x="975" y="276"/>
                  </a:moveTo>
                  <a:cubicBezTo>
                    <a:pt x="976" y="278"/>
                    <a:pt x="976" y="278"/>
                    <a:pt x="976" y="278"/>
                  </a:cubicBezTo>
                  <a:cubicBezTo>
                    <a:pt x="975" y="277"/>
                    <a:pt x="975" y="277"/>
                    <a:pt x="975" y="276"/>
                  </a:cubicBezTo>
                  <a:moveTo>
                    <a:pt x="976" y="279"/>
                  </a:moveTo>
                  <a:cubicBezTo>
                    <a:pt x="976" y="279"/>
                    <a:pt x="976" y="278"/>
                    <a:pt x="976" y="278"/>
                  </a:cubicBezTo>
                  <a:cubicBezTo>
                    <a:pt x="976" y="278"/>
                    <a:pt x="976" y="279"/>
                    <a:pt x="976" y="279"/>
                  </a:cubicBezTo>
                  <a:moveTo>
                    <a:pt x="976" y="280"/>
                  </a:moveTo>
                  <a:cubicBezTo>
                    <a:pt x="976" y="280"/>
                    <a:pt x="976" y="279"/>
                    <a:pt x="976" y="279"/>
                  </a:cubicBezTo>
                  <a:cubicBezTo>
                    <a:pt x="976" y="279"/>
                    <a:pt x="976" y="280"/>
                    <a:pt x="976" y="280"/>
                  </a:cubicBezTo>
                  <a:moveTo>
                    <a:pt x="976" y="280"/>
                  </a:moveTo>
                  <a:cubicBezTo>
                    <a:pt x="976" y="280"/>
                    <a:pt x="977" y="281"/>
                    <a:pt x="977" y="281"/>
                  </a:cubicBezTo>
                  <a:cubicBezTo>
                    <a:pt x="977" y="281"/>
                    <a:pt x="976" y="280"/>
                    <a:pt x="976" y="280"/>
                  </a:cubicBezTo>
                  <a:moveTo>
                    <a:pt x="977" y="281"/>
                  </a:moveTo>
                  <a:cubicBezTo>
                    <a:pt x="977" y="281"/>
                    <a:pt x="977" y="282"/>
                    <a:pt x="977" y="282"/>
                  </a:cubicBezTo>
                  <a:cubicBezTo>
                    <a:pt x="977" y="282"/>
                    <a:pt x="977" y="281"/>
                    <a:pt x="977" y="281"/>
                  </a:cubicBezTo>
                  <a:moveTo>
                    <a:pt x="978" y="283"/>
                  </a:moveTo>
                  <a:cubicBezTo>
                    <a:pt x="977" y="283"/>
                    <a:pt x="977" y="282"/>
                    <a:pt x="977" y="282"/>
                  </a:cubicBezTo>
                  <a:cubicBezTo>
                    <a:pt x="977" y="282"/>
                    <a:pt x="977" y="283"/>
                    <a:pt x="978" y="283"/>
                  </a:cubicBezTo>
                  <a:moveTo>
                    <a:pt x="978" y="284"/>
                  </a:moveTo>
                  <a:cubicBezTo>
                    <a:pt x="978" y="283"/>
                    <a:pt x="978" y="283"/>
                    <a:pt x="978" y="283"/>
                  </a:cubicBezTo>
                  <a:cubicBezTo>
                    <a:pt x="978" y="283"/>
                    <a:pt x="978" y="283"/>
                    <a:pt x="978" y="284"/>
                  </a:cubicBezTo>
                  <a:moveTo>
                    <a:pt x="978" y="285"/>
                  </a:moveTo>
                  <a:cubicBezTo>
                    <a:pt x="978" y="284"/>
                    <a:pt x="978" y="284"/>
                    <a:pt x="978" y="284"/>
                  </a:cubicBezTo>
                  <a:cubicBezTo>
                    <a:pt x="978" y="284"/>
                    <a:pt x="978" y="284"/>
                    <a:pt x="978" y="285"/>
                  </a:cubicBezTo>
                  <a:moveTo>
                    <a:pt x="979" y="286"/>
                  </a:moveTo>
                  <a:cubicBezTo>
                    <a:pt x="979" y="285"/>
                    <a:pt x="979" y="285"/>
                    <a:pt x="978" y="285"/>
                  </a:cubicBezTo>
                  <a:cubicBezTo>
                    <a:pt x="979" y="285"/>
                    <a:pt x="979" y="285"/>
                    <a:pt x="979" y="286"/>
                  </a:cubicBezTo>
                  <a:moveTo>
                    <a:pt x="979" y="287"/>
                  </a:moveTo>
                  <a:cubicBezTo>
                    <a:pt x="979" y="286"/>
                    <a:pt x="979" y="286"/>
                    <a:pt x="979" y="286"/>
                  </a:cubicBezTo>
                  <a:cubicBezTo>
                    <a:pt x="979" y="286"/>
                    <a:pt x="979" y="286"/>
                    <a:pt x="979" y="287"/>
                  </a:cubicBezTo>
                  <a:moveTo>
                    <a:pt x="980" y="288"/>
                  </a:moveTo>
                  <a:cubicBezTo>
                    <a:pt x="979" y="288"/>
                    <a:pt x="979" y="287"/>
                    <a:pt x="979" y="287"/>
                  </a:cubicBezTo>
                  <a:cubicBezTo>
                    <a:pt x="979" y="287"/>
                    <a:pt x="979" y="288"/>
                    <a:pt x="980" y="288"/>
                  </a:cubicBezTo>
                  <a:moveTo>
                    <a:pt x="980" y="289"/>
                  </a:moveTo>
                  <a:cubicBezTo>
                    <a:pt x="980" y="288"/>
                    <a:pt x="980" y="288"/>
                    <a:pt x="980" y="288"/>
                  </a:cubicBezTo>
                  <a:cubicBezTo>
                    <a:pt x="980" y="288"/>
                    <a:pt x="980" y="288"/>
                    <a:pt x="980" y="289"/>
                  </a:cubicBezTo>
                  <a:moveTo>
                    <a:pt x="980" y="289"/>
                  </a:moveTo>
                  <a:cubicBezTo>
                    <a:pt x="980" y="289"/>
                    <a:pt x="980" y="289"/>
                    <a:pt x="980" y="289"/>
                  </a:cubicBezTo>
                  <a:cubicBezTo>
                    <a:pt x="980" y="289"/>
                    <a:pt x="980" y="289"/>
                    <a:pt x="980" y="289"/>
                  </a:cubicBezTo>
                  <a:moveTo>
                    <a:pt x="981" y="290"/>
                  </a:moveTo>
                  <a:cubicBezTo>
                    <a:pt x="981" y="290"/>
                    <a:pt x="980" y="290"/>
                    <a:pt x="980" y="289"/>
                  </a:cubicBezTo>
                  <a:cubicBezTo>
                    <a:pt x="980" y="290"/>
                    <a:pt x="981" y="290"/>
                    <a:pt x="981" y="290"/>
                  </a:cubicBezTo>
                  <a:moveTo>
                    <a:pt x="981" y="291"/>
                  </a:moveTo>
                  <a:cubicBezTo>
                    <a:pt x="981" y="291"/>
                    <a:pt x="981" y="291"/>
                    <a:pt x="981" y="290"/>
                  </a:cubicBezTo>
                  <a:cubicBezTo>
                    <a:pt x="981" y="291"/>
                    <a:pt x="981" y="291"/>
                    <a:pt x="981" y="291"/>
                  </a:cubicBezTo>
                  <a:moveTo>
                    <a:pt x="981" y="292"/>
                  </a:moveTo>
                  <a:cubicBezTo>
                    <a:pt x="981" y="292"/>
                    <a:pt x="981" y="292"/>
                    <a:pt x="981" y="291"/>
                  </a:cubicBezTo>
                  <a:cubicBezTo>
                    <a:pt x="981" y="292"/>
                    <a:pt x="981" y="292"/>
                    <a:pt x="981" y="292"/>
                  </a:cubicBezTo>
                  <a:moveTo>
                    <a:pt x="982" y="293"/>
                  </a:moveTo>
                  <a:cubicBezTo>
                    <a:pt x="982" y="292"/>
                    <a:pt x="982" y="292"/>
                    <a:pt x="981" y="292"/>
                  </a:cubicBezTo>
                  <a:cubicBezTo>
                    <a:pt x="982" y="292"/>
                    <a:pt x="982" y="292"/>
                    <a:pt x="982" y="293"/>
                  </a:cubicBezTo>
                  <a:moveTo>
                    <a:pt x="983" y="294"/>
                  </a:moveTo>
                  <a:cubicBezTo>
                    <a:pt x="982" y="293"/>
                    <a:pt x="982" y="293"/>
                    <a:pt x="982" y="293"/>
                  </a:cubicBezTo>
                  <a:cubicBezTo>
                    <a:pt x="982" y="293"/>
                    <a:pt x="982" y="293"/>
                    <a:pt x="983" y="294"/>
                  </a:cubicBezTo>
                  <a:moveTo>
                    <a:pt x="983" y="294"/>
                  </a:moveTo>
                  <a:cubicBezTo>
                    <a:pt x="983" y="294"/>
                    <a:pt x="983" y="294"/>
                    <a:pt x="983" y="294"/>
                  </a:cubicBezTo>
                  <a:cubicBezTo>
                    <a:pt x="983" y="294"/>
                    <a:pt x="983" y="294"/>
                    <a:pt x="983" y="294"/>
                  </a:cubicBezTo>
                  <a:moveTo>
                    <a:pt x="984" y="295"/>
                  </a:moveTo>
                  <a:cubicBezTo>
                    <a:pt x="983" y="294"/>
                    <a:pt x="983" y="294"/>
                    <a:pt x="983" y="294"/>
                  </a:cubicBezTo>
                  <a:cubicBezTo>
                    <a:pt x="983" y="294"/>
                    <a:pt x="983" y="294"/>
                    <a:pt x="984" y="295"/>
                  </a:cubicBezTo>
                  <a:moveTo>
                    <a:pt x="984" y="295"/>
                  </a:moveTo>
                  <a:cubicBezTo>
                    <a:pt x="984" y="295"/>
                    <a:pt x="984" y="295"/>
                    <a:pt x="984" y="295"/>
                  </a:cubicBezTo>
                  <a:cubicBezTo>
                    <a:pt x="984" y="295"/>
                    <a:pt x="984" y="295"/>
                    <a:pt x="984" y="295"/>
                  </a:cubicBezTo>
                  <a:moveTo>
                    <a:pt x="984" y="296"/>
                  </a:moveTo>
                  <a:cubicBezTo>
                    <a:pt x="984" y="296"/>
                    <a:pt x="984" y="296"/>
                    <a:pt x="984" y="295"/>
                  </a:cubicBezTo>
                  <a:cubicBezTo>
                    <a:pt x="984" y="296"/>
                    <a:pt x="984" y="296"/>
                    <a:pt x="984" y="296"/>
                  </a:cubicBezTo>
                  <a:moveTo>
                    <a:pt x="985" y="296"/>
                  </a:moveTo>
                  <a:cubicBezTo>
                    <a:pt x="985" y="296"/>
                    <a:pt x="985" y="296"/>
                    <a:pt x="984" y="296"/>
                  </a:cubicBezTo>
                  <a:cubicBezTo>
                    <a:pt x="985" y="296"/>
                    <a:pt x="985" y="296"/>
                    <a:pt x="985" y="296"/>
                  </a:cubicBezTo>
                  <a:moveTo>
                    <a:pt x="986" y="297"/>
                  </a:moveTo>
                  <a:cubicBezTo>
                    <a:pt x="986" y="297"/>
                    <a:pt x="985" y="296"/>
                    <a:pt x="985" y="296"/>
                  </a:cubicBezTo>
                  <a:cubicBezTo>
                    <a:pt x="985" y="296"/>
                    <a:pt x="986" y="297"/>
                    <a:pt x="986" y="297"/>
                  </a:cubicBezTo>
                  <a:moveTo>
                    <a:pt x="986" y="297"/>
                  </a:moveTo>
                  <a:cubicBezTo>
                    <a:pt x="986" y="297"/>
                    <a:pt x="986" y="297"/>
                    <a:pt x="986" y="297"/>
                  </a:cubicBezTo>
                  <a:cubicBezTo>
                    <a:pt x="986" y="297"/>
                    <a:pt x="986" y="297"/>
                    <a:pt x="986" y="297"/>
                  </a:cubicBezTo>
                  <a:moveTo>
                    <a:pt x="987" y="298"/>
                  </a:moveTo>
                  <a:cubicBezTo>
                    <a:pt x="987" y="297"/>
                    <a:pt x="987" y="297"/>
                    <a:pt x="986" y="297"/>
                  </a:cubicBezTo>
                  <a:cubicBezTo>
                    <a:pt x="987" y="297"/>
                    <a:pt x="987" y="297"/>
                    <a:pt x="987" y="298"/>
                  </a:cubicBezTo>
                  <a:moveTo>
                    <a:pt x="987" y="298"/>
                  </a:moveTo>
                  <a:cubicBezTo>
                    <a:pt x="987" y="298"/>
                    <a:pt x="987" y="298"/>
                    <a:pt x="987" y="298"/>
                  </a:cubicBezTo>
                  <a:cubicBezTo>
                    <a:pt x="987" y="298"/>
                    <a:pt x="987" y="298"/>
                    <a:pt x="987" y="298"/>
                  </a:cubicBezTo>
                  <a:moveTo>
                    <a:pt x="988" y="298"/>
                  </a:moveTo>
                  <a:cubicBezTo>
                    <a:pt x="988" y="298"/>
                    <a:pt x="988" y="298"/>
                    <a:pt x="987" y="298"/>
                  </a:cubicBezTo>
                  <a:cubicBezTo>
                    <a:pt x="988" y="298"/>
                    <a:pt x="988" y="298"/>
                    <a:pt x="988" y="298"/>
                  </a:cubicBezTo>
                  <a:moveTo>
                    <a:pt x="989" y="298"/>
                  </a:moveTo>
                  <a:cubicBezTo>
                    <a:pt x="989" y="298"/>
                    <a:pt x="989" y="298"/>
                    <a:pt x="988" y="298"/>
                  </a:cubicBezTo>
                  <a:cubicBezTo>
                    <a:pt x="989" y="298"/>
                    <a:pt x="989" y="298"/>
                    <a:pt x="989" y="298"/>
                  </a:cubicBezTo>
                  <a:moveTo>
                    <a:pt x="990" y="298"/>
                  </a:moveTo>
                  <a:cubicBezTo>
                    <a:pt x="990" y="298"/>
                    <a:pt x="989" y="298"/>
                    <a:pt x="989" y="298"/>
                  </a:cubicBezTo>
                  <a:cubicBezTo>
                    <a:pt x="989" y="298"/>
                    <a:pt x="990" y="298"/>
                    <a:pt x="990" y="298"/>
                  </a:cubicBezTo>
                  <a:moveTo>
                    <a:pt x="991" y="298"/>
                  </a:moveTo>
                  <a:cubicBezTo>
                    <a:pt x="991" y="298"/>
                    <a:pt x="990" y="298"/>
                    <a:pt x="990" y="298"/>
                  </a:cubicBezTo>
                  <a:cubicBezTo>
                    <a:pt x="990" y="298"/>
                    <a:pt x="991" y="298"/>
                    <a:pt x="991" y="298"/>
                  </a:cubicBezTo>
                  <a:moveTo>
                    <a:pt x="991" y="298"/>
                  </a:moveTo>
                  <a:cubicBezTo>
                    <a:pt x="991" y="298"/>
                    <a:pt x="991" y="298"/>
                    <a:pt x="991" y="298"/>
                  </a:cubicBezTo>
                  <a:cubicBezTo>
                    <a:pt x="991" y="298"/>
                    <a:pt x="991" y="298"/>
                    <a:pt x="991" y="298"/>
                  </a:cubicBezTo>
                  <a:moveTo>
                    <a:pt x="993" y="298"/>
                  </a:moveTo>
                  <a:cubicBezTo>
                    <a:pt x="992" y="298"/>
                    <a:pt x="992" y="298"/>
                    <a:pt x="991" y="298"/>
                  </a:cubicBezTo>
                  <a:cubicBezTo>
                    <a:pt x="992" y="298"/>
                    <a:pt x="992" y="298"/>
                    <a:pt x="993" y="298"/>
                  </a:cubicBezTo>
                  <a:moveTo>
                    <a:pt x="994" y="298"/>
                  </a:moveTo>
                  <a:cubicBezTo>
                    <a:pt x="994" y="298"/>
                    <a:pt x="993" y="298"/>
                    <a:pt x="993" y="298"/>
                  </a:cubicBezTo>
                  <a:cubicBezTo>
                    <a:pt x="993" y="298"/>
                    <a:pt x="994" y="298"/>
                    <a:pt x="994" y="298"/>
                  </a:cubicBezTo>
                  <a:moveTo>
                    <a:pt x="995" y="298"/>
                  </a:moveTo>
                  <a:cubicBezTo>
                    <a:pt x="995" y="298"/>
                    <a:pt x="994" y="298"/>
                    <a:pt x="994" y="298"/>
                  </a:cubicBezTo>
                  <a:cubicBezTo>
                    <a:pt x="994" y="298"/>
                    <a:pt x="995" y="298"/>
                    <a:pt x="995" y="298"/>
                  </a:cubicBezTo>
                  <a:moveTo>
                    <a:pt x="996" y="298"/>
                  </a:moveTo>
                  <a:cubicBezTo>
                    <a:pt x="996" y="298"/>
                    <a:pt x="995" y="298"/>
                    <a:pt x="995" y="298"/>
                  </a:cubicBezTo>
                  <a:cubicBezTo>
                    <a:pt x="995" y="298"/>
                    <a:pt x="996" y="298"/>
                    <a:pt x="996" y="298"/>
                  </a:cubicBezTo>
                  <a:moveTo>
                    <a:pt x="997" y="298"/>
                  </a:moveTo>
                  <a:cubicBezTo>
                    <a:pt x="997" y="298"/>
                    <a:pt x="997" y="298"/>
                    <a:pt x="996" y="298"/>
                  </a:cubicBezTo>
                  <a:cubicBezTo>
                    <a:pt x="997" y="298"/>
                    <a:pt x="997" y="298"/>
                    <a:pt x="997" y="298"/>
                  </a:cubicBezTo>
                  <a:moveTo>
                    <a:pt x="998" y="297"/>
                  </a:moveTo>
                  <a:cubicBezTo>
                    <a:pt x="997" y="297"/>
                    <a:pt x="997" y="297"/>
                    <a:pt x="997" y="298"/>
                  </a:cubicBezTo>
                  <a:cubicBezTo>
                    <a:pt x="997" y="297"/>
                    <a:pt x="997" y="297"/>
                    <a:pt x="998" y="297"/>
                  </a:cubicBezTo>
                  <a:moveTo>
                    <a:pt x="998" y="297"/>
                  </a:moveTo>
                  <a:cubicBezTo>
                    <a:pt x="998" y="297"/>
                    <a:pt x="998" y="297"/>
                    <a:pt x="998" y="297"/>
                  </a:cubicBezTo>
                  <a:cubicBezTo>
                    <a:pt x="998" y="297"/>
                    <a:pt x="998" y="297"/>
                    <a:pt x="998" y="297"/>
                  </a:cubicBezTo>
                  <a:moveTo>
                    <a:pt x="999" y="297"/>
                  </a:moveTo>
                  <a:cubicBezTo>
                    <a:pt x="999" y="297"/>
                    <a:pt x="999" y="297"/>
                    <a:pt x="998" y="297"/>
                  </a:cubicBezTo>
                  <a:cubicBezTo>
                    <a:pt x="999" y="297"/>
                    <a:pt x="999" y="297"/>
                    <a:pt x="999" y="297"/>
                  </a:cubicBezTo>
                  <a:moveTo>
                    <a:pt x="999" y="296"/>
                  </a:moveTo>
                  <a:cubicBezTo>
                    <a:pt x="999" y="296"/>
                    <a:pt x="999" y="297"/>
                    <a:pt x="999" y="297"/>
                  </a:cubicBezTo>
                  <a:cubicBezTo>
                    <a:pt x="999" y="297"/>
                    <a:pt x="999" y="297"/>
                    <a:pt x="999" y="297"/>
                  </a:cubicBezTo>
                  <a:moveTo>
                    <a:pt x="1000" y="296"/>
                  </a:moveTo>
                  <a:cubicBezTo>
                    <a:pt x="1000" y="296"/>
                    <a:pt x="1000" y="296"/>
                    <a:pt x="1000" y="296"/>
                  </a:cubicBezTo>
                  <a:cubicBezTo>
                    <a:pt x="1000" y="296"/>
                    <a:pt x="1000" y="296"/>
                    <a:pt x="1000" y="296"/>
                  </a:cubicBezTo>
                  <a:moveTo>
                    <a:pt x="1000" y="296"/>
                  </a:moveTo>
                  <a:cubicBezTo>
                    <a:pt x="1000" y="296"/>
                    <a:pt x="1000" y="296"/>
                    <a:pt x="1000" y="296"/>
                  </a:cubicBezTo>
                  <a:cubicBezTo>
                    <a:pt x="1000" y="296"/>
                    <a:pt x="1000" y="296"/>
                    <a:pt x="1000" y="296"/>
                  </a:cubicBezTo>
                  <a:moveTo>
                    <a:pt x="1001" y="296"/>
                  </a:moveTo>
                  <a:cubicBezTo>
                    <a:pt x="1000" y="296"/>
                    <a:pt x="1000" y="296"/>
                    <a:pt x="1000" y="296"/>
                  </a:cubicBezTo>
                  <a:cubicBezTo>
                    <a:pt x="1001" y="296"/>
                    <a:pt x="1001" y="296"/>
                    <a:pt x="1001" y="296"/>
                  </a:cubicBezTo>
                  <a:moveTo>
                    <a:pt x="1001" y="295"/>
                  </a:moveTo>
                  <a:cubicBezTo>
                    <a:pt x="1001" y="296"/>
                    <a:pt x="1001" y="296"/>
                    <a:pt x="1001" y="296"/>
                  </a:cubicBezTo>
                  <a:cubicBezTo>
                    <a:pt x="1001" y="295"/>
                    <a:pt x="1001" y="295"/>
                    <a:pt x="1001" y="295"/>
                  </a:cubicBezTo>
                  <a:moveTo>
                    <a:pt x="1001" y="295"/>
                  </a:moveTo>
                  <a:cubicBezTo>
                    <a:pt x="1001" y="295"/>
                    <a:pt x="1001" y="295"/>
                    <a:pt x="1001" y="295"/>
                  </a:cubicBezTo>
                  <a:cubicBezTo>
                    <a:pt x="1001" y="295"/>
                    <a:pt x="1001" y="295"/>
                    <a:pt x="1001" y="295"/>
                  </a:cubicBezTo>
                  <a:moveTo>
                    <a:pt x="1001" y="294"/>
                  </a:moveTo>
                  <a:cubicBezTo>
                    <a:pt x="1001" y="295"/>
                    <a:pt x="1001" y="295"/>
                    <a:pt x="1001" y="295"/>
                  </a:cubicBezTo>
                  <a:cubicBezTo>
                    <a:pt x="1001" y="295"/>
                    <a:pt x="1001" y="295"/>
                    <a:pt x="1001" y="294"/>
                  </a:cubicBezTo>
                  <a:moveTo>
                    <a:pt x="1002" y="294"/>
                  </a:moveTo>
                  <a:cubicBezTo>
                    <a:pt x="1002" y="294"/>
                    <a:pt x="1001" y="294"/>
                    <a:pt x="1001" y="294"/>
                  </a:cubicBezTo>
                  <a:cubicBezTo>
                    <a:pt x="1001" y="294"/>
                    <a:pt x="1002" y="294"/>
                    <a:pt x="1002" y="294"/>
                  </a:cubicBezTo>
                  <a:moveTo>
                    <a:pt x="1002" y="294"/>
                  </a:moveTo>
                  <a:cubicBezTo>
                    <a:pt x="1002" y="294"/>
                    <a:pt x="1002" y="294"/>
                    <a:pt x="1002" y="294"/>
                  </a:cubicBezTo>
                  <a:cubicBezTo>
                    <a:pt x="1002" y="294"/>
                    <a:pt x="1002" y="294"/>
                    <a:pt x="1002" y="294"/>
                  </a:cubicBezTo>
                  <a:moveTo>
                    <a:pt x="1002" y="293"/>
                  </a:moveTo>
                  <a:cubicBezTo>
                    <a:pt x="1002" y="293"/>
                    <a:pt x="1002" y="294"/>
                    <a:pt x="1002" y="294"/>
                  </a:cubicBezTo>
                  <a:cubicBezTo>
                    <a:pt x="1002" y="294"/>
                    <a:pt x="1002" y="293"/>
                    <a:pt x="1002" y="293"/>
                  </a:cubicBezTo>
                  <a:moveTo>
                    <a:pt x="1002" y="292"/>
                  </a:moveTo>
                  <a:cubicBezTo>
                    <a:pt x="1002" y="292"/>
                    <a:pt x="1002" y="293"/>
                    <a:pt x="1002" y="293"/>
                  </a:cubicBezTo>
                  <a:cubicBezTo>
                    <a:pt x="1002" y="293"/>
                    <a:pt x="1002" y="292"/>
                    <a:pt x="1002" y="292"/>
                  </a:cubicBezTo>
                  <a:moveTo>
                    <a:pt x="1002" y="292"/>
                  </a:moveTo>
                  <a:cubicBezTo>
                    <a:pt x="1002" y="292"/>
                    <a:pt x="1002" y="292"/>
                    <a:pt x="1002" y="292"/>
                  </a:cubicBezTo>
                  <a:cubicBezTo>
                    <a:pt x="1002" y="292"/>
                    <a:pt x="1002" y="292"/>
                    <a:pt x="1002" y="292"/>
                  </a:cubicBezTo>
                  <a:moveTo>
                    <a:pt x="1002" y="291"/>
                  </a:moveTo>
                  <a:cubicBezTo>
                    <a:pt x="1002" y="291"/>
                    <a:pt x="1002" y="292"/>
                    <a:pt x="1002" y="292"/>
                  </a:cubicBezTo>
                  <a:cubicBezTo>
                    <a:pt x="1002" y="292"/>
                    <a:pt x="1002" y="291"/>
                    <a:pt x="1002" y="291"/>
                  </a:cubicBezTo>
                  <a:moveTo>
                    <a:pt x="1002" y="290"/>
                  </a:moveTo>
                  <a:cubicBezTo>
                    <a:pt x="1002" y="291"/>
                    <a:pt x="1002" y="291"/>
                    <a:pt x="1002" y="291"/>
                  </a:cubicBezTo>
                  <a:cubicBezTo>
                    <a:pt x="1002" y="291"/>
                    <a:pt x="1002" y="291"/>
                    <a:pt x="1002" y="290"/>
                  </a:cubicBezTo>
                  <a:moveTo>
                    <a:pt x="1002" y="290"/>
                  </a:moveTo>
                  <a:cubicBezTo>
                    <a:pt x="1002" y="290"/>
                    <a:pt x="1002" y="290"/>
                    <a:pt x="1002" y="289"/>
                  </a:cubicBezTo>
                  <a:cubicBezTo>
                    <a:pt x="1002" y="290"/>
                    <a:pt x="1002" y="290"/>
                    <a:pt x="1002" y="290"/>
                  </a:cubicBezTo>
                  <a:moveTo>
                    <a:pt x="1002" y="289"/>
                  </a:moveTo>
                  <a:cubicBezTo>
                    <a:pt x="1002" y="289"/>
                    <a:pt x="1002" y="289"/>
                    <a:pt x="1002" y="289"/>
                  </a:cubicBezTo>
                  <a:cubicBezTo>
                    <a:pt x="1002" y="289"/>
                    <a:pt x="1002" y="289"/>
                    <a:pt x="1002" y="289"/>
                  </a:cubicBezTo>
                  <a:moveTo>
                    <a:pt x="1002" y="288"/>
                  </a:moveTo>
                  <a:cubicBezTo>
                    <a:pt x="1002" y="288"/>
                    <a:pt x="1002" y="288"/>
                    <a:pt x="1002" y="289"/>
                  </a:cubicBezTo>
                  <a:cubicBezTo>
                    <a:pt x="1002" y="288"/>
                    <a:pt x="1002" y="288"/>
                    <a:pt x="1002" y="288"/>
                  </a:cubicBezTo>
                  <a:moveTo>
                    <a:pt x="1002" y="288"/>
                  </a:moveTo>
                  <a:cubicBezTo>
                    <a:pt x="1002" y="288"/>
                    <a:pt x="1002" y="287"/>
                    <a:pt x="1002" y="287"/>
                  </a:cubicBezTo>
                  <a:cubicBezTo>
                    <a:pt x="1002" y="287"/>
                    <a:pt x="1002" y="288"/>
                    <a:pt x="1002" y="288"/>
                  </a:cubicBezTo>
                  <a:moveTo>
                    <a:pt x="1002" y="286"/>
                  </a:moveTo>
                  <a:cubicBezTo>
                    <a:pt x="1002" y="286"/>
                    <a:pt x="1002" y="286"/>
                    <a:pt x="1002" y="287"/>
                  </a:cubicBezTo>
                  <a:cubicBezTo>
                    <a:pt x="1002" y="286"/>
                    <a:pt x="1002" y="286"/>
                    <a:pt x="1002" y="286"/>
                  </a:cubicBezTo>
                  <a:moveTo>
                    <a:pt x="1002" y="286"/>
                  </a:moveTo>
                  <a:cubicBezTo>
                    <a:pt x="1002" y="285"/>
                    <a:pt x="1002" y="285"/>
                    <a:pt x="1002" y="284"/>
                  </a:cubicBezTo>
                  <a:cubicBezTo>
                    <a:pt x="1002" y="285"/>
                    <a:pt x="1002" y="285"/>
                    <a:pt x="1002" y="286"/>
                  </a:cubicBezTo>
                  <a:moveTo>
                    <a:pt x="1002" y="283"/>
                  </a:moveTo>
                  <a:cubicBezTo>
                    <a:pt x="1002" y="284"/>
                    <a:pt x="1002" y="284"/>
                    <a:pt x="1002" y="284"/>
                  </a:cubicBezTo>
                  <a:cubicBezTo>
                    <a:pt x="1002" y="284"/>
                    <a:pt x="1002" y="284"/>
                    <a:pt x="1002" y="283"/>
                  </a:cubicBezTo>
                  <a:moveTo>
                    <a:pt x="1002" y="283"/>
                  </a:moveTo>
                  <a:cubicBezTo>
                    <a:pt x="1002" y="283"/>
                    <a:pt x="1002" y="283"/>
                    <a:pt x="1002" y="283"/>
                  </a:cubicBezTo>
                  <a:cubicBezTo>
                    <a:pt x="1002" y="283"/>
                    <a:pt x="1002" y="283"/>
                    <a:pt x="1002" y="283"/>
                  </a:cubicBezTo>
                  <a:moveTo>
                    <a:pt x="1002" y="281"/>
                  </a:moveTo>
                  <a:cubicBezTo>
                    <a:pt x="1002" y="281"/>
                    <a:pt x="1002" y="280"/>
                    <a:pt x="1002" y="280"/>
                  </a:cubicBezTo>
                  <a:cubicBezTo>
                    <a:pt x="1002" y="280"/>
                    <a:pt x="1002" y="282"/>
                    <a:pt x="1002" y="281"/>
                  </a:cubicBezTo>
                  <a:cubicBezTo>
                    <a:pt x="1002" y="282"/>
                    <a:pt x="1002" y="282"/>
                    <a:pt x="1002" y="283"/>
                  </a:cubicBezTo>
                  <a:cubicBezTo>
                    <a:pt x="1002" y="282"/>
                    <a:pt x="1002" y="282"/>
                    <a:pt x="1002" y="281"/>
                  </a:cubicBezTo>
                  <a:moveTo>
                    <a:pt x="1017" y="280"/>
                  </a:moveTo>
                  <a:cubicBezTo>
                    <a:pt x="1005" y="273"/>
                    <a:pt x="1005" y="273"/>
                    <a:pt x="1005" y="273"/>
                  </a:cubicBezTo>
                  <a:cubicBezTo>
                    <a:pt x="1008" y="257"/>
                    <a:pt x="1008" y="257"/>
                    <a:pt x="1008" y="257"/>
                  </a:cubicBezTo>
                  <a:cubicBezTo>
                    <a:pt x="1020" y="272"/>
                    <a:pt x="1020" y="272"/>
                    <a:pt x="1020" y="272"/>
                  </a:cubicBezTo>
                  <a:cubicBezTo>
                    <a:pt x="1017" y="280"/>
                    <a:pt x="1017" y="280"/>
                    <a:pt x="1017" y="280"/>
                  </a:cubicBezTo>
                  <a:cubicBezTo>
                    <a:pt x="1030" y="286"/>
                    <a:pt x="1030" y="286"/>
                    <a:pt x="1030" y="286"/>
                  </a:cubicBezTo>
                  <a:cubicBezTo>
                    <a:pt x="1017" y="280"/>
                    <a:pt x="1017" y="280"/>
                    <a:pt x="1017" y="280"/>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8"/>
                  </a:moveTo>
                  <a:cubicBezTo>
                    <a:pt x="1032" y="229"/>
                    <a:pt x="1032" y="229"/>
                    <a:pt x="1032" y="229"/>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7"/>
                  </a:moveTo>
                  <a:cubicBezTo>
                    <a:pt x="1031" y="228"/>
                    <a:pt x="1031" y="228"/>
                    <a:pt x="1031" y="228"/>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28" y="233"/>
                  </a:moveTo>
                  <a:cubicBezTo>
                    <a:pt x="1024" y="234"/>
                    <a:pt x="1019" y="235"/>
                    <a:pt x="1015" y="235"/>
                  </a:cubicBezTo>
                  <a:cubicBezTo>
                    <a:pt x="1013" y="235"/>
                    <a:pt x="1010" y="236"/>
                    <a:pt x="1009" y="237"/>
                  </a:cubicBezTo>
                  <a:cubicBezTo>
                    <a:pt x="1008" y="237"/>
                    <a:pt x="1008" y="237"/>
                    <a:pt x="1004" y="244"/>
                  </a:cubicBezTo>
                  <a:cubicBezTo>
                    <a:pt x="1005" y="246"/>
                    <a:pt x="1006" y="249"/>
                    <a:pt x="1007" y="251"/>
                  </a:cubicBezTo>
                  <a:cubicBezTo>
                    <a:pt x="1006" y="249"/>
                    <a:pt x="1005" y="246"/>
                    <a:pt x="1004" y="244"/>
                  </a:cubicBezTo>
                  <a:cubicBezTo>
                    <a:pt x="1002" y="244"/>
                    <a:pt x="1001" y="244"/>
                    <a:pt x="999" y="244"/>
                  </a:cubicBezTo>
                  <a:cubicBezTo>
                    <a:pt x="997" y="240"/>
                    <a:pt x="996" y="235"/>
                    <a:pt x="994" y="230"/>
                  </a:cubicBezTo>
                  <a:cubicBezTo>
                    <a:pt x="992" y="230"/>
                    <a:pt x="991" y="230"/>
                    <a:pt x="989" y="230"/>
                  </a:cubicBezTo>
                  <a:cubicBezTo>
                    <a:pt x="991" y="230"/>
                    <a:pt x="992" y="230"/>
                    <a:pt x="994" y="230"/>
                  </a:cubicBezTo>
                  <a:cubicBezTo>
                    <a:pt x="1004" y="229"/>
                    <a:pt x="1015" y="228"/>
                    <a:pt x="1025" y="226"/>
                  </a:cubicBezTo>
                  <a:cubicBezTo>
                    <a:pt x="1026" y="229"/>
                    <a:pt x="1027" y="231"/>
                    <a:pt x="1028" y="233"/>
                  </a:cubicBezTo>
                  <a:moveTo>
                    <a:pt x="1032" y="226"/>
                  </a:moveTo>
                  <a:cubicBezTo>
                    <a:pt x="1032" y="226"/>
                    <a:pt x="1032" y="225"/>
                    <a:pt x="1032" y="225"/>
                  </a:cubicBezTo>
                  <a:cubicBezTo>
                    <a:pt x="1032" y="225"/>
                    <a:pt x="1032" y="226"/>
                    <a:pt x="1032" y="226"/>
                  </a:cubicBezTo>
                  <a:cubicBezTo>
                    <a:pt x="1032" y="226"/>
                    <a:pt x="1032" y="226"/>
                    <a:pt x="1032" y="226"/>
                  </a:cubicBezTo>
                  <a:moveTo>
                    <a:pt x="1031" y="225"/>
                  </a:moveTo>
                  <a:cubicBezTo>
                    <a:pt x="1031" y="225"/>
                    <a:pt x="1030" y="226"/>
                    <a:pt x="1031" y="227"/>
                  </a:cubicBezTo>
                  <a:cubicBezTo>
                    <a:pt x="1031" y="226"/>
                    <a:pt x="1030" y="226"/>
                    <a:pt x="1031" y="225"/>
                  </a:cubicBezTo>
                  <a:cubicBezTo>
                    <a:pt x="1031" y="225"/>
                    <a:pt x="1031" y="225"/>
                    <a:pt x="1031" y="225"/>
                  </a:cubicBezTo>
                  <a:moveTo>
                    <a:pt x="829" y="337"/>
                  </a:moveTo>
                  <a:cubicBezTo>
                    <a:pt x="829" y="334"/>
                    <a:pt x="829" y="331"/>
                    <a:pt x="829" y="329"/>
                  </a:cubicBezTo>
                  <a:cubicBezTo>
                    <a:pt x="819" y="329"/>
                    <a:pt x="819" y="329"/>
                    <a:pt x="819" y="329"/>
                  </a:cubicBezTo>
                  <a:cubicBezTo>
                    <a:pt x="812" y="345"/>
                    <a:pt x="812" y="345"/>
                    <a:pt x="812" y="345"/>
                  </a:cubicBezTo>
                  <a:cubicBezTo>
                    <a:pt x="823" y="337"/>
                    <a:pt x="823" y="337"/>
                    <a:pt x="823" y="337"/>
                  </a:cubicBezTo>
                  <a:cubicBezTo>
                    <a:pt x="823" y="342"/>
                    <a:pt x="823" y="347"/>
                    <a:pt x="823" y="353"/>
                  </a:cubicBezTo>
                  <a:cubicBezTo>
                    <a:pt x="829" y="337"/>
                    <a:pt x="829" y="337"/>
                    <a:pt x="829" y="337"/>
                  </a:cubicBezTo>
                  <a:moveTo>
                    <a:pt x="1008" y="578"/>
                  </a:moveTo>
                  <a:cubicBezTo>
                    <a:pt x="999" y="560"/>
                    <a:pt x="999" y="560"/>
                    <a:pt x="999" y="560"/>
                  </a:cubicBezTo>
                  <a:cubicBezTo>
                    <a:pt x="1008" y="578"/>
                    <a:pt x="1008" y="578"/>
                    <a:pt x="1008" y="578"/>
                  </a:cubicBezTo>
                  <a:moveTo>
                    <a:pt x="1008" y="480"/>
                  </a:moveTo>
                  <a:cubicBezTo>
                    <a:pt x="1013" y="470"/>
                    <a:pt x="1013" y="470"/>
                    <a:pt x="1013" y="470"/>
                  </a:cubicBezTo>
                  <a:cubicBezTo>
                    <a:pt x="1008" y="480"/>
                    <a:pt x="1008" y="480"/>
                    <a:pt x="1008" y="480"/>
                  </a:cubicBezTo>
                  <a:moveTo>
                    <a:pt x="1024" y="461"/>
                  </a:moveTo>
                  <a:cubicBezTo>
                    <a:pt x="1013" y="470"/>
                    <a:pt x="1013" y="470"/>
                    <a:pt x="1013" y="470"/>
                  </a:cubicBezTo>
                  <a:cubicBezTo>
                    <a:pt x="1024" y="461"/>
                    <a:pt x="1024" y="461"/>
                    <a:pt x="1024" y="461"/>
                  </a:cubicBezTo>
                  <a:moveTo>
                    <a:pt x="1273" y="419"/>
                  </a:moveTo>
                  <a:cubicBezTo>
                    <a:pt x="1233" y="329"/>
                    <a:pt x="1182" y="248"/>
                    <a:pt x="1124" y="179"/>
                  </a:cubicBezTo>
                  <a:cubicBezTo>
                    <a:pt x="1123" y="179"/>
                    <a:pt x="1122" y="179"/>
                    <a:pt x="1120" y="179"/>
                  </a:cubicBezTo>
                  <a:cubicBezTo>
                    <a:pt x="1114" y="181"/>
                    <a:pt x="1107" y="182"/>
                    <a:pt x="1100" y="184"/>
                  </a:cubicBezTo>
                  <a:cubicBezTo>
                    <a:pt x="1091" y="186"/>
                    <a:pt x="1081" y="188"/>
                    <a:pt x="1072" y="190"/>
                  </a:cubicBezTo>
                  <a:cubicBezTo>
                    <a:pt x="1068" y="186"/>
                    <a:pt x="1066" y="181"/>
                    <a:pt x="1063" y="177"/>
                  </a:cubicBezTo>
                  <a:cubicBezTo>
                    <a:pt x="1060" y="178"/>
                    <a:pt x="1058" y="178"/>
                    <a:pt x="1055" y="178"/>
                  </a:cubicBezTo>
                  <a:cubicBezTo>
                    <a:pt x="1065" y="189"/>
                    <a:pt x="1065" y="189"/>
                    <a:pt x="1075" y="197"/>
                  </a:cubicBezTo>
                  <a:cubicBezTo>
                    <a:pt x="1075" y="197"/>
                    <a:pt x="1073" y="197"/>
                    <a:pt x="1072" y="197"/>
                  </a:cubicBezTo>
                  <a:cubicBezTo>
                    <a:pt x="1056" y="207"/>
                    <a:pt x="1056" y="207"/>
                    <a:pt x="1056" y="207"/>
                  </a:cubicBezTo>
                  <a:cubicBezTo>
                    <a:pt x="1054" y="203"/>
                    <a:pt x="1051" y="198"/>
                    <a:pt x="1048" y="194"/>
                  </a:cubicBezTo>
                  <a:cubicBezTo>
                    <a:pt x="1053" y="208"/>
                    <a:pt x="1053" y="208"/>
                    <a:pt x="1053" y="208"/>
                  </a:cubicBezTo>
                  <a:cubicBezTo>
                    <a:pt x="1048" y="194"/>
                    <a:pt x="1048" y="194"/>
                    <a:pt x="1048" y="194"/>
                  </a:cubicBezTo>
                  <a:cubicBezTo>
                    <a:pt x="1046" y="194"/>
                    <a:pt x="1043" y="195"/>
                    <a:pt x="1040" y="195"/>
                  </a:cubicBezTo>
                  <a:cubicBezTo>
                    <a:pt x="1045" y="202"/>
                    <a:pt x="1048" y="209"/>
                    <a:pt x="1052" y="215"/>
                  </a:cubicBezTo>
                  <a:cubicBezTo>
                    <a:pt x="1047" y="216"/>
                    <a:pt x="1041" y="217"/>
                    <a:pt x="1035" y="218"/>
                  </a:cubicBezTo>
                  <a:cubicBezTo>
                    <a:pt x="1034" y="218"/>
                    <a:pt x="1032" y="218"/>
                    <a:pt x="1031" y="218"/>
                  </a:cubicBezTo>
                  <a:cubicBezTo>
                    <a:pt x="1031" y="218"/>
                    <a:pt x="1031" y="218"/>
                    <a:pt x="1031" y="218"/>
                  </a:cubicBezTo>
                  <a:cubicBezTo>
                    <a:pt x="1018" y="220"/>
                    <a:pt x="1004" y="222"/>
                    <a:pt x="991" y="223"/>
                  </a:cubicBezTo>
                  <a:cubicBezTo>
                    <a:pt x="989" y="230"/>
                    <a:pt x="989" y="230"/>
                    <a:pt x="989" y="230"/>
                  </a:cubicBezTo>
                  <a:cubicBezTo>
                    <a:pt x="991" y="223"/>
                    <a:pt x="991" y="223"/>
                    <a:pt x="991" y="223"/>
                  </a:cubicBezTo>
                  <a:cubicBezTo>
                    <a:pt x="971" y="221"/>
                    <a:pt x="971" y="221"/>
                    <a:pt x="971" y="221"/>
                  </a:cubicBezTo>
                  <a:cubicBezTo>
                    <a:pt x="991" y="223"/>
                    <a:pt x="991" y="223"/>
                    <a:pt x="991" y="223"/>
                  </a:cubicBezTo>
                  <a:cubicBezTo>
                    <a:pt x="1004" y="222"/>
                    <a:pt x="1018" y="220"/>
                    <a:pt x="1031" y="218"/>
                  </a:cubicBezTo>
                  <a:cubicBezTo>
                    <a:pt x="999" y="201"/>
                    <a:pt x="999" y="201"/>
                    <a:pt x="999" y="201"/>
                  </a:cubicBezTo>
                  <a:cubicBezTo>
                    <a:pt x="988" y="195"/>
                    <a:pt x="988" y="195"/>
                    <a:pt x="988" y="195"/>
                  </a:cubicBezTo>
                  <a:cubicBezTo>
                    <a:pt x="966" y="196"/>
                    <a:pt x="944" y="187"/>
                    <a:pt x="922" y="187"/>
                  </a:cubicBezTo>
                  <a:cubicBezTo>
                    <a:pt x="921" y="187"/>
                    <a:pt x="919" y="187"/>
                    <a:pt x="918" y="187"/>
                  </a:cubicBezTo>
                  <a:cubicBezTo>
                    <a:pt x="911" y="188"/>
                    <a:pt x="911" y="188"/>
                    <a:pt x="902" y="193"/>
                  </a:cubicBezTo>
                  <a:cubicBezTo>
                    <a:pt x="908" y="196"/>
                    <a:pt x="916" y="199"/>
                    <a:pt x="922" y="201"/>
                  </a:cubicBezTo>
                  <a:cubicBezTo>
                    <a:pt x="899" y="195"/>
                    <a:pt x="899" y="195"/>
                    <a:pt x="899" y="195"/>
                  </a:cubicBezTo>
                  <a:cubicBezTo>
                    <a:pt x="872" y="210"/>
                    <a:pt x="872" y="210"/>
                    <a:pt x="872" y="210"/>
                  </a:cubicBezTo>
                  <a:cubicBezTo>
                    <a:pt x="868" y="217"/>
                    <a:pt x="868" y="217"/>
                    <a:pt x="868" y="217"/>
                  </a:cubicBezTo>
                  <a:cubicBezTo>
                    <a:pt x="860" y="224"/>
                    <a:pt x="860" y="224"/>
                    <a:pt x="860" y="224"/>
                  </a:cubicBezTo>
                  <a:cubicBezTo>
                    <a:pt x="851" y="224"/>
                    <a:pt x="851" y="224"/>
                    <a:pt x="851" y="224"/>
                  </a:cubicBezTo>
                  <a:cubicBezTo>
                    <a:pt x="847" y="231"/>
                    <a:pt x="847" y="231"/>
                    <a:pt x="847" y="231"/>
                  </a:cubicBezTo>
                  <a:cubicBezTo>
                    <a:pt x="843" y="246"/>
                    <a:pt x="843" y="246"/>
                    <a:pt x="843" y="246"/>
                  </a:cubicBezTo>
                  <a:cubicBezTo>
                    <a:pt x="829" y="253"/>
                    <a:pt x="829" y="253"/>
                    <a:pt x="829" y="253"/>
                  </a:cubicBezTo>
                  <a:cubicBezTo>
                    <a:pt x="823" y="259"/>
                    <a:pt x="823" y="259"/>
                    <a:pt x="823" y="259"/>
                  </a:cubicBezTo>
                  <a:cubicBezTo>
                    <a:pt x="819" y="268"/>
                    <a:pt x="819" y="268"/>
                    <a:pt x="819" y="268"/>
                  </a:cubicBezTo>
                  <a:cubicBezTo>
                    <a:pt x="809" y="275"/>
                    <a:pt x="809" y="275"/>
                    <a:pt x="809" y="275"/>
                  </a:cubicBezTo>
                  <a:cubicBezTo>
                    <a:pt x="806" y="275"/>
                    <a:pt x="802" y="275"/>
                    <a:pt x="799" y="275"/>
                  </a:cubicBezTo>
                  <a:cubicBezTo>
                    <a:pt x="789" y="283"/>
                    <a:pt x="789" y="283"/>
                    <a:pt x="789" y="283"/>
                  </a:cubicBezTo>
                  <a:cubicBezTo>
                    <a:pt x="788" y="297"/>
                    <a:pt x="788" y="297"/>
                    <a:pt x="788" y="297"/>
                  </a:cubicBezTo>
                  <a:cubicBezTo>
                    <a:pt x="789" y="297"/>
                    <a:pt x="791" y="297"/>
                    <a:pt x="793" y="297"/>
                  </a:cubicBezTo>
                  <a:cubicBezTo>
                    <a:pt x="793" y="300"/>
                    <a:pt x="793" y="302"/>
                    <a:pt x="792" y="305"/>
                  </a:cubicBezTo>
                  <a:cubicBezTo>
                    <a:pt x="797" y="323"/>
                    <a:pt x="797" y="323"/>
                    <a:pt x="797" y="323"/>
                  </a:cubicBezTo>
                  <a:cubicBezTo>
                    <a:pt x="818" y="313"/>
                    <a:pt x="818" y="313"/>
                    <a:pt x="818" y="313"/>
                  </a:cubicBezTo>
                  <a:cubicBezTo>
                    <a:pt x="820" y="313"/>
                    <a:pt x="822" y="313"/>
                    <a:pt x="824" y="313"/>
                  </a:cubicBezTo>
                  <a:cubicBezTo>
                    <a:pt x="833" y="306"/>
                    <a:pt x="833" y="306"/>
                    <a:pt x="833" y="306"/>
                  </a:cubicBezTo>
                  <a:cubicBezTo>
                    <a:pt x="840" y="329"/>
                    <a:pt x="840" y="329"/>
                    <a:pt x="840" y="329"/>
                  </a:cubicBezTo>
                  <a:cubicBezTo>
                    <a:pt x="840" y="331"/>
                    <a:pt x="840" y="334"/>
                    <a:pt x="840" y="337"/>
                  </a:cubicBezTo>
                  <a:cubicBezTo>
                    <a:pt x="846" y="353"/>
                    <a:pt x="846" y="353"/>
                    <a:pt x="846" y="353"/>
                  </a:cubicBezTo>
                  <a:cubicBezTo>
                    <a:pt x="872" y="343"/>
                    <a:pt x="872" y="343"/>
                    <a:pt x="872" y="343"/>
                  </a:cubicBezTo>
                  <a:cubicBezTo>
                    <a:pt x="881" y="305"/>
                    <a:pt x="881" y="305"/>
                    <a:pt x="881" y="305"/>
                  </a:cubicBezTo>
                  <a:cubicBezTo>
                    <a:pt x="872" y="343"/>
                    <a:pt x="872" y="343"/>
                    <a:pt x="872" y="343"/>
                  </a:cubicBezTo>
                  <a:cubicBezTo>
                    <a:pt x="846" y="353"/>
                    <a:pt x="846" y="353"/>
                    <a:pt x="846" y="353"/>
                  </a:cubicBezTo>
                  <a:cubicBezTo>
                    <a:pt x="840" y="337"/>
                    <a:pt x="840" y="337"/>
                    <a:pt x="840" y="337"/>
                  </a:cubicBezTo>
                  <a:cubicBezTo>
                    <a:pt x="829" y="361"/>
                    <a:pt x="829" y="361"/>
                    <a:pt x="829" y="361"/>
                  </a:cubicBezTo>
                  <a:cubicBezTo>
                    <a:pt x="870" y="357"/>
                    <a:pt x="875" y="355"/>
                    <a:pt x="878" y="333"/>
                  </a:cubicBezTo>
                  <a:cubicBezTo>
                    <a:pt x="880" y="321"/>
                    <a:pt x="882" y="320"/>
                    <a:pt x="893" y="312"/>
                  </a:cubicBezTo>
                  <a:cubicBezTo>
                    <a:pt x="893" y="307"/>
                    <a:pt x="892" y="302"/>
                    <a:pt x="891" y="296"/>
                  </a:cubicBezTo>
                  <a:cubicBezTo>
                    <a:pt x="880" y="296"/>
                    <a:pt x="880" y="296"/>
                    <a:pt x="880" y="296"/>
                  </a:cubicBezTo>
                  <a:cubicBezTo>
                    <a:pt x="883" y="267"/>
                    <a:pt x="883" y="267"/>
                    <a:pt x="883" y="267"/>
                  </a:cubicBezTo>
                  <a:cubicBezTo>
                    <a:pt x="874" y="275"/>
                    <a:pt x="874" y="275"/>
                    <a:pt x="874" y="275"/>
                  </a:cubicBezTo>
                  <a:cubicBezTo>
                    <a:pt x="883" y="267"/>
                    <a:pt x="883" y="267"/>
                    <a:pt x="883" y="267"/>
                  </a:cubicBezTo>
                  <a:cubicBezTo>
                    <a:pt x="900" y="251"/>
                    <a:pt x="900" y="251"/>
                    <a:pt x="900" y="251"/>
                  </a:cubicBezTo>
                  <a:cubicBezTo>
                    <a:pt x="903" y="237"/>
                    <a:pt x="903" y="237"/>
                    <a:pt x="903" y="237"/>
                  </a:cubicBezTo>
                  <a:cubicBezTo>
                    <a:pt x="921" y="236"/>
                    <a:pt x="921" y="236"/>
                    <a:pt x="921" y="236"/>
                  </a:cubicBezTo>
                  <a:cubicBezTo>
                    <a:pt x="924" y="236"/>
                    <a:pt x="927" y="235"/>
                    <a:pt x="930" y="235"/>
                  </a:cubicBezTo>
                  <a:cubicBezTo>
                    <a:pt x="931" y="240"/>
                    <a:pt x="932" y="245"/>
                    <a:pt x="934" y="250"/>
                  </a:cubicBezTo>
                  <a:cubicBezTo>
                    <a:pt x="932" y="245"/>
                    <a:pt x="931" y="240"/>
                    <a:pt x="930" y="235"/>
                  </a:cubicBezTo>
                  <a:cubicBezTo>
                    <a:pt x="927" y="235"/>
                    <a:pt x="924" y="236"/>
                    <a:pt x="921" y="236"/>
                  </a:cubicBezTo>
                  <a:cubicBezTo>
                    <a:pt x="903" y="237"/>
                    <a:pt x="903" y="237"/>
                    <a:pt x="903" y="237"/>
                  </a:cubicBezTo>
                  <a:cubicBezTo>
                    <a:pt x="900" y="251"/>
                    <a:pt x="900" y="251"/>
                    <a:pt x="900" y="251"/>
                  </a:cubicBezTo>
                  <a:cubicBezTo>
                    <a:pt x="902" y="250"/>
                    <a:pt x="902" y="250"/>
                    <a:pt x="902" y="250"/>
                  </a:cubicBezTo>
                  <a:cubicBezTo>
                    <a:pt x="910" y="241"/>
                    <a:pt x="913" y="239"/>
                    <a:pt x="922" y="248"/>
                  </a:cubicBezTo>
                  <a:cubicBezTo>
                    <a:pt x="922" y="251"/>
                    <a:pt x="921" y="255"/>
                    <a:pt x="921" y="258"/>
                  </a:cubicBezTo>
                  <a:cubicBezTo>
                    <a:pt x="908" y="267"/>
                    <a:pt x="908" y="267"/>
                    <a:pt x="908" y="267"/>
                  </a:cubicBezTo>
                  <a:cubicBezTo>
                    <a:pt x="912" y="296"/>
                    <a:pt x="912" y="296"/>
                    <a:pt x="912" y="296"/>
                  </a:cubicBezTo>
                  <a:cubicBezTo>
                    <a:pt x="915" y="296"/>
                    <a:pt x="919" y="296"/>
                    <a:pt x="922" y="295"/>
                  </a:cubicBezTo>
                  <a:cubicBezTo>
                    <a:pt x="929" y="295"/>
                    <a:pt x="936" y="295"/>
                    <a:pt x="943" y="294"/>
                  </a:cubicBezTo>
                  <a:cubicBezTo>
                    <a:pt x="952" y="294"/>
                    <a:pt x="960" y="293"/>
                    <a:pt x="969" y="292"/>
                  </a:cubicBezTo>
                  <a:cubicBezTo>
                    <a:pt x="970" y="295"/>
                    <a:pt x="970" y="297"/>
                    <a:pt x="971" y="300"/>
                  </a:cubicBezTo>
                  <a:cubicBezTo>
                    <a:pt x="943" y="294"/>
                    <a:pt x="943" y="294"/>
                    <a:pt x="943" y="294"/>
                  </a:cubicBezTo>
                  <a:cubicBezTo>
                    <a:pt x="936" y="295"/>
                    <a:pt x="929" y="295"/>
                    <a:pt x="922" y="295"/>
                  </a:cubicBezTo>
                  <a:cubicBezTo>
                    <a:pt x="941" y="332"/>
                    <a:pt x="941" y="332"/>
                    <a:pt x="941" y="332"/>
                  </a:cubicBezTo>
                  <a:cubicBezTo>
                    <a:pt x="917" y="326"/>
                    <a:pt x="917" y="326"/>
                    <a:pt x="917" y="326"/>
                  </a:cubicBezTo>
                  <a:cubicBezTo>
                    <a:pt x="911" y="367"/>
                    <a:pt x="911" y="367"/>
                    <a:pt x="911" y="367"/>
                  </a:cubicBezTo>
                  <a:cubicBezTo>
                    <a:pt x="881" y="368"/>
                    <a:pt x="881" y="368"/>
                    <a:pt x="881" y="368"/>
                  </a:cubicBezTo>
                  <a:cubicBezTo>
                    <a:pt x="879" y="368"/>
                    <a:pt x="878" y="368"/>
                    <a:pt x="876" y="368"/>
                  </a:cubicBezTo>
                  <a:cubicBezTo>
                    <a:pt x="859" y="376"/>
                    <a:pt x="859" y="376"/>
                    <a:pt x="859" y="376"/>
                  </a:cubicBezTo>
                  <a:cubicBezTo>
                    <a:pt x="857" y="376"/>
                    <a:pt x="855" y="376"/>
                    <a:pt x="853" y="377"/>
                  </a:cubicBezTo>
                  <a:cubicBezTo>
                    <a:pt x="829" y="369"/>
                    <a:pt x="829" y="369"/>
                    <a:pt x="829" y="369"/>
                  </a:cubicBezTo>
                  <a:cubicBezTo>
                    <a:pt x="827" y="369"/>
                    <a:pt x="825" y="369"/>
                    <a:pt x="823" y="369"/>
                  </a:cubicBezTo>
                  <a:cubicBezTo>
                    <a:pt x="823" y="363"/>
                    <a:pt x="823" y="358"/>
                    <a:pt x="823" y="353"/>
                  </a:cubicBezTo>
                  <a:cubicBezTo>
                    <a:pt x="823" y="347"/>
                    <a:pt x="823" y="342"/>
                    <a:pt x="823" y="337"/>
                  </a:cubicBezTo>
                  <a:cubicBezTo>
                    <a:pt x="812" y="345"/>
                    <a:pt x="812" y="345"/>
                    <a:pt x="812" y="345"/>
                  </a:cubicBezTo>
                  <a:cubicBezTo>
                    <a:pt x="812" y="347"/>
                    <a:pt x="812" y="350"/>
                    <a:pt x="812" y="353"/>
                  </a:cubicBezTo>
                  <a:cubicBezTo>
                    <a:pt x="812" y="355"/>
                    <a:pt x="812" y="357"/>
                    <a:pt x="812" y="361"/>
                  </a:cubicBezTo>
                  <a:cubicBezTo>
                    <a:pt x="812" y="366"/>
                    <a:pt x="812" y="371"/>
                    <a:pt x="812" y="377"/>
                  </a:cubicBezTo>
                  <a:cubicBezTo>
                    <a:pt x="789" y="377"/>
                    <a:pt x="789" y="377"/>
                    <a:pt x="789" y="377"/>
                  </a:cubicBezTo>
                  <a:cubicBezTo>
                    <a:pt x="782" y="393"/>
                    <a:pt x="782" y="393"/>
                    <a:pt x="782" y="393"/>
                  </a:cubicBezTo>
                  <a:cubicBezTo>
                    <a:pt x="800" y="385"/>
                    <a:pt x="800" y="385"/>
                    <a:pt x="800" y="385"/>
                  </a:cubicBezTo>
                  <a:cubicBezTo>
                    <a:pt x="782" y="393"/>
                    <a:pt x="782" y="393"/>
                    <a:pt x="782" y="393"/>
                  </a:cubicBezTo>
                  <a:cubicBezTo>
                    <a:pt x="778" y="393"/>
                    <a:pt x="774" y="393"/>
                    <a:pt x="770" y="392"/>
                  </a:cubicBezTo>
                  <a:cubicBezTo>
                    <a:pt x="770" y="398"/>
                    <a:pt x="769" y="403"/>
                    <a:pt x="769" y="409"/>
                  </a:cubicBezTo>
                  <a:cubicBezTo>
                    <a:pt x="782" y="412"/>
                    <a:pt x="782" y="412"/>
                    <a:pt x="782" y="412"/>
                  </a:cubicBezTo>
                  <a:cubicBezTo>
                    <a:pt x="769" y="409"/>
                    <a:pt x="769" y="409"/>
                    <a:pt x="769" y="409"/>
                  </a:cubicBezTo>
                  <a:cubicBezTo>
                    <a:pt x="763" y="409"/>
                    <a:pt x="757" y="408"/>
                    <a:pt x="751" y="408"/>
                  </a:cubicBezTo>
                  <a:cubicBezTo>
                    <a:pt x="745" y="418"/>
                    <a:pt x="745" y="418"/>
                    <a:pt x="745" y="418"/>
                  </a:cubicBezTo>
                  <a:cubicBezTo>
                    <a:pt x="737" y="425"/>
                    <a:pt x="737" y="425"/>
                    <a:pt x="737" y="425"/>
                  </a:cubicBezTo>
                  <a:cubicBezTo>
                    <a:pt x="718" y="432"/>
                    <a:pt x="718" y="432"/>
                    <a:pt x="718" y="432"/>
                  </a:cubicBezTo>
                  <a:cubicBezTo>
                    <a:pt x="687" y="431"/>
                    <a:pt x="687" y="431"/>
                    <a:pt x="687" y="431"/>
                  </a:cubicBezTo>
                  <a:cubicBezTo>
                    <a:pt x="691" y="448"/>
                    <a:pt x="691" y="448"/>
                    <a:pt x="691" y="448"/>
                  </a:cubicBezTo>
                  <a:cubicBezTo>
                    <a:pt x="695" y="448"/>
                    <a:pt x="700" y="448"/>
                    <a:pt x="704" y="448"/>
                  </a:cubicBezTo>
                  <a:cubicBezTo>
                    <a:pt x="705" y="450"/>
                    <a:pt x="705" y="450"/>
                    <a:pt x="705" y="450"/>
                  </a:cubicBezTo>
                  <a:cubicBezTo>
                    <a:pt x="721" y="472"/>
                    <a:pt x="722" y="480"/>
                    <a:pt x="722" y="486"/>
                  </a:cubicBezTo>
                  <a:cubicBezTo>
                    <a:pt x="722" y="484"/>
                    <a:pt x="722" y="482"/>
                    <a:pt x="722" y="481"/>
                  </a:cubicBezTo>
                  <a:cubicBezTo>
                    <a:pt x="720" y="474"/>
                    <a:pt x="717" y="467"/>
                    <a:pt x="705" y="450"/>
                  </a:cubicBezTo>
                  <a:cubicBezTo>
                    <a:pt x="708" y="458"/>
                    <a:pt x="711" y="467"/>
                    <a:pt x="713" y="475"/>
                  </a:cubicBezTo>
                  <a:cubicBezTo>
                    <a:pt x="713" y="481"/>
                    <a:pt x="712" y="486"/>
                    <a:pt x="712" y="492"/>
                  </a:cubicBezTo>
                  <a:cubicBezTo>
                    <a:pt x="711" y="495"/>
                    <a:pt x="711" y="498"/>
                    <a:pt x="711" y="501"/>
                  </a:cubicBezTo>
                  <a:cubicBezTo>
                    <a:pt x="687" y="500"/>
                    <a:pt x="663" y="499"/>
                    <a:pt x="640" y="497"/>
                  </a:cubicBezTo>
                  <a:cubicBezTo>
                    <a:pt x="627" y="562"/>
                    <a:pt x="627" y="562"/>
                    <a:pt x="629" y="567"/>
                  </a:cubicBezTo>
                  <a:cubicBezTo>
                    <a:pt x="629" y="570"/>
                    <a:pt x="628" y="573"/>
                    <a:pt x="628" y="576"/>
                  </a:cubicBezTo>
                  <a:cubicBezTo>
                    <a:pt x="642" y="576"/>
                    <a:pt x="642" y="576"/>
                    <a:pt x="642" y="576"/>
                  </a:cubicBezTo>
                  <a:cubicBezTo>
                    <a:pt x="647" y="581"/>
                    <a:pt x="647" y="581"/>
                    <a:pt x="647" y="581"/>
                  </a:cubicBezTo>
                  <a:cubicBezTo>
                    <a:pt x="664" y="582"/>
                    <a:pt x="681" y="583"/>
                    <a:pt x="699" y="584"/>
                  </a:cubicBezTo>
                  <a:cubicBezTo>
                    <a:pt x="725" y="532"/>
                    <a:pt x="725" y="532"/>
                    <a:pt x="747" y="528"/>
                  </a:cubicBezTo>
                  <a:cubicBezTo>
                    <a:pt x="750" y="521"/>
                    <a:pt x="754" y="510"/>
                    <a:pt x="757" y="503"/>
                  </a:cubicBezTo>
                  <a:cubicBezTo>
                    <a:pt x="763" y="503"/>
                    <a:pt x="770" y="503"/>
                    <a:pt x="777" y="503"/>
                  </a:cubicBezTo>
                  <a:cubicBezTo>
                    <a:pt x="781" y="503"/>
                    <a:pt x="785" y="504"/>
                    <a:pt x="790" y="504"/>
                  </a:cubicBezTo>
                  <a:cubicBezTo>
                    <a:pt x="785" y="468"/>
                    <a:pt x="785" y="468"/>
                    <a:pt x="785" y="468"/>
                  </a:cubicBezTo>
                  <a:cubicBezTo>
                    <a:pt x="790" y="504"/>
                    <a:pt x="790" y="504"/>
                    <a:pt x="790" y="504"/>
                  </a:cubicBezTo>
                  <a:cubicBezTo>
                    <a:pt x="803" y="495"/>
                    <a:pt x="803" y="495"/>
                    <a:pt x="803" y="495"/>
                  </a:cubicBezTo>
                  <a:cubicBezTo>
                    <a:pt x="797" y="478"/>
                    <a:pt x="797" y="478"/>
                    <a:pt x="797" y="478"/>
                  </a:cubicBezTo>
                  <a:cubicBezTo>
                    <a:pt x="803" y="495"/>
                    <a:pt x="803" y="495"/>
                    <a:pt x="803" y="495"/>
                  </a:cubicBezTo>
                  <a:cubicBezTo>
                    <a:pt x="810" y="495"/>
                    <a:pt x="817" y="495"/>
                    <a:pt x="823" y="495"/>
                  </a:cubicBezTo>
                  <a:cubicBezTo>
                    <a:pt x="850" y="530"/>
                    <a:pt x="850" y="530"/>
                    <a:pt x="850" y="530"/>
                  </a:cubicBezTo>
                  <a:cubicBezTo>
                    <a:pt x="871" y="539"/>
                    <a:pt x="871" y="539"/>
                    <a:pt x="871" y="539"/>
                  </a:cubicBezTo>
                  <a:cubicBezTo>
                    <a:pt x="885" y="548"/>
                    <a:pt x="885" y="548"/>
                    <a:pt x="885" y="548"/>
                  </a:cubicBezTo>
                  <a:cubicBezTo>
                    <a:pt x="892" y="538"/>
                    <a:pt x="892" y="538"/>
                    <a:pt x="892" y="538"/>
                  </a:cubicBezTo>
                  <a:cubicBezTo>
                    <a:pt x="894" y="538"/>
                    <a:pt x="897" y="538"/>
                    <a:pt x="899" y="538"/>
                  </a:cubicBezTo>
                  <a:cubicBezTo>
                    <a:pt x="885" y="530"/>
                    <a:pt x="885" y="530"/>
                    <a:pt x="885" y="530"/>
                  </a:cubicBezTo>
                  <a:cubicBezTo>
                    <a:pt x="882" y="530"/>
                    <a:pt x="880" y="530"/>
                    <a:pt x="878" y="530"/>
                  </a:cubicBezTo>
                  <a:cubicBezTo>
                    <a:pt x="866" y="515"/>
                    <a:pt x="851" y="497"/>
                    <a:pt x="839" y="482"/>
                  </a:cubicBezTo>
                  <a:cubicBezTo>
                    <a:pt x="856" y="478"/>
                    <a:pt x="856" y="478"/>
                    <a:pt x="856" y="478"/>
                  </a:cubicBezTo>
                  <a:cubicBezTo>
                    <a:pt x="860" y="478"/>
                    <a:pt x="865" y="478"/>
                    <a:pt x="869" y="478"/>
                  </a:cubicBezTo>
                  <a:cubicBezTo>
                    <a:pt x="883" y="503"/>
                    <a:pt x="883" y="503"/>
                    <a:pt x="883" y="503"/>
                  </a:cubicBezTo>
                  <a:cubicBezTo>
                    <a:pt x="904" y="511"/>
                    <a:pt x="904" y="511"/>
                    <a:pt x="904" y="511"/>
                  </a:cubicBezTo>
                  <a:cubicBezTo>
                    <a:pt x="912" y="519"/>
                    <a:pt x="912" y="519"/>
                    <a:pt x="912" y="519"/>
                  </a:cubicBezTo>
                  <a:cubicBezTo>
                    <a:pt x="919" y="529"/>
                    <a:pt x="919" y="529"/>
                    <a:pt x="919" y="529"/>
                  </a:cubicBezTo>
                  <a:cubicBezTo>
                    <a:pt x="919" y="535"/>
                    <a:pt x="920" y="540"/>
                    <a:pt x="920" y="547"/>
                  </a:cubicBezTo>
                  <a:cubicBezTo>
                    <a:pt x="948" y="566"/>
                    <a:pt x="948" y="566"/>
                    <a:pt x="948" y="566"/>
                  </a:cubicBezTo>
                  <a:cubicBezTo>
                    <a:pt x="947" y="537"/>
                    <a:pt x="947" y="537"/>
                    <a:pt x="947" y="537"/>
                  </a:cubicBezTo>
                  <a:cubicBezTo>
                    <a:pt x="954" y="536"/>
                    <a:pt x="961" y="536"/>
                    <a:pt x="968" y="535"/>
                  </a:cubicBezTo>
                  <a:cubicBezTo>
                    <a:pt x="970" y="535"/>
                    <a:pt x="972" y="535"/>
                    <a:pt x="975" y="535"/>
                  </a:cubicBezTo>
                  <a:cubicBezTo>
                    <a:pt x="998" y="507"/>
                    <a:pt x="998" y="507"/>
                    <a:pt x="998" y="507"/>
                  </a:cubicBezTo>
                  <a:cubicBezTo>
                    <a:pt x="1008" y="480"/>
                    <a:pt x="1008" y="480"/>
                    <a:pt x="1008" y="480"/>
                  </a:cubicBezTo>
                  <a:cubicBezTo>
                    <a:pt x="1013" y="470"/>
                    <a:pt x="1013" y="470"/>
                    <a:pt x="1013" y="470"/>
                  </a:cubicBezTo>
                  <a:cubicBezTo>
                    <a:pt x="1024" y="461"/>
                    <a:pt x="1024" y="461"/>
                    <a:pt x="1024" y="461"/>
                  </a:cubicBezTo>
                  <a:cubicBezTo>
                    <a:pt x="1028" y="452"/>
                    <a:pt x="1028" y="452"/>
                    <a:pt x="1028" y="452"/>
                  </a:cubicBezTo>
                  <a:cubicBezTo>
                    <a:pt x="1024" y="461"/>
                    <a:pt x="1024" y="461"/>
                    <a:pt x="1024" y="461"/>
                  </a:cubicBezTo>
                  <a:cubicBezTo>
                    <a:pt x="1028" y="452"/>
                    <a:pt x="1028" y="452"/>
                    <a:pt x="1028" y="452"/>
                  </a:cubicBezTo>
                  <a:cubicBezTo>
                    <a:pt x="1043" y="459"/>
                    <a:pt x="1043" y="459"/>
                    <a:pt x="1043" y="459"/>
                  </a:cubicBezTo>
                  <a:cubicBezTo>
                    <a:pt x="1047" y="459"/>
                    <a:pt x="1052" y="458"/>
                    <a:pt x="1055" y="458"/>
                  </a:cubicBezTo>
                  <a:cubicBezTo>
                    <a:pt x="1058" y="458"/>
                    <a:pt x="1060" y="458"/>
                    <a:pt x="1062" y="458"/>
                  </a:cubicBezTo>
                  <a:cubicBezTo>
                    <a:pt x="1091" y="444"/>
                    <a:pt x="1091" y="444"/>
                    <a:pt x="1091" y="444"/>
                  </a:cubicBezTo>
                  <a:cubicBezTo>
                    <a:pt x="1092" y="480"/>
                    <a:pt x="1092" y="480"/>
                    <a:pt x="1092" y="480"/>
                  </a:cubicBezTo>
                  <a:cubicBezTo>
                    <a:pt x="1122" y="486"/>
                    <a:pt x="1122" y="486"/>
                    <a:pt x="1122" y="486"/>
                  </a:cubicBezTo>
                  <a:cubicBezTo>
                    <a:pt x="1137" y="487"/>
                    <a:pt x="1159" y="489"/>
                    <a:pt x="1175" y="489"/>
                  </a:cubicBezTo>
                  <a:cubicBezTo>
                    <a:pt x="1159" y="489"/>
                    <a:pt x="1137" y="487"/>
                    <a:pt x="1122" y="486"/>
                  </a:cubicBezTo>
                  <a:cubicBezTo>
                    <a:pt x="1138" y="503"/>
                    <a:pt x="1138" y="503"/>
                    <a:pt x="1138" y="503"/>
                  </a:cubicBezTo>
                  <a:cubicBezTo>
                    <a:pt x="1137" y="519"/>
                    <a:pt x="1137" y="519"/>
                    <a:pt x="1137" y="519"/>
                  </a:cubicBezTo>
                  <a:cubicBezTo>
                    <a:pt x="1106" y="524"/>
                    <a:pt x="1075" y="527"/>
                    <a:pt x="1043" y="530"/>
                  </a:cubicBezTo>
                  <a:cubicBezTo>
                    <a:pt x="1003" y="542"/>
                    <a:pt x="1003" y="542"/>
                    <a:pt x="1003" y="542"/>
                  </a:cubicBezTo>
                  <a:cubicBezTo>
                    <a:pt x="1008" y="531"/>
                    <a:pt x="1008" y="531"/>
                    <a:pt x="1008" y="531"/>
                  </a:cubicBezTo>
                  <a:cubicBezTo>
                    <a:pt x="998" y="507"/>
                    <a:pt x="998" y="507"/>
                    <a:pt x="998" y="507"/>
                  </a:cubicBezTo>
                  <a:cubicBezTo>
                    <a:pt x="975" y="535"/>
                    <a:pt x="975" y="535"/>
                    <a:pt x="975" y="535"/>
                  </a:cubicBezTo>
                  <a:cubicBezTo>
                    <a:pt x="979" y="535"/>
                    <a:pt x="984" y="534"/>
                    <a:pt x="988" y="534"/>
                  </a:cubicBezTo>
                  <a:cubicBezTo>
                    <a:pt x="999" y="560"/>
                    <a:pt x="999" y="560"/>
                    <a:pt x="999" y="560"/>
                  </a:cubicBezTo>
                  <a:cubicBezTo>
                    <a:pt x="1008" y="578"/>
                    <a:pt x="1008" y="578"/>
                    <a:pt x="1008" y="578"/>
                  </a:cubicBezTo>
                  <a:cubicBezTo>
                    <a:pt x="1011" y="581"/>
                    <a:pt x="1011" y="581"/>
                    <a:pt x="1011" y="581"/>
                  </a:cubicBezTo>
                  <a:cubicBezTo>
                    <a:pt x="1008" y="578"/>
                    <a:pt x="1008" y="578"/>
                    <a:pt x="1008" y="578"/>
                  </a:cubicBezTo>
                  <a:cubicBezTo>
                    <a:pt x="1011" y="581"/>
                    <a:pt x="1011" y="581"/>
                    <a:pt x="1011" y="581"/>
                  </a:cubicBezTo>
                  <a:cubicBezTo>
                    <a:pt x="1057" y="578"/>
                    <a:pt x="1103" y="573"/>
                    <a:pt x="1148" y="568"/>
                  </a:cubicBezTo>
                  <a:cubicBezTo>
                    <a:pt x="1166" y="565"/>
                    <a:pt x="1183" y="562"/>
                    <a:pt x="1200" y="560"/>
                  </a:cubicBezTo>
                  <a:cubicBezTo>
                    <a:pt x="1199" y="555"/>
                    <a:pt x="1199" y="551"/>
                    <a:pt x="1197" y="547"/>
                  </a:cubicBezTo>
                  <a:cubicBezTo>
                    <a:pt x="1193" y="548"/>
                    <a:pt x="1189" y="549"/>
                    <a:pt x="1184" y="549"/>
                  </a:cubicBezTo>
                  <a:cubicBezTo>
                    <a:pt x="1189" y="549"/>
                    <a:pt x="1193" y="548"/>
                    <a:pt x="1197" y="547"/>
                  </a:cubicBezTo>
                  <a:cubicBezTo>
                    <a:pt x="1199" y="551"/>
                    <a:pt x="1199" y="555"/>
                    <a:pt x="1200" y="560"/>
                  </a:cubicBezTo>
                  <a:cubicBezTo>
                    <a:pt x="1212" y="558"/>
                    <a:pt x="1225" y="555"/>
                    <a:pt x="1236" y="553"/>
                  </a:cubicBezTo>
                  <a:cubicBezTo>
                    <a:pt x="1225" y="547"/>
                    <a:pt x="1223" y="527"/>
                    <a:pt x="1219" y="515"/>
                  </a:cubicBezTo>
                  <a:cubicBezTo>
                    <a:pt x="1184" y="477"/>
                    <a:pt x="1184" y="477"/>
                    <a:pt x="1184" y="477"/>
                  </a:cubicBezTo>
                  <a:cubicBezTo>
                    <a:pt x="1181" y="468"/>
                    <a:pt x="1178" y="459"/>
                    <a:pt x="1175" y="451"/>
                  </a:cubicBezTo>
                  <a:cubicBezTo>
                    <a:pt x="1188" y="443"/>
                    <a:pt x="1206" y="433"/>
                    <a:pt x="1219" y="425"/>
                  </a:cubicBezTo>
                  <a:cubicBezTo>
                    <a:pt x="1228" y="431"/>
                    <a:pt x="1228" y="431"/>
                    <a:pt x="1228" y="431"/>
                  </a:cubicBezTo>
                  <a:cubicBezTo>
                    <a:pt x="1219" y="425"/>
                    <a:pt x="1219" y="425"/>
                    <a:pt x="1219" y="425"/>
                  </a:cubicBezTo>
                  <a:cubicBezTo>
                    <a:pt x="1221" y="430"/>
                    <a:pt x="1223" y="435"/>
                    <a:pt x="1225" y="440"/>
                  </a:cubicBezTo>
                  <a:cubicBezTo>
                    <a:pt x="1225" y="440"/>
                    <a:pt x="1226" y="441"/>
                    <a:pt x="1226" y="442"/>
                  </a:cubicBezTo>
                  <a:cubicBezTo>
                    <a:pt x="1219" y="446"/>
                    <a:pt x="1219" y="446"/>
                    <a:pt x="1219" y="446"/>
                  </a:cubicBezTo>
                  <a:cubicBezTo>
                    <a:pt x="1218" y="447"/>
                    <a:pt x="1215" y="450"/>
                    <a:pt x="1214" y="452"/>
                  </a:cubicBezTo>
                  <a:cubicBezTo>
                    <a:pt x="1215" y="456"/>
                    <a:pt x="1215" y="456"/>
                    <a:pt x="1221" y="477"/>
                  </a:cubicBezTo>
                  <a:cubicBezTo>
                    <a:pt x="1228" y="479"/>
                    <a:pt x="1235" y="482"/>
                    <a:pt x="1241" y="484"/>
                  </a:cubicBezTo>
                  <a:cubicBezTo>
                    <a:pt x="1220" y="455"/>
                    <a:pt x="1220" y="455"/>
                    <a:pt x="1220" y="455"/>
                  </a:cubicBezTo>
                  <a:cubicBezTo>
                    <a:pt x="1241" y="484"/>
                    <a:pt x="1241" y="484"/>
                    <a:pt x="1241" y="484"/>
                  </a:cubicBezTo>
                  <a:cubicBezTo>
                    <a:pt x="1243" y="484"/>
                    <a:pt x="1245" y="483"/>
                    <a:pt x="1247" y="483"/>
                  </a:cubicBezTo>
                  <a:cubicBezTo>
                    <a:pt x="1249" y="482"/>
                    <a:pt x="1251" y="482"/>
                    <a:pt x="1252" y="481"/>
                  </a:cubicBezTo>
                  <a:cubicBezTo>
                    <a:pt x="1261" y="489"/>
                    <a:pt x="1261" y="489"/>
                    <a:pt x="1261" y="489"/>
                  </a:cubicBezTo>
                  <a:cubicBezTo>
                    <a:pt x="1252" y="481"/>
                    <a:pt x="1252" y="481"/>
                    <a:pt x="1252" y="481"/>
                  </a:cubicBezTo>
                  <a:cubicBezTo>
                    <a:pt x="1261" y="489"/>
                    <a:pt x="1261" y="489"/>
                    <a:pt x="1261" y="489"/>
                  </a:cubicBezTo>
                  <a:cubicBezTo>
                    <a:pt x="1267" y="488"/>
                    <a:pt x="1272" y="486"/>
                    <a:pt x="1278" y="486"/>
                  </a:cubicBezTo>
                  <a:cubicBezTo>
                    <a:pt x="1272" y="486"/>
                    <a:pt x="1267" y="488"/>
                    <a:pt x="1261" y="489"/>
                  </a:cubicBezTo>
                  <a:cubicBezTo>
                    <a:pt x="1252" y="481"/>
                    <a:pt x="1252" y="481"/>
                    <a:pt x="1252" y="481"/>
                  </a:cubicBezTo>
                  <a:cubicBezTo>
                    <a:pt x="1251" y="482"/>
                    <a:pt x="1249" y="482"/>
                    <a:pt x="1247" y="483"/>
                  </a:cubicBezTo>
                  <a:cubicBezTo>
                    <a:pt x="1259" y="498"/>
                    <a:pt x="1259" y="498"/>
                    <a:pt x="1259" y="498"/>
                  </a:cubicBezTo>
                  <a:cubicBezTo>
                    <a:pt x="1247" y="501"/>
                    <a:pt x="1247" y="501"/>
                    <a:pt x="1247" y="501"/>
                  </a:cubicBezTo>
                  <a:cubicBezTo>
                    <a:pt x="1269" y="547"/>
                    <a:pt x="1269" y="547"/>
                    <a:pt x="1269" y="547"/>
                  </a:cubicBezTo>
                  <a:cubicBezTo>
                    <a:pt x="1270" y="547"/>
                    <a:pt x="1272" y="546"/>
                    <a:pt x="1274" y="546"/>
                  </a:cubicBezTo>
                  <a:cubicBezTo>
                    <a:pt x="1271" y="536"/>
                    <a:pt x="1268" y="526"/>
                    <a:pt x="1264" y="516"/>
                  </a:cubicBezTo>
                  <a:cubicBezTo>
                    <a:pt x="1263" y="513"/>
                    <a:pt x="1262" y="510"/>
                    <a:pt x="1261" y="507"/>
                  </a:cubicBezTo>
                  <a:cubicBezTo>
                    <a:pt x="1262" y="510"/>
                    <a:pt x="1263" y="513"/>
                    <a:pt x="1264" y="516"/>
                  </a:cubicBezTo>
                  <a:cubicBezTo>
                    <a:pt x="1263" y="513"/>
                    <a:pt x="1262" y="510"/>
                    <a:pt x="1261" y="507"/>
                  </a:cubicBezTo>
                  <a:cubicBezTo>
                    <a:pt x="1262" y="510"/>
                    <a:pt x="1263" y="513"/>
                    <a:pt x="1264" y="516"/>
                  </a:cubicBezTo>
                  <a:cubicBezTo>
                    <a:pt x="1268" y="526"/>
                    <a:pt x="1271" y="536"/>
                    <a:pt x="1274" y="546"/>
                  </a:cubicBezTo>
                  <a:cubicBezTo>
                    <a:pt x="1290" y="542"/>
                    <a:pt x="1305" y="539"/>
                    <a:pt x="1319" y="535"/>
                  </a:cubicBezTo>
                  <a:cubicBezTo>
                    <a:pt x="1310" y="507"/>
                    <a:pt x="1299" y="479"/>
                    <a:pt x="1288" y="452"/>
                  </a:cubicBezTo>
                  <a:cubicBezTo>
                    <a:pt x="1279" y="459"/>
                    <a:pt x="1279" y="459"/>
                    <a:pt x="1279" y="459"/>
                  </a:cubicBezTo>
                  <a:cubicBezTo>
                    <a:pt x="1269" y="423"/>
                    <a:pt x="1269" y="423"/>
                    <a:pt x="1269" y="423"/>
                  </a:cubicBezTo>
                  <a:cubicBezTo>
                    <a:pt x="1255" y="455"/>
                    <a:pt x="1255" y="455"/>
                    <a:pt x="1255" y="455"/>
                  </a:cubicBezTo>
                  <a:cubicBezTo>
                    <a:pt x="1269" y="423"/>
                    <a:pt x="1269" y="423"/>
                    <a:pt x="1269" y="423"/>
                  </a:cubicBezTo>
                  <a:cubicBezTo>
                    <a:pt x="1273" y="419"/>
                    <a:pt x="1273" y="419"/>
                    <a:pt x="1273" y="419"/>
                  </a:cubicBezTo>
                  <a:moveTo>
                    <a:pt x="627" y="168"/>
                  </a:moveTo>
                  <a:cubicBezTo>
                    <a:pt x="638" y="177"/>
                    <a:pt x="638" y="177"/>
                    <a:pt x="638" y="177"/>
                  </a:cubicBezTo>
                  <a:cubicBezTo>
                    <a:pt x="641" y="164"/>
                    <a:pt x="641" y="164"/>
                    <a:pt x="641" y="164"/>
                  </a:cubicBezTo>
                  <a:cubicBezTo>
                    <a:pt x="627" y="168"/>
                    <a:pt x="627" y="168"/>
                    <a:pt x="627" y="168"/>
                  </a:cubicBezTo>
                  <a:moveTo>
                    <a:pt x="1074" y="139"/>
                  </a:moveTo>
                  <a:cubicBezTo>
                    <a:pt x="1073" y="137"/>
                    <a:pt x="1070" y="135"/>
                    <a:pt x="1069" y="133"/>
                  </a:cubicBezTo>
                  <a:cubicBezTo>
                    <a:pt x="1071" y="139"/>
                    <a:pt x="1071" y="139"/>
                    <a:pt x="1071" y="139"/>
                  </a:cubicBezTo>
                  <a:cubicBezTo>
                    <a:pt x="1072" y="139"/>
                    <a:pt x="1073" y="139"/>
                    <a:pt x="1074" y="139"/>
                  </a:cubicBezTo>
                  <a:moveTo>
                    <a:pt x="1069" y="133"/>
                  </a:moveTo>
                  <a:cubicBezTo>
                    <a:pt x="1072" y="125"/>
                    <a:pt x="1072" y="125"/>
                    <a:pt x="1072" y="125"/>
                  </a:cubicBezTo>
                  <a:cubicBezTo>
                    <a:pt x="1058" y="121"/>
                    <a:pt x="1058" y="121"/>
                    <a:pt x="1058" y="121"/>
                  </a:cubicBezTo>
                  <a:cubicBezTo>
                    <a:pt x="1061" y="127"/>
                    <a:pt x="1061" y="127"/>
                    <a:pt x="1061" y="127"/>
                  </a:cubicBezTo>
                  <a:cubicBezTo>
                    <a:pt x="1063" y="134"/>
                    <a:pt x="1063" y="134"/>
                    <a:pt x="1063" y="134"/>
                  </a:cubicBezTo>
                  <a:cubicBezTo>
                    <a:pt x="1059" y="142"/>
                    <a:pt x="1059" y="142"/>
                    <a:pt x="1059" y="142"/>
                  </a:cubicBezTo>
                  <a:cubicBezTo>
                    <a:pt x="1055" y="150"/>
                    <a:pt x="1055" y="150"/>
                    <a:pt x="1055" y="150"/>
                  </a:cubicBezTo>
                  <a:cubicBezTo>
                    <a:pt x="1063" y="161"/>
                    <a:pt x="1063" y="161"/>
                    <a:pt x="1063" y="161"/>
                  </a:cubicBezTo>
                  <a:cubicBezTo>
                    <a:pt x="1082" y="166"/>
                    <a:pt x="1082" y="166"/>
                    <a:pt x="1082" y="166"/>
                  </a:cubicBezTo>
                  <a:cubicBezTo>
                    <a:pt x="1065" y="153"/>
                    <a:pt x="1065" y="153"/>
                    <a:pt x="1065" y="153"/>
                  </a:cubicBezTo>
                  <a:cubicBezTo>
                    <a:pt x="1082" y="166"/>
                    <a:pt x="1082" y="166"/>
                    <a:pt x="1082" y="166"/>
                  </a:cubicBezTo>
                  <a:cubicBezTo>
                    <a:pt x="1092" y="163"/>
                    <a:pt x="1092" y="163"/>
                    <a:pt x="1092" y="163"/>
                  </a:cubicBezTo>
                  <a:cubicBezTo>
                    <a:pt x="1078" y="152"/>
                    <a:pt x="1078" y="152"/>
                    <a:pt x="1078" y="152"/>
                  </a:cubicBezTo>
                  <a:cubicBezTo>
                    <a:pt x="1076" y="150"/>
                    <a:pt x="1075" y="148"/>
                    <a:pt x="1073" y="146"/>
                  </a:cubicBezTo>
                  <a:cubicBezTo>
                    <a:pt x="1071" y="139"/>
                    <a:pt x="1071" y="139"/>
                    <a:pt x="1071" y="139"/>
                  </a:cubicBezTo>
                  <a:cubicBezTo>
                    <a:pt x="1069" y="133"/>
                    <a:pt x="1069" y="133"/>
                    <a:pt x="1069" y="133"/>
                  </a:cubicBezTo>
                  <a:moveTo>
                    <a:pt x="1061" y="127"/>
                  </a:moveTo>
                  <a:cubicBezTo>
                    <a:pt x="1063" y="134"/>
                    <a:pt x="1063" y="134"/>
                    <a:pt x="1063" y="134"/>
                  </a:cubicBezTo>
                  <a:cubicBezTo>
                    <a:pt x="1061" y="127"/>
                    <a:pt x="1061" y="127"/>
                    <a:pt x="1061" y="127"/>
                  </a:cubicBezTo>
                  <a:moveTo>
                    <a:pt x="1061" y="127"/>
                  </a:moveTo>
                  <a:cubicBezTo>
                    <a:pt x="1058" y="121"/>
                    <a:pt x="1058" y="121"/>
                    <a:pt x="1058" y="121"/>
                  </a:cubicBezTo>
                  <a:cubicBezTo>
                    <a:pt x="1061" y="127"/>
                    <a:pt x="1061" y="127"/>
                    <a:pt x="1061" y="127"/>
                  </a:cubicBezTo>
                  <a:moveTo>
                    <a:pt x="1074" y="123"/>
                  </a:moveTo>
                  <a:cubicBezTo>
                    <a:pt x="1071" y="120"/>
                    <a:pt x="1067" y="117"/>
                    <a:pt x="1065" y="114"/>
                  </a:cubicBezTo>
                  <a:cubicBezTo>
                    <a:pt x="1058" y="121"/>
                    <a:pt x="1058" y="121"/>
                    <a:pt x="1058" y="121"/>
                  </a:cubicBezTo>
                  <a:cubicBezTo>
                    <a:pt x="1072" y="125"/>
                    <a:pt x="1072" y="125"/>
                    <a:pt x="1072" y="125"/>
                  </a:cubicBezTo>
                  <a:cubicBezTo>
                    <a:pt x="1074" y="123"/>
                    <a:pt x="1074" y="123"/>
                    <a:pt x="1074" y="123"/>
                  </a:cubicBezTo>
                  <a:moveTo>
                    <a:pt x="877" y="125"/>
                  </a:moveTo>
                  <a:cubicBezTo>
                    <a:pt x="882" y="125"/>
                    <a:pt x="888" y="125"/>
                    <a:pt x="893" y="124"/>
                  </a:cubicBezTo>
                  <a:cubicBezTo>
                    <a:pt x="891" y="121"/>
                    <a:pt x="890" y="119"/>
                    <a:pt x="887" y="115"/>
                  </a:cubicBezTo>
                  <a:cubicBezTo>
                    <a:pt x="887" y="115"/>
                    <a:pt x="886" y="114"/>
                    <a:pt x="886" y="113"/>
                  </a:cubicBezTo>
                  <a:cubicBezTo>
                    <a:pt x="885" y="112"/>
                    <a:pt x="885" y="112"/>
                    <a:pt x="884" y="112"/>
                  </a:cubicBezTo>
                  <a:cubicBezTo>
                    <a:pt x="876" y="113"/>
                    <a:pt x="876" y="113"/>
                    <a:pt x="874" y="113"/>
                  </a:cubicBezTo>
                  <a:cubicBezTo>
                    <a:pt x="875" y="117"/>
                    <a:pt x="876" y="121"/>
                    <a:pt x="877" y="125"/>
                  </a:cubicBezTo>
                  <a:moveTo>
                    <a:pt x="866" y="119"/>
                  </a:moveTo>
                  <a:cubicBezTo>
                    <a:pt x="868" y="113"/>
                    <a:pt x="868" y="113"/>
                    <a:pt x="868" y="113"/>
                  </a:cubicBezTo>
                  <a:cubicBezTo>
                    <a:pt x="866" y="119"/>
                    <a:pt x="866" y="119"/>
                    <a:pt x="866" y="119"/>
                  </a:cubicBezTo>
                  <a:cubicBezTo>
                    <a:pt x="868" y="113"/>
                    <a:pt x="868" y="113"/>
                    <a:pt x="868" y="113"/>
                  </a:cubicBezTo>
                  <a:cubicBezTo>
                    <a:pt x="858" y="108"/>
                    <a:pt x="858" y="108"/>
                    <a:pt x="858" y="108"/>
                  </a:cubicBezTo>
                  <a:cubicBezTo>
                    <a:pt x="856" y="114"/>
                    <a:pt x="856" y="114"/>
                    <a:pt x="856" y="114"/>
                  </a:cubicBezTo>
                  <a:cubicBezTo>
                    <a:pt x="858" y="108"/>
                    <a:pt x="858" y="108"/>
                    <a:pt x="858" y="108"/>
                  </a:cubicBezTo>
                  <a:cubicBezTo>
                    <a:pt x="857" y="106"/>
                    <a:pt x="857" y="104"/>
                    <a:pt x="857" y="102"/>
                  </a:cubicBezTo>
                  <a:cubicBezTo>
                    <a:pt x="855" y="102"/>
                    <a:pt x="853" y="102"/>
                    <a:pt x="851" y="102"/>
                  </a:cubicBezTo>
                  <a:cubicBezTo>
                    <a:pt x="834" y="114"/>
                    <a:pt x="834" y="114"/>
                    <a:pt x="834" y="114"/>
                  </a:cubicBezTo>
                  <a:cubicBezTo>
                    <a:pt x="840" y="120"/>
                    <a:pt x="840" y="120"/>
                    <a:pt x="840" y="120"/>
                  </a:cubicBezTo>
                  <a:cubicBezTo>
                    <a:pt x="849" y="114"/>
                    <a:pt x="849" y="114"/>
                    <a:pt x="849" y="114"/>
                  </a:cubicBezTo>
                  <a:cubicBezTo>
                    <a:pt x="851" y="114"/>
                    <a:pt x="853" y="114"/>
                    <a:pt x="856" y="114"/>
                  </a:cubicBezTo>
                  <a:cubicBezTo>
                    <a:pt x="853" y="114"/>
                    <a:pt x="851" y="114"/>
                    <a:pt x="849" y="114"/>
                  </a:cubicBezTo>
                  <a:cubicBezTo>
                    <a:pt x="847" y="126"/>
                    <a:pt x="847" y="126"/>
                    <a:pt x="847" y="126"/>
                  </a:cubicBezTo>
                  <a:cubicBezTo>
                    <a:pt x="851" y="132"/>
                    <a:pt x="851" y="132"/>
                    <a:pt x="851" y="132"/>
                  </a:cubicBezTo>
                  <a:cubicBezTo>
                    <a:pt x="852" y="132"/>
                    <a:pt x="853" y="132"/>
                    <a:pt x="855" y="132"/>
                  </a:cubicBezTo>
                  <a:cubicBezTo>
                    <a:pt x="861" y="131"/>
                    <a:pt x="861" y="131"/>
                    <a:pt x="861" y="131"/>
                  </a:cubicBezTo>
                  <a:cubicBezTo>
                    <a:pt x="863" y="119"/>
                    <a:pt x="863" y="119"/>
                    <a:pt x="863" y="119"/>
                  </a:cubicBezTo>
                  <a:cubicBezTo>
                    <a:pt x="864" y="119"/>
                    <a:pt x="865" y="119"/>
                    <a:pt x="866" y="119"/>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4"/>
                  </a:moveTo>
                  <a:cubicBezTo>
                    <a:pt x="879" y="104"/>
                    <a:pt x="879" y="104"/>
                    <a:pt x="879" y="104"/>
                  </a:cubicBezTo>
                  <a:cubicBezTo>
                    <a:pt x="878" y="105"/>
                    <a:pt x="879" y="105"/>
                    <a:pt x="879" y="106"/>
                  </a:cubicBezTo>
                  <a:cubicBezTo>
                    <a:pt x="879" y="106"/>
                    <a:pt x="878" y="105"/>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97" y="106"/>
                  </a:moveTo>
                  <a:cubicBezTo>
                    <a:pt x="896" y="95"/>
                    <a:pt x="896" y="95"/>
                    <a:pt x="896" y="95"/>
                  </a:cubicBezTo>
                  <a:cubicBezTo>
                    <a:pt x="887" y="95"/>
                    <a:pt x="879" y="96"/>
                    <a:pt x="870" y="96"/>
                  </a:cubicBezTo>
                  <a:cubicBezTo>
                    <a:pt x="868" y="96"/>
                    <a:pt x="866" y="97"/>
                    <a:pt x="864" y="97"/>
                  </a:cubicBezTo>
                  <a:cubicBezTo>
                    <a:pt x="862" y="99"/>
                    <a:pt x="859" y="101"/>
                    <a:pt x="857" y="102"/>
                  </a:cubicBezTo>
                  <a:cubicBezTo>
                    <a:pt x="857" y="104"/>
                    <a:pt x="857" y="106"/>
                    <a:pt x="858" y="108"/>
                  </a:cubicBezTo>
                  <a:cubicBezTo>
                    <a:pt x="868" y="113"/>
                    <a:pt x="868" y="113"/>
                    <a:pt x="868" y="113"/>
                  </a:cubicBezTo>
                  <a:cubicBezTo>
                    <a:pt x="873" y="107"/>
                    <a:pt x="873" y="107"/>
                    <a:pt x="873" y="107"/>
                  </a:cubicBezTo>
                  <a:cubicBezTo>
                    <a:pt x="875" y="107"/>
                    <a:pt x="877" y="107"/>
                    <a:pt x="879" y="107"/>
                  </a:cubicBezTo>
                  <a:cubicBezTo>
                    <a:pt x="885" y="107"/>
                    <a:pt x="891" y="107"/>
                    <a:pt x="897" y="106"/>
                  </a:cubicBezTo>
                  <a:cubicBezTo>
                    <a:pt x="896" y="105"/>
                    <a:pt x="896" y="105"/>
                    <a:pt x="895" y="104"/>
                  </a:cubicBezTo>
                  <a:cubicBezTo>
                    <a:pt x="896" y="105"/>
                    <a:pt x="896" y="105"/>
                    <a:pt x="897" y="106"/>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6" y="202"/>
                  </a:moveTo>
                  <a:cubicBezTo>
                    <a:pt x="535" y="202"/>
                    <a:pt x="535" y="202"/>
                    <a:pt x="535"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2" y="201"/>
                  </a:moveTo>
                  <a:cubicBezTo>
                    <a:pt x="531" y="201"/>
                    <a:pt x="531" y="201"/>
                    <a:pt x="531"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3" y="201"/>
                  </a:moveTo>
                  <a:cubicBezTo>
                    <a:pt x="532" y="201"/>
                    <a:pt x="532" y="201"/>
                    <a:pt x="532"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cubicBezTo>
                    <a:pt x="533" y="201"/>
                    <a:pt x="533" y="201"/>
                    <a:pt x="533" y="201"/>
                  </a:cubicBezTo>
                  <a:cubicBezTo>
                    <a:pt x="533" y="201"/>
                    <a:pt x="533" y="201"/>
                    <a:pt x="533"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cubicBezTo>
                    <a:pt x="530" y="201"/>
                    <a:pt x="530" y="201"/>
                    <a:pt x="530" y="201"/>
                  </a:cubicBezTo>
                  <a:moveTo>
                    <a:pt x="531" y="201"/>
                  </a:moveTo>
                  <a:cubicBezTo>
                    <a:pt x="531" y="201"/>
                    <a:pt x="531" y="201"/>
                    <a:pt x="531" y="201"/>
                  </a:cubicBezTo>
                  <a:cubicBezTo>
                    <a:pt x="531" y="201"/>
                    <a:pt x="531" y="201"/>
                    <a:pt x="531" y="201"/>
                  </a:cubicBezTo>
                  <a:cubicBezTo>
                    <a:pt x="530" y="201"/>
                    <a:pt x="530" y="201"/>
                    <a:pt x="530"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cubicBezTo>
                    <a:pt x="531" y="201"/>
                    <a:pt x="531" y="201"/>
                    <a:pt x="531" y="201"/>
                  </a:cubicBezTo>
                  <a:moveTo>
                    <a:pt x="608" y="180"/>
                  </a:moveTo>
                  <a:cubicBezTo>
                    <a:pt x="611" y="175"/>
                    <a:pt x="614" y="171"/>
                    <a:pt x="617" y="167"/>
                  </a:cubicBezTo>
                  <a:cubicBezTo>
                    <a:pt x="614" y="167"/>
                    <a:pt x="612" y="166"/>
                    <a:pt x="610" y="166"/>
                  </a:cubicBezTo>
                  <a:cubicBezTo>
                    <a:pt x="612" y="166"/>
                    <a:pt x="614" y="167"/>
                    <a:pt x="617" y="167"/>
                  </a:cubicBezTo>
                  <a:cubicBezTo>
                    <a:pt x="614" y="171"/>
                    <a:pt x="611" y="175"/>
                    <a:pt x="608" y="180"/>
                  </a:cubicBezTo>
                  <a:moveTo>
                    <a:pt x="601" y="172"/>
                  </a:moveTo>
                  <a:cubicBezTo>
                    <a:pt x="601" y="172"/>
                    <a:pt x="601" y="172"/>
                    <a:pt x="601" y="172"/>
                  </a:cubicBezTo>
                  <a:cubicBezTo>
                    <a:pt x="601" y="172"/>
                    <a:pt x="601" y="172"/>
                    <a:pt x="601" y="172"/>
                  </a:cubicBezTo>
                  <a:moveTo>
                    <a:pt x="602" y="171"/>
                  </a:moveTo>
                  <a:cubicBezTo>
                    <a:pt x="602" y="171"/>
                    <a:pt x="602" y="172"/>
                    <a:pt x="601" y="172"/>
                  </a:cubicBezTo>
                  <a:cubicBezTo>
                    <a:pt x="602" y="172"/>
                    <a:pt x="602" y="171"/>
                    <a:pt x="602" y="171"/>
                  </a:cubicBezTo>
                  <a:moveTo>
                    <a:pt x="603" y="171"/>
                  </a:moveTo>
                  <a:cubicBezTo>
                    <a:pt x="602" y="171"/>
                    <a:pt x="602" y="171"/>
                    <a:pt x="602" y="171"/>
                  </a:cubicBezTo>
                  <a:cubicBezTo>
                    <a:pt x="602" y="171"/>
                    <a:pt x="602" y="171"/>
                    <a:pt x="603" y="171"/>
                  </a:cubicBezTo>
                  <a:moveTo>
                    <a:pt x="603" y="170"/>
                  </a:moveTo>
                  <a:cubicBezTo>
                    <a:pt x="603" y="170"/>
                    <a:pt x="603" y="170"/>
                    <a:pt x="603" y="171"/>
                  </a:cubicBezTo>
                  <a:cubicBezTo>
                    <a:pt x="603" y="170"/>
                    <a:pt x="603" y="170"/>
                    <a:pt x="603" y="170"/>
                  </a:cubicBezTo>
                  <a:moveTo>
                    <a:pt x="604" y="170"/>
                  </a:moveTo>
                  <a:cubicBezTo>
                    <a:pt x="604" y="170"/>
                    <a:pt x="604" y="170"/>
                    <a:pt x="603" y="170"/>
                  </a:cubicBezTo>
                  <a:cubicBezTo>
                    <a:pt x="604" y="170"/>
                    <a:pt x="604" y="170"/>
                    <a:pt x="604" y="170"/>
                  </a:cubicBezTo>
                  <a:moveTo>
                    <a:pt x="604" y="169"/>
                  </a:moveTo>
                  <a:cubicBezTo>
                    <a:pt x="604" y="169"/>
                    <a:pt x="604" y="169"/>
                    <a:pt x="604" y="170"/>
                  </a:cubicBezTo>
                  <a:cubicBezTo>
                    <a:pt x="604" y="169"/>
                    <a:pt x="604" y="169"/>
                    <a:pt x="604" y="169"/>
                  </a:cubicBezTo>
                  <a:moveTo>
                    <a:pt x="605" y="169"/>
                  </a:moveTo>
                  <a:cubicBezTo>
                    <a:pt x="605" y="169"/>
                    <a:pt x="605" y="169"/>
                    <a:pt x="604" y="169"/>
                  </a:cubicBezTo>
                  <a:cubicBezTo>
                    <a:pt x="605" y="169"/>
                    <a:pt x="605" y="169"/>
                    <a:pt x="605" y="169"/>
                  </a:cubicBezTo>
                  <a:moveTo>
                    <a:pt x="605" y="168"/>
                  </a:moveTo>
                  <a:cubicBezTo>
                    <a:pt x="605" y="168"/>
                    <a:pt x="605" y="168"/>
                    <a:pt x="605" y="169"/>
                  </a:cubicBezTo>
                  <a:cubicBezTo>
                    <a:pt x="605" y="168"/>
                    <a:pt x="605" y="168"/>
                    <a:pt x="605" y="168"/>
                  </a:cubicBezTo>
                  <a:moveTo>
                    <a:pt x="607" y="167"/>
                  </a:moveTo>
                  <a:cubicBezTo>
                    <a:pt x="607" y="167"/>
                    <a:pt x="606" y="168"/>
                    <a:pt x="605" y="168"/>
                  </a:cubicBezTo>
                  <a:cubicBezTo>
                    <a:pt x="606" y="168"/>
                    <a:pt x="607" y="167"/>
                    <a:pt x="607" y="167"/>
                  </a:cubicBezTo>
                  <a:moveTo>
                    <a:pt x="608" y="166"/>
                  </a:moveTo>
                  <a:cubicBezTo>
                    <a:pt x="608" y="166"/>
                    <a:pt x="607" y="167"/>
                    <a:pt x="607" y="167"/>
                  </a:cubicBezTo>
                  <a:cubicBezTo>
                    <a:pt x="607" y="167"/>
                    <a:pt x="608" y="166"/>
                    <a:pt x="608" y="166"/>
                  </a:cubicBezTo>
                  <a:moveTo>
                    <a:pt x="609" y="165"/>
                  </a:moveTo>
                  <a:cubicBezTo>
                    <a:pt x="609" y="165"/>
                    <a:pt x="609" y="165"/>
                    <a:pt x="608" y="166"/>
                  </a:cubicBezTo>
                  <a:cubicBezTo>
                    <a:pt x="609" y="165"/>
                    <a:pt x="609" y="165"/>
                    <a:pt x="609" y="165"/>
                  </a:cubicBezTo>
                  <a:moveTo>
                    <a:pt x="610" y="164"/>
                  </a:moveTo>
                  <a:cubicBezTo>
                    <a:pt x="610" y="164"/>
                    <a:pt x="609" y="164"/>
                    <a:pt x="609" y="165"/>
                  </a:cubicBezTo>
                  <a:cubicBezTo>
                    <a:pt x="609" y="164"/>
                    <a:pt x="610" y="164"/>
                    <a:pt x="610" y="164"/>
                  </a:cubicBezTo>
                  <a:moveTo>
                    <a:pt x="611" y="163"/>
                  </a:moveTo>
                  <a:cubicBezTo>
                    <a:pt x="611" y="163"/>
                    <a:pt x="611" y="164"/>
                    <a:pt x="610" y="164"/>
                  </a:cubicBezTo>
                  <a:cubicBezTo>
                    <a:pt x="611" y="164"/>
                    <a:pt x="611" y="163"/>
                    <a:pt x="611" y="163"/>
                  </a:cubicBezTo>
                  <a:moveTo>
                    <a:pt x="611" y="163"/>
                  </a:moveTo>
                  <a:cubicBezTo>
                    <a:pt x="612" y="163"/>
                    <a:pt x="612" y="162"/>
                    <a:pt x="612" y="162"/>
                  </a:cubicBezTo>
                  <a:cubicBezTo>
                    <a:pt x="612" y="162"/>
                    <a:pt x="612" y="163"/>
                    <a:pt x="611" y="163"/>
                  </a:cubicBezTo>
                  <a:moveTo>
                    <a:pt x="612" y="162"/>
                  </a:moveTo>
                  <a:cubicBezTo>
                    <a:pt x="612" y="162"/>
                    <a:pt x="612" y="162"/>
                    <a:pt x="613" y="161"/>
                  </a:cubicBezTo>
                  <a:cubicBezTo>
                    <a:pt x="612" y="162"/>
                    <a:pt x="612" y="162"/>
                    <a:pt x="612" y="162"/>
                  </a:cubicBezTo>
                  <a:moveTo>
                    <a:pt x="613" y="161"/>
                  </a:moveTo>
                  <a:cubicBezTo>
                    <a:pt x="613" y="161"/>
                    <a:pt x="613" y="161"/>
                    <a:pt x="613" y="161"/>
                  </a:cubicBezTo>
                  <a:cubicBezTo>
                    <a:pt x="613" y="161"/>
                    <a:pt x="613" y="161"/>
                    <a:pt x="613" y="161"/>
                  </a:cubicBezTo>
                  <a:moveTo>
                    <a:pt x="613" y="161"/>
                  </a:moveTo>
                  <a:cubicBezTo>
                    <a:pt x="613" y="161"/>
                    <a:pt x="614" y="160"/>
                    <a:pt x="614" y="160"/>
                  </a:cubicBezTo>
                  <a:cubicBezTo>
                    <a:pt x="614" y="160"/>
                    <a:pt x="613" y="161"/>
                    <a:pt x="613" y="161"/>
                  </a:cubicBezTo>
                  <a:moveTo>
                    <a:pt x="614" y="160"/>
                  </a:moveTo>
                  <a:cubicBezTo>
                    <a:pt x="614" y="160"/>
                    <a:pt x="614" y="160"/>
                    <a:pt x="614" y="160"/>
                  </a:cubicBezTo>
                  <a:cubicBezTo>
                    <a:pt x="614" y="160"/>
                    <a:pt x="614" y="160"/>
                    <a:pt x="614" y="160"/>
                  </a:cubicBezTo>
                  <a:moveTo>
                    <a:pt x="615" y="160"/>
                  </a:moveTo>
                  <a:cubicBezTo>
                    <a:pt x="615" y="160"/>
                    <a:pt x="614" y="160"/>
                    <a:pt x="614" y="160"/>
                  </a:cubicBezTo>
                  <a:cubicBezTo>
                    <a:pt x="614" y="160"/>
                    <a:pt x="615" y="160"/>
                    <a:pt x="615" y="160"/>
                  </a:cubicBezTo>
                  <a:moveTo>
                    <a:pt x="615" y="160"/>
                  </a:moveTo>
                  <a:cubicBezTo>
                    <a:pt x="615" y="160"/>
                    <a:pt x="615" y="160"/>
                    <a:pt x="615" y="160"/>
                  </a:cubicBezTo>
                  <a:cubicBezTo>
                    <a:pt x="615" y="160"/>
                    <a:pt x="615" y="160"/>
                    <a:pt x="615" y="160"/>
                  </a:cubicBezTo>
                  <a:moveTo>
                    <a:pt x="616" y="160"/>
                  </a:moveTo>
                  <a:cubicBezTo>
                    <a:pt x="616" y="160"/>
                    <a:pt x="616" y="160"/>
                    <a:pt x="615"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26" y="161"/>
                  </a:moveTo>
                  <a:cubicBezTo>
                    <a:pt x="623" y="161"/>
                    <a:pt x="620" y="160"/>
                    <a:pt x="617" y="160"/>
                  </a:cubicBezTo>
                  <a:cubicBezTo>
                    <a:pt x="618" y="160"/>
                    <a:pt x="619" y="160"/>
                    <a:pt x="619" y="160"/>
                  </a:cubicBezTo>
                  <a:cubicBezTo>
                    <a:pt x="622" y="161"/>
                    <a:pt x="624" y="161"/>
                    <a:pt x="627" y="162"/>
                  </a:cubicBezTo>
                  <a:cubicBezTo>
                    <a:pt x="627" y="162"/>
                    <a:pt x="627" y="162"/>
                    <a:pt x="626" y="161"/>
                  </a:cubicBezTo>
                  <a:moveTo>
                    <a:pt x="630" y="141"/>
                  </a:moveTo>
                  <a:cubicBezTo>
                    <a:pt x="635" y="142"/>
                    <a:pt x="641" y="143"/>
                    <a:pt x="646" y="144"/>
                  </a:cubicBezTo>
                  <a:cubicBezTo>
                    <a:pt x="641" y="143"/>
                    <a:pt x="635" y="142"/>
                    <a:pt x="630" y="141"/>
                  </a:cubicBezTo>
                  <a:moveTo>
                    <a:pt x="653" y="145"/>
                  </a:moveTo>
                  <a:cubicBezTo>
                    <a:pt x="650" y="145"/>
                    <a:pt x="648" y="145"/>
                    <a:pt x="646" y="144"/>
                  </a:cubicBezTo>
                  <a:cubicBezTo>
                    <a:pt x="648" y="145"/>
                    <a:pt x="650" y="145"/>
                    <a:pt x="653" y="145"/>
                  </a:cubicBezTo>
                  <a:moveTo>
                    <a:pt x="652" y="152"/>
                  </a:moveTo>
                  <a:cubicBezTo>
                    <a:pt x="654" y="148"/>
                    <a:pt x="657" y="144"/>
                    <a:pt x="659" y="139"/>
                  </a:cubicBezTo>
                  <a:cubicBezTo>
                    <a:pt x="657" y="144"/>
                    <a:pt x="654" y="148"/>
                    <a:pt x="652" y="152"/>
                  </a:cubicBezTo>
                  <a:moveTo>
                    <a:pt x="659" y="139"/>
                  </a:moveTo>
                  <a:cubicBezTo>
                    <a:pt x="653" y="145"/>
                    <a:pt x="653" y="145"/>
                    <a:pt x="653" y="145"/>
                  </a:cubicBezTo>
                  <a:cubicBezTo>
                    <a:pt x="659" y="139"/>
                    <a:pt x="659" y="139"/>
                    <a:pt x="659" y="139"/>
                  </a:cubicBezTo>
                  <a:moveTo>
                    <a:pt x="687" y="87"/>
                  </a:moveTo>
                  <a:cubicBezTo>
                    <a:pt x="688" y="87"/>
                    <a:pt x="690" y="87"/>
                    <a:pt x="692" y="88"/>
                  </a:cubicBezTo>
                  <a:cubicBezTo>
                    <a:pt x="690" y="87"/>
                    <a:pt x="688" y="87"/>
                    <a:pt x="687" y="87"/>
                  </a:cubicBezTo>
                  <a:moveTo>
                    <a:pt x="692" y="88"/>
                  </a:moveTo>
                  <a:cubicBezTo>
                    <a:pt x="693" y="88"/>
                    <a:pt x="694" y="88"/>
                    <a:pt x="695" y="88"/>
                  </a:cubicBezTo>
                  <a:cubicBezTo>
                    <a:pt x="694" y="88"/>
                    <a:pt x="693" y="88"/>
                    <a:pt x="692" y="88"/>
                  </a:cubicBezTo>
                  <a:moveTo>
                    <a:pt x="689" y="81"/>
                  </a:moveTo>
                  <a:cubicBezTo>
                    <a:pt x="699" y="79"/>
                    <a:pt x="699" y="79"/>
                    <a:pt x="699" y="79"/>
                  </a:cubicBezTo>
                  <a:cubicBezTo>
                    <a:pt x="689" y="81"/>
                    <a:pt x="689" y="81"/>
                    <a:pt x="689" y="81"/>
                  </a:cubicBezTo>
                  <a:cubicBezTo>
                    <a:pt x="686" y="81"/>
                    <a:pt x="683" y="80"/>
                    <a:pt x="679" y="80"/>
                  </a:cubicBezTo>
                  <a:cubicBezTo>
                    <a:pt x="683" y="80"/>
                    <a:pt x="686" y="81"/>
                    <a:pt x="689" y="81"/>
                  </a:cubicBezTo>
                  <a:moveTo>
                    <a:pt x="632" y="63"/>
                  </a:moveTo>
                  <a:cubicBezTo>
                    <a:pt x="630" y="63"/>
                    <a:pt x="629" y="63"/>
                    <a:pt x="628" y="62"/>
                  </a:cubicBezTo>
                  <a:cubicBezTo>
                    <a:pt x="629" y="63"/>
                    <a:pt x="630" y="63"/>
                    <a:pt x="632" y="63"/>
                  </a:cubicBezTo>
                  <a:moveTo>
                    <a:pt x="632" y="63"/>
                  </a:moveTo>
                  <a:cubicBezTo>
                    <a:pt x="640" y="59"/>
                    <a:pt x="640" y="59"/>
                    <a:pt x="640" y="59"/>
                  </a:cubicBezTo>
                  <a:cubicBezTo>
                    <a:pt x="632" y="63"/>
                    <a:pt x="632" y="63"/>
                    <a:pt x="632" y="63"/>
                  </a:cubicBezTo>
                  <a:moveTo>
                    <a:pt x="697" y="100"/>
                  </a:moveTo>
                  <a:cubicBezTo>
                    <a:pt x="708" y="95"/>
                    <a:pt x="723" y="87"/>
                    <a:pt x="734" y="80"/>
                  </a:cubicBezTo>
                  <a:cubicBezTo>
                    <a:pt x="724" y="81"/>
                    <a:pt x="709" y="82"/>
                    <a:pt x="698" y="83"/>
                  </a:cubicBezTo>
                  <a:cubicBezTo>
                    <a:pt x="706" y="73"/>
                    <a:pt x="706" y="73"/>
                    <a:pt x="706" y="73"/>
                  </a:cubicBezTo>
                  <a:cubicBezTo>
                    <a:pt x="698" y="66"/>
                    <a:pt x="698" y="66"/>
                    <a:pt x="698" y="66"/>
                  </a:cubicBezTo>
                  <a:cubicBezTo>
                    <a:pt x="691" y="76"/>
                    <a:pt x="691" y="76"/>
                    <a:pt x="691" y="76"/>
                  </a:cubicBezTo>
                  <a:cubicBezTo>
                    <a:pt x="698" y="66"/>
                    <a:pt x="698" y="66"/>
                    <a:pt x="698" y="66"/>
                  </a:cubicBezTo>
                  <a:cubicBezTo>
                    <a:pt x="673" y="65"/>
                    <a:pt x="672" y="65"/>
                    <a:pt x="657" y="63"/>
                  </a:cubicBezTo>
                  <a:cubicBezTo>
                    <a:pt x="651" y="62"/>
                    <a:pt x="645" y="61"/>
                    <a:pt x="640" y="59"/>
                  </a:cubicBezTo>
                  <a:cubicBezTo>
                    <a:pt x="632" y="63"/>
                    <a:pt x="632" y="63"/>
                    <a:pt x="632" y="63"/>
                  </a:cubicBezTo>
                  <a:cubicBezTo>
                    <a:pt x="630" y="63"/>
                    <a:pt x="629" y="63"/>
                    <a:pt x="628" y="62"/>
                  </a:cubicBezTo>
                  <a:cubicBezTo>
                    <a:pt x="620" y="61"/>
                    <a:pt x="612" y="63"/>
                    <a:pt x="604" y="61"/>
                  </a:cubicBezTo>
                  <a:cubicBezTo>
                    <a:pt x="605" y="61"/>
                    <a:pt x="606" y="61"/>
                    <a:pt x="607" y="62"/>
                  </a:cubicBezTo>
                  <a:cubicBezTo>
                    <a:pt x="613" y="62"/>
                    <a:pt x="621" y="61"/>
                    <a:pt x="628" y="62"/>
                  </a:cubicBezTo>
                  <a:cubicBezTo>
                    <a:pt x="630" y="60"/>
                    <a:pt x="630" y="60"/>
                    <a:pt x="632" y="58"/>
                  </a:cubicBezTo>
                  <a:cubicBezTo>
                    <a:pt x="631" y="57"/>
                    <a:pt x="631" y="57"/>
                    <a:pt x="631" y="56"/>
                  </a:cubicBezTo>
                  <a:cubicBezTo>
                    <a:pt x="630" y="56"/>
                    <a:pt x="608" y="51"/>
                    <a:pt x="602" y="59"/>
                  </a:cubicBezTo>
                  <a:cubicBezTo>
                    <a:pt x="603" y="59"/>
                    <a:pt x="603" y="60"/>
                    <a:pt x="603" y="61"/>
                  </a:cubicBezTo>
                  <a:cubicBezTo>
                    <a:pt x="603" y="60"/>
                    <a:pt x="603" y="59"/>
                    <a:pt x="602" y="59"/>
                  </a:cubicBezTo>
                  <a:cubicBezTo>
                    <a:pt x="604" y="57"/>
                    <a:pt x="604" y="57"/>
                    <a:pt x="607" y="55"/>
                  </a:cubicBezTo>
                  <a:cubicBezTo>
                    <a:pt x="604" y="55"/>
                    <a:pt x="602" y="54"/>
                    <a:pt x="600" y="53"/>
                  </a:cubicBezTo>
                  <a:cubicBezTo>
                    <a:pt x="586" y="53"/>
                    <a:pt x="586" y="53"/>
                    <a:pt x="586" y="53"/>
                  </a:cubicBezTo>
                  <a:cubicBezTo>
                    <a:pt x="600" y="53"/>
                    <a:pt x="600" y="53"/>
                    <a:pt x="600" y="53"/>
                  </a:cubicBezTo>
                  <a:cubicBezTo>
                    <a:pt x="586" y="53"/>
                    <a:pt x="586" y="53"/>
                    <a:pt x="586" y="53"/>
                  </a:cubicBezTo>
                  <a:cubicBezTo>
                    <a:pt x="567" y="64"/>
                    <a:pt x="548" y="76"/>
                    <a:pt x="529" y="89"/>
                  </a:cubicBezTo>
                  <a:cubicBezTo>
                    <a:pt x="529" y="89"/>
                    <a:pt x="529" y="89"/>
                    <a:pt x="529" y="90"/>
                  </a:cubicBezTo>
                  <a:cubicBezTo>
                    <a:pt x="529" y="89"/>
                    <a:pt x="529" y="89"/>
                    <a:pt x="529" y="89"/>
                  </a:cubicBezTo>
                  <a:cubicBezTo>
                    <a:pt x="528" y="89"/>
                    <a:pt x="526" y="91"/>
                    <a:pt x="525" y="91"/>
                  </a:cubicBezTo>
                  <a:cubicBezTo>
                    <a:pt x="525" y="91"/>
                    <a:pt x="526" y="92"/>
                    <a:pt x="527" y="92"/>
                  </a:cubicBezTo>
                  <a:cubicBezTo>
                    <a:pt x="525" y="96"/>
                    <a:pt x="523" y="102"/>
                    <a:pt x="521" y="106"/>
                  </a:cubicBezTo>
                  <a:cubicBezTo>
                    <a:pt x="517" y="112"/>
                    <a:pt x="517" y="112"/>
                    <a:pt x="517" y="112"/>
                  </a:cubicBezTo>
                  <a:cubicBezTo>
                    <a:pt x="512" y="119"/>
                    <a:pt x="512" y="119"/>
                    <a:pt x="512" y="119"/>
                  </a:cubicBezTo>
                  <a:cubicBezTo>
                    <a:pt x="508" y="122"/>
                    <a:pt x="503" y="126"/>
                    <a:pt x="499" y="130"/>
                  </a:cubicBezTo>
                  <a:cubicBezTo>
                    <a:pt x="495" y="136"/>
                    <a:pt x="495" y="136"/>
                    <a:pt x="495" y="136"/>
                  </a:cubicBezTo>
                  <a:cubicBezTo>
                    <a:pt x="498" y="137"/>
                    <a:pt x="501" y="139"/>
                    <a:pt x="505" y="140"/>
                  </a:cubicBezTo>
                  <a:cubicBezTo>
                    <a:pt x="503" y="148"/>
                    <a:pt x="503" y="148"/>
                    <a:pt x="503" y="148"/>
                  </a:cubicBezTo>
                  <a:cubicBezTo>
                    <a:pt x="491" y="160"/>
                    <a:pt x="491" y="160"/>
                    <a:pt x="491" y="160"/>
                  </a:cubicBezTo>
                  <a:cubicBezTo>
                    <a:pt x="490" y="159"/>
                    <a:pt x="489" y="159"/>
                    <a:pt x="489" y="159"/>
                  </a:cubicBezTo>
                  <a:cubicBezTo>
                    <a:pt x="484" y="163"/>
                    <a:pt x="480" y="167"/>
                    <a:pt x="476" y="171"/>
                  </a:cubicBezTo>
                  <a:cubicBezTo>
                    <a:pt x="467" y="168"/>
                    <a:pt x="467" y="168"/>
                    <a:pt x="467" y="168"/>
                  </a:cubicBezTo>
                  <a:cubicBezTo>
                    <a:pt x="452" y="188"/>
                    <a:pt x="452" y="188"/>
                    <a:pt x="452" y="188"/>
                  </a:cubicBezTo>
                  <a:cubicBezTo>
                    <a:pt x="449" y="195"/>
                    <a:pt x="449" y="195"/>
                    <a:pt x="449" y="195"/>
                  </a:cubicBezTo>
                  <a:cubicBezTo>
                    <a:pt x="450" y="195"/>
                    <a:pt x="451" y="196"/>
                    <a:pt x="452" y="196"/>
                  </a:cubicBezTo>
                  <a:cubicBezTo>
                    <a:pt x="456" y="192"/>
                    <a:pt x="460" y="188"/>
                    <a:pt x="464" y="183"/>
                  </a:cubicBezTo>
                  <a:cubicBezTo>
                    <a:pt x="465" y="175"/>
                    <a:pt x="465" y="175"/>
                    <a:pt x="465" y="175"/>
                  </a:cubicBezTo>
                  <a:cubicBezTo>
                    <a:pt x="464" y="183"/>
                    <a:pt x="464" y="183"/>
                    <a:pt x="464" y="183"/>
                  </a:cubicBezTo>
                  <a:cubicBezTo>
                    <a:pt x="460" y="188"/>
                    <a:pt x="456" y="192"/>
                    <a:pt x="452" y="196"/>
                  </a:cubicBezTo>
                  <a:cubicBezTo>
                    <a:pt x="459" y="199"/>
                    <a:pt x="459" y="199"/>
                    <a:pt x="459" y="199"/>
                  </a:cubicBezTo>
                  <a:cubicBezTo>
                    <a:pt x="452" y="196"/>
                    <a:pt x="452" y="196"/>
                    <a:pt x="452" y="196"/>
                  </a:cubicBezTo>
                  <a:cubicBezTo>
                    <a:pt x="451" y="196"/>
                    <a:pt x="450" y="195"/>
                    <a:pt x="449" y="195"/>
                  </a:cubicBezTo>
                  <a:cubicBezTo>
                    <a:pt x="432" y="223"/>
                    <a:pt x="432" y="223"/>
                    <a:pt x="435" y="242"/>
                  </a:cubicBezTo>
                  <a:cubicBezTo>
                    <a:pt x="437" y="234"/>
                    <a:pt x="438" y="223"/>
                    <a:pt x="439" y="216"/>
                  </a:cubicBezTo>
                  <a:cubicBezTo>
                    <a:pt x="435" y="242"/>
                    <a:pt x="435" y="242"/>
                    <a:pt x="435" y="242"/>
                  </a:cubicBezTo>
                  <a:cubicBezTo>
                    <a:pt x="452" y="254"/>
                    <a:pt x="452" y="254"/>
                    <a:pt x="452" y="254"/>
                  </a:cubicBezTo>
                  <a:cubicBezTo>
                    <a:pt x="483" y="230"/>
                    <a:pt x="483" y="230"/>
                    <a:pt x="483" y="230"/>
                  </a:cubicBezTo>
                  <a:cubicBezTo>
                    <a:pt x="514" y="206"/>
                    <a:pt x="514" y="206"/>
                    <a:pt x="514" y="206"/>
                  </a:cubicBezTo>
                  <a:cubicBezTo>
                    <a:pt x="516" y="206"/>
                    <a:pt x="518" y="207"/>
                    <a:pt x="521" y="207"/>
                  </a:cubicBezTo>
                  <a:cubicBezTo>
                    <a:pt x="535" y="212"/>
                    <a:pt x="535" y="212"/>
                    <a:pt x="535" y="212"/>
                  </a:cubicBezTo>
                  <a:cubicBezTo>
                    <a:pt x="571" y="188"/>
                    <a:pt x="571" y="188"/>
                    <a:pt x="571" y="188"/>
                  </a:cubicBezTo>
                  <a:cubicBezTo>
                    <a:pt x="546" y="203"/>
                    <a:pt x="546" y="203"/>
                    <a:pt x="538" y="203"/>
                  </a:cubicBezTo>
                  <a:cubicBezTo>
                    <a:pt x="546" y="203"/>
                    <a:pt x="546" y="203"/>
                    <a:pt x="571" y="188"/>
                  </a:cubicBezTo>
                  <a:cubicBezTo>
                    <a:pt x="582" y="189"/>
                    <a:pt x="593" y="192"/>
                    <a:pt x="604" y="193"/>
                  </a:cubicBezTo>
                  <a:cubicBezTo>
                    <a:pt x="612" y="188"/>
                    <a:pt x="612" y="188"/>
                    <a:pt x="612" y="188"/>
                  </a:cubicBezTo>
                  <a:cubicBezTo>
                    <a:pt x="613" y="188"/>
                    <a:pt x="614" y="188"/>
                    <a:pt x="615" y="188"/>
                  </a:cubicBezTo>
                  <a:cubicBezTo>
                    <a:pt x="616" y="188"/>
                    <a:pt x="618" y="189"/>
                    <a:pt x="619" y="189"/>
                  </a:cubicBezTo>
                  <a:cubicBezTo>
                    <a:pt x="626" y="177"/>
                    <a:pt x="626" y="177"/>
                    <a:pt x="626" y="177"/>
                  </a:cubicBezTo>
                  <a:cubicBezTo>
                    <a:pt x="620" y="168"/>
                    <a:pt x="620" y="168"/>
                    <a:pt x="620" y="168"/>
                  </a:cubicBezTo>
                  <a:cubicBezTo>
                    <a:pt x="622" y="168"/>
                    <a:pt x="625" y="168"/>
                    <a:pt x="627" y="168"/>
                  </a:cubicBezTo>
                  <a:cubicBezTo>
                    <a:pt x="641" y="164"/>
                    <a:pt x="641" y="164"/>
                    <a:pt x="641" y="164"/>
                  </a:cubicBezTo>
                  <a:cubicBezTo>
                    <a:pt x="642" y="162"/>
                    <a:pt x="644" y="160"/>
                    <a:pt x="645" y="158"/>
                  </a:cubicBezTo>
                  <a:cubicBezTo>
                    <a:pt x="640" y="157"/>
                    <a:pt x="636" y="156"/>
                    <a:pt x="631" y="155"/>
                  </a:cubicBezTo>
                  <a:cubicBezTo>
                    <a:pt x="636" y="156"/>
                    <a:pt x="640" y="157"/>
                    <a:pt x="645" y="158"/>
                  </a:cubicBezTo>
                  <a:cubicBezTo>
                    <a:pt x="659" y="152"/>
                    <a:pt x="659" y="152"/>
                    <a:pt x="659" y="152"/>
                  </a:cubicBezTo>
                  <a:cubicBezTo>
                    <a:pt x="665" y="147"/>
                    <a:pt x="665" y="147"/>
                    <a:pt x="665" y="147"/>
                  </a:cubicBezTo>
                  <a:cubicBezTo>
                    <a:pt x="676" y="135"/>
                    <a:pt x="676" y="135"/>
                    <a:pt x="676" y="135"/>
                  </a:cubicBezTo>
                  <a:cubicBezTo>
                    <a:pt x="670" y="128"/>
                    <a:pt x="670" y="128"/>
                    <a:pt x="670" y="128"/>
                  </a:cubicBezTo>
                  <a:cubicBezTo>
                    <a:pt x="684" y="111"/>
                    <a:pt x="684" y="111"/>
                    <a:pt x="684" y="111"/>
                  </a:cubicBezTo>
                  <a:cubicBezTo>
                    <a:pt x="683" y="111"/>
                    <a:pt x="683" y="111"/>
                    <a:pt x="681" y="111"/>
                  </a:cubicBezTo>
                  <a:cubicBezTo>
                    <a:pt x="675" y="116"/>
                    <a:pt x="675" y="116"/>
                    <a:pt x="675" y="116"/>
                  </a:cubicBezTo>
                  <a:cubicBezTo>
                    <a:pt x="681" y="111"/>
                    <a:pt x="681" y="111"/>
                    <a:pt x="681" y="111"/>
                  </a:cubicBezTo>
                  <a:cubicBezTo>
                    <a:pt x="688" y="105"/>
                    <a:pt x="688" y="105"/>
                    <a:pt x="688" y="105"/>
                  </a:cubicBezTo>
                  <a:cubicBezTo>
                    <a:pt x="689" y="105"/>
                    <a:pt x="690" y="106"/>
                    <a:pt x="691" y="106"/>
                  </a:cubicBezTo>
                  <a:cubicBezTo>
                    <a:pt x="697" y="100"/>
                    <a:pt x="697" y="100"/>
                    <a:pt x="697" y="100"/>
                  </a:cubicBezTo>
                  <a:moveTo>
                    <a:pt x="93" y="1104"/>
                  </a:moveTo>
                  <a:cubicBezTo>
                    <a:pt x="98" y="1113"/>
                    <a:pt x="98" y="1113"/>
                    <a:pt x="98" y="1113"/>
                  </a:cubicBezTo>
                  <a:cubicBezTo>
                    <a:pt x="92" y="1102"/>
                    <a:pt x="92" y="1102"/>
                    <a:pt x="92" y="1102"/>
                  </a:cubicBezTo>
                  <a:cubicBezTo>
                    <a:pt x="87" y="1093"/>
                    <a:pt x="87" y="1093"/>
                    <a:pt x="87" y="1093"/>
                  </a:cubicBezTo>
                  <a:cubicBezTo>
                    <a:pt x="93" y="1104"/>
                    <a:pt x="93" y="1104"/>
                    <a:pt x="93" y="1104"/>
                  </a:cubicBezTo>
                  <a:moveTo>
                    <a:pt x="350" y="1401"/>
                  </a:moveTo>
                  <a:cubicBezTo>
                    <a:pt x="262" y="1327"/>
                    <a:pt x="195" y="1226"/>
                    <a:pt x="156" y="1105"/>
                  </a:cubicBezTo>
                  <a:cubicBezTo>
                    <a:pt x="143" y="1099"/>
                    <a:pt x="130" y="1092"/>
                    <a:pt x="118" y="1085"/>
                  </a:cubicBezTo>
                  <a:cubicBezTo>
                    <a:pt x="96" y="1074"/>
                    <a:pt x="80" y="1061"/>
                    <a:pt x="67" y="1048"/>
                  </a:cubicBezTo>
                  <a:cubicBezTo>
                    <a:pt x="78" y="1075"/>
                    <a:pt x="78" y="1075"/>
                    <a:pt x="78" y="1075"/>
                  </a:cubicBezTo>
                  <a:cubicBezTo>
                    <a:pt x="84" y="1085"/>
                    <a:pt x="84" y="1085"/>
                    <a:pt x="84" y="1085"/>
                  </a:cubicBezTo>
                  <a:cubicBezTo>
                    <a:pt x="85" y="1088"/>
                    <a:pt x="86" y="1090"/>
                    <a:pt x="87" y="1093"/>
                  </a:cubicBezTo>
                  <a:cubicBezTo>
                    <a:pt x="92" y="1102"/>
                    <a:pt x="92" y="1102"/>
                    <a:pt x="92" y="1102"/>
                  </a:cubicBezTo>
                  <a:cubicBezTo>
                    <a:pt x="98" y="1113"/>
                    <a:pt x="98" y="1113"/>
                    <a:pt x="98" y="1113"/>
                  </a:cubicBezTo>
                  <a:cubicBezTo>
                    <a:pt x="123" y="1152"/>
                    <a:pt x="123" y="1152"/>
                    <a:pt x="123" y="1152"/>
                  </a:cubicBezTo>
                  <a:cubicBezTo>
                    <a:pt x="130" y="1161"/>
                    <a:pt x="130" y="1161"/>
                    <a:pt x="130" y="1161"/>
                  </a:cubicBezTo>
                  <a:cubicBezTo>
                    <a:pt x="149" y="1185"/>
                    <a:pt x="149" y="1185"/>
                    <a:pt x="149" y="1185"/>
                  </a:cubicBezTo>
                  <a:cubicBezTo>
                    <a:pt x="198" y="1272"/>
                    <a:pt x="225" y="1309"/>
                    <a:pt x="310" y="1380"/>
                  </a:cubicBezTo>
                  <a:cubicBezTo>
                    <a:pt x="370" y="1423"/>
                    <a:pt x="371" y="1425"/>
                    <a:pt x="407" y="1445"/>
                  </a:cubicBezTo>
                  <a:cubicBezTo>
                    <a:pt x="379" y="1428"/>
                    <a:pt x="379" y="1428"/>
                    <a:pt x="379" y="1428"/>
                  </a:cubicBezTo>
                  <a:cubicBezTo>
                    <a:pt x="372" y="1423"/>
                    <a:pt x="372" y="1423"/>
                    <a:pt x="372" y="1423"/>
                  </a:cubicBezTo>
                  <a:cubicBezTo>
                    <a:pt x="364" y="1417"/>
                    <a:pt x="355" y="1411"/>
                    <a:pt x="346" y="1404"/>
                  </a:cubicBezTo>
                  <a:cubicBezTo>
                    <a:pt x="356" y="1410"/>
                    <a:pt x="356" y="1410"/>
                    <a:pt x="356" y="1410"/>
                  </a:cubicBezTo>
                  <a:cubicBezTo>
                    <a:pt x="342" y="1396"/>
                    <a:pt x="342" y="1396"/>
                    <a:pt x="342" y="1396"/>
                  </a:cubicBezTo>
                  <a:cubicBezTo>
                    <a:pt x="344" y="1398"/>
                    <a:pt x="347" y="1399"/>
                    <a:pt x="350" y="1401"/>
                  </a:cubicBezTo>
                  <a:moveTo>
                    <a:pt x="1163" y="1135"/>
                  </a:moveTo>
                  <a:cubicBezTo>
                    <a:pt x="1171" y="1124"/>
                    <a:pt x="1171" y="1124"/>
                    <a:pt x="1171" y="1124"/>
                  </a:cubicBezTo>
                  <a:cubicBezTo>
                    <a:pt x="1161" y="1132"/>
                    <a:pt x="1161" y="1132"/>
                    <a:pt x="1161" y="1132"/>
                  </a:cubicBezTo>
                  <a:cubicBezTo>
                    <a:pt x="1154" y="1142"/>
                    <a:pt x="1154" y="1142"/>
                    <a:pt x="1154" y="1142"/>
                  </a:cubicBezTo>
                  <a:cubicBezTo>
                    <a:pt x="1163" y="1135"/>
                    <a:pt x="1163" y="1135"/>
                    <a:pt x="1163" y="1135"/>
                  </a:cubicBezTo>
                  <a:moveTo>
                    <a:pt x="805" y="1119"/>
                  </a:moveTo>
                  <a:cubicBezTo>
                    <a:pt x="845" y="1161"/>
                    <a:pt x="845" y="1161"/>
                    <a:pt x="845" y="1161"/>
                  </a:cubicBezTo>
                  <a:cubicBezTo>
                    <a:pt x="836" y="1146"/>
                    <a:pt x="823" y="1127"/>
                    <a:pt x="814" y="1112"/>
                  </a:cubicBezTo>
                  <a:cubicBezTo>
                    <a:pt x="805" y="1119"/>
                    <a:pt x="805" y="1119"/>
                    <a:pt x="805" y="1119"/>
                  </a:cubicBezTo>
                  <a:moveTo>
                    <a:pt x="156" y="1105"/>
                  </a:moveTo>
                  <a:cubicBezTo>
                    <a:pt x="209" y="1128"/>
                    <a:pt x="275" y="1148"/>
                    <a:pt x="351" y="1164"/>
                  </a:cubicBezTo>
                  <a:cubicBezTo>
                    <a:pt x="343" y="1132"/>
                    <a:pt x="343" y="1132"/>
                    <a:pt x="343" y="1132"/>
                  </a:cubicBezTo>
                  <a:cubicBezTo>
                    <a:pt x="339" y="1127"/>
                    <a:pt x="339" y="1127"/>
                    <a:pt x="339" y="1127"/>
                  </a:cubicBezTo>
                  <a:cubicBezTo>
                    <a:pt x="325" y="1111"/>
                    <a:pt x="309" y="1097"/>
                    <a:pt x="293" y="1081"/>
                  </a:cubicBezTo>
                  <a:cubicBezTo>
                    <a:pt x="286" y="1079"/>
                    <a:pt x="278" y="1077"/>
                    <a:pt x="270" y="1075"/>
                  </a:cubicBezTo>
                  <a:cubicBezTo>
                    <a:pt x="266" y="1074"/>
                    <a:pt x="262" y="1074"/>
                    <a:pt x="258" y="1072"/>
                  </a:cubicBezTo>
                  <a:cubicBezTo>
                    <a:pt x="239" y="1051"/>
                    <a:pt x="239" y="1051"/>
                    <a:pt x="239" y="1051"/>
                  </a:cubicBezTo>
                  <a:cubicBezTo>
                    <a:pt x="237" y="1050"/>
                    <a:pt x="235" y="1049"/>
                    <a:pt x="233" y="1049"/>
                  </a:cubicBezTo>
                  <a:cubicBezTo>
                    <a:pt x="227" y="1039"/>
                    <a:pt x="227" y="1039"/>
                    <a:pt x="227" y="1039"/>
                  </a:cubicBezTo>
                  <a:cubicBezTo>
                    <a:pt x="225" y="1038"/>
                    <a:pt x="223" y="1038"/>
                    <a:pt x="221" y="1037"/>
                  </a:cubicBezTo>
                  <a:cubicBezTo>
                    <a:pt x="209" y="1024"/>
                    <a:pt x="209" y="1024"/>
                    <a:pt x="209" y="1024"/>
                  </a:cubicBezTo>
                  <a:cubicBezTo>
                    <a:pt x="199" y="1026"/>
                    <a:pt x="199" y="1026"/>
                    <a:pt x="199" y="1026"/>
                  </a:cubicBezTo>
                  <a:cubicBezTo>
                    <a:pt x="193" y="1021"/>
                    <a:pt x="193" y="1021"/>
                    <a:pt x="193" y="1021"/>
                  </a:cubicBezTo>
                  <a:cubicBezTo>
                    <a:pt x="203" y="1012"/>
                    <a:pt x="203" y="1012"/>
                    <a:pt x="201" y="1006"/>
                  </a:cubicBezTo>
                  <a:cubicBezTo>
                    <a:pt x="200" y="994"/>
                    <a:pt x="190" y="986"/>
                    <a:pt x="187" y="974"/>
                  </a:cubicBezTo>
                  <a:cubicBezTo>
                    <a:pt x="174" y="940"/>
                    <a:pt x="139" y="921"/>
                    <a:pt x="121" y="890"/>
                  </a:cubicBezTo>
                  <a:cubicBezTo>
                    <a:pt x="123" y="967"/>
                    <a:pt x="136" y="1039"/>
                    <a:pt x="156" y="1105"/>
                  </a:cubicBezTo>
                  <a:moveTo>
                    <a:pt x="1301" y="859"/>
                  </a:moveTo>
                  <a:cubicBezTo>
                    <a:pt x="1313" y="829"/>
                    <a:pt x="1313" y="829"/>
                    <a:pt x="1313" y="829"/>
                  </a:cubicBezTo>
                  <a:cubicBezTo>
                    <a:pt x="1289" y="862"/>
                    <a:pt x="1289" y="862"/>
                    <a:pt x="1289" y="862"/>
                  </a:cubicBezTo>
                  <a:cubicBezTo>
                    <a:pt x="1301" y="859"/>
                    <a:pt x="1301" y="859"/>
                    <a:pt x="1301" y="859"/>
                  </a:cubicBezTo>
                  <a:moveTo>
                    <a:pt x="1351" y="794"/>
                  </a:moveTo>
                  <a:cubicBezTo>
                    <a:pt x="1354" y="782"/>
                    <a:pt x="1354" y="782"/>
                    <a:pt x="1354" y="782"/>
                  </a:cubicBezTo>
                  <a:cubicBezTo>
                    <a:pt x="1348" y="791"/>
                    <a:pt x="1348" y="791"/>
                    <a:pt x="1348" y="791"/>
                  </a:cubicBezTo>
                  <a:cubicBezTo>
                    <a:pt x="1344" y="803"/>
                    <a:pt x="1344" y="803"/>
                    <a:pt x="1344" y="803"/>
                  </a:cubicBezTo>
                  <a:cubicBezTo>
                    <a:pt x="1351" y="794"/>
                    <a:pt x="1351" y="794"/>
                    <a:pt x="1351" y="794"/>
                  </a:cubicBezTo>
                  <a:moveTo>
                    <a:pt x="1096" y="700"/>
                  </a:moveTo>
                  <a:cubicBezTo>
                    <a:pt x="1112" y="707"/>
                    <a:pt x="1112" y="707"/>
                    <a:pt x="1112" y="707"/>
                  </a:cubicBezTo>
                  <a:cubicBezTo>
                    <a:pt x="1100" y="671"/>
                    <a:pt x="1100" y="671"/>
                    <a:pt x="1100" y="671"/>
                  </a:cubicBezTo>
                  <a:cubicBezTo>
                    <a:pt x="1096" y="700"/>
                    <a:pt x="1096" y="700"/>
                    <a:pt x="1096" y="700"/>
                  </a:cubicBezTo>
                  <a:moveTo>
                    <a:pt x="1102" y="1123"/>
                  </a:moveTo>
                  <a:cubicBezTo>
                    <a:pt x="1114" y="1096"/>
                    <a:pt x="1114" y="1096"/>
                    <a:pt x="1114" y="1096"/>
                  </a:cubicBezTo>
                  <a:cubicBezTo>
                    <a:pt x="1102" y="1123"/>
                    <a:pt x="1102" y="1123"/>
                    <a:pt x="1102" y="1123"/>
                  </a:cubicBezTo>
                  <a:cubicBezTo>
                    <a:pt x="1073" y="1126"/>
                    <a:pt x="1073" y="1126"/>
                    <a:pt x="1073" y="1126"/>
                  </a:cubicBezTo>
                  <a:cubicBezTo>
                    <a:pt x="1102" y="1123"/>
                    <a:pt x="1102" y="1123"/>
                    <a:pt x="1102" y="1123"/>
                  </a:cubicBezTo>
                  <a:moveTo>
                    <a:pt x="1085" y="1121"/>
                  </a:moveTo>
                  <a:cubicBezTo>
                    <a:pt x="1082" y="1092"/>
                    <a:pt x="1082" y="1092"/>
                    <a:pt x="1082" y="1092"/>
                  </a:cubicBezTo>
                  <a:cubicBezTo>
                    <a:pt x="1090" y="1091"/>
                    <a:pt x="1098" y="1090"/>
                    <a:pt x="1106" y="1090"/>
                  </a:cubicBezTo>
                  <a:cubicBezTo>
                    <a:pt x="1085" y="1121"/>
                    <a:pt x="1085" y="1121"/>
                    <a:pt x="1085" y="1121"/>
                  </a:cubicBezTo>
                  <a:moveTo>
                    <a:pt x="1136" y="1054"/>
                  </a:moveTo>
                  <a:cubicBezTo>
                    <a:pt x="1122" y="1029"/>
                    <a:pt x="1122" y="1029"/>
                    <a:pt x="1122" y="1029"/>
                  </a:cubicBezTo>
                  <a:cubicBezTo>
                    <a:pt x="1136" y="1054"/>
                    <a:pt x="1136" y="1054"/>
                    <a:pt x="1136" y="1054"/>
                  </a:cubicBezTo>
                  <a:moveTo>
                    <a:pt x="1136" y="1054"/>
                  </a:moveTo>
                  <a:cubicBezTo>
                    <a:pt x="1140" y="1025"/>
                    <a:pt x="1140" y="1025"/>
                    <a:pt x="1140" y="1025"/>
                  </a:cubicBezTo>
                  <a:cubicBezTo>
                    <a:pt x="1136" y="1054"/>
                    <a:pt x="1136" y="1054"/>
                    <a:pt x="1136" y="1054"/>
                  </a:cubicBezTo>
                  <a:moveTo>
                    <a:pt x="1142" y="932"/>
                  </a:moveTo>
                  <a:cubicBezTo>
                    <a:pt x="1141" y="926"/>
                    <a:pt x="1141" y="919"/>
                    <a:pt x="1141" y="913"/>
                  </a:cubicBezTo>
                  <a:cubicBezTo>
                    <a:pt x="1141" y="919"/>
                    <a:pt x="1141" y="926"/>
                    <a:pt x="1142" y="932"/>
                  </a:cubicBezTo>
                  <a:moveTo>
                    <a:pt x="1142" y="932"/>
                  </a:moveTo>
                  <a:cubicBezTo>
                    <a:pt x="1146" y="931"/>
                    <a:pt x="1152" y="930"/>
                    <a:pt x="1157" y="930"/>
                  </a:cubicBezTo>
                  <a:cubicBezTo>
                    <a:pt x="1152" y="930"/>
                    <a:pt x="1146" y="931"/>
                    <a:pt x="1142" y="932"/>
                  </a:cubicBezTo>
                  <a:moveTo>
                    <a:pt x="869" y="940"/>
                  </a:moveTo>
                  <a:cubicBezTo>
                    <a:pt x="860" y="902"/>
                    <a:pt x="860" y="902"/>
                    <a:pt x="860" y="902"/>
                  </a:cubicBezTo>
                  <a:cubicBezTo>
                    <a:pt x="869" y="940"/>
                    <a:pt x="869" y="940"/>
                    <a:pt x="869" y="940"/>
                  </a:cubicBezTo>
                  <a:moveTo>
                    <a:pt x="869" y="940"/>
                  </a:moveTo>
                  <a:cubicBezTo>
                    <a:pt x="888" y="928"/>
                    <a:pt x="888" y="928"/>
                    <a:pt x="888" y="928"/>
                  </a:cubicBezTo>
                  <a:cubicBezTo>
                    <a:pt x="869" y="940"/>
                    <a:pt x="869" y="940"/>
                    <a:pt x="869" y="94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699"/>
                    <a:pt x="1073" y="699"/>
                  </a:cubicBezTo>
                  <a:cubicBezTo>
                    <a:pt x="1073" y="699"/>
                    <a:pt x="1073" y="700"/>
                    <a:pt x="1073" y="700"/>
                  </a:cubicBezTo>
                  <a:moveTo>
                    <a:pt x="1073" y="699"/>
                  </a:moveTo>
                  <a:cubicBezTo>
                    <a:pt x="1073" y="699"/>
                    <a:pt x="1073" y="699"/>
                    <a:pt x="1073" y="699"/>
                  </a:cubicBezTo>
                  <a:cubicBezTo>
                    <a:pt x="1073" y="699"/>
                    <a:pt x="1073" y="699"/>
                    <a:pt x="1073" y="699"/>
                  </a:cubicBezTo>
                  <a:moveTo>
                    <a:pt x="1073" y="698"/>
                  </a:moveTo>
                  <a:cubicBezTo>
                    <a:pt x="1073" y="699"/>
                    <a:pt x="1073" y="699"/>
                    <a:pt x="1073" y="699"/>
                  </a:cubicBezTo>
                  <a:cubicBezTo>
                    <a:pt x="1073" y="699"/>
                    <a:pt x="1073" y="699"/>
                    <a:pt x="1073" y="699"/>
                  </a:cubicBezTo>
                  <a:moveTo>
                    <a:pt x="1073" y="698"/>
                  </a:moveTo>
                  <a:cubicBezTo>
                    <a:pt x="1073" y="698"/>
                    <a:pt x="1073" y="698"/>
                    <a:pt x="1073" y="698"/>
                  </a:cubicBezTo>
                  <a:cubicBezTo>
                    <a:pt x="1073" y="698"/>
                    <a:pt x="1073" y="698"/>
                    <a:pt x="1073" y="698"/>
                  </a:cubicBezTo>
                  <a:moveTo>
                    <a:pt x="1073" y="697"/>
                  </a:moveTo>
                  <a:cubicBezTo>
                    <a:pt x="1073" y="698"/>
                    <a:pt x="1073" y="698"/>
                    <a:pt x="1073" y="698"/>
                  </a:cubicBezTo>
                  <a:cubicBezTo>
                    <a:pt x="1073" y="698"/>
                    <a:pt x="1073" y="698"/>
                    <a:pt x="1073" y="697"/>
                  </a:cubicBezTo>
                  <a:moveTo>
                    <a:pt x="1073" y="697"/>
                  </a:moveTo>
                  <a:cubicBezTo>
                    <a:pt x="1073" y="697"/>
                    <a:pt x="1073" y="697"/>
                    <a:pt x="1073" y="697"/>
                  </a:cubicBezTo>
                  <a:cubicBezTo>
                    <a:pt x="1073" y="697"/>
                    <a:pt x="1073" y="697"/>
                    <a:pt x="1073" y="697"/>
                  </a:cubicBezTo>
                  <a:moveTo>
                    <a:pt x="1073" y="696"/>
                  </a:moveTo>
                  <a:cubicBezTo>
                    <a:pt x="1073" y="696"/>
                    <a:pt x="1073" y="696"/>
                    <a:pt x="1073" y="697"/>
                  </a:cubicBezTo>
                  <a:cubicBezTo>
                    <a:pt x="1073" y="696"/>
                    <a:pt x="1073" y="696"/>
                    <a:pt x="1073" y="696"/>
                  </a:cubicBezTo>
                  <a:moveTo>
                    <a:pt x="1073" y="695"/>
                  </a:moveTo>
                  <a:cubicBezTo>
                    <a:pt x="1073" y="695"/>
                    <a:pt x="1073" y="696"/>
                    <a:pt x="1073" y="696"/>
                  </a:cubicBezTo>
                  <a:cubicBezTo>
                    <a:pt x="1073" y="696"/>
                    <a:pt x="1073" y="695"/>
                    <a:pt x="1073" y="695"/>
                  </a:cubicBezTo>
                  <a:moveTo>
                    <a:pt x="1073" y="694"/>
                  </a:moveTo>
                  <a:cubicBezTo>
                    <a:pt x="1073" y="694"/>
                    <a:pt x="1073" y="695"/>
                    <a:pt x="1073" y="695"/>
                  </a:cubicBezTo>
                  <a:cubicBezTo>
                    <a:pt x="1073" y="695"/>
                    <a:pt x="1073" y="694"/>
                    <a:pt x="1073" y="694"/>
                  </a:cubicBezTo>
                  <a:moveTo>
                    <a:pt x="1073" y="694"/>
                  </a:moveTo>
                  <a:cubicBezTo>
                    <a:pt x="1073" y="694"/>
                    <a:pt x="1073" y="694"/>
                    <a:pt x="1073" y="694"/>
                  </a:cubicBezTo>
                  <a:cubicBezTo>
                    <a:pt x="1073" y="694"/>
                    <a:pt x="1073" y="694"/>
                    <a:pt x="1073" y="694"/>
                  </a:cubicBezTo>
                  <a:moveTo>
                    <a:pt x="1073" y="692"/>
                  </a:moveTo>
                  <a:cubicBezTo>
                    <a:pt x="1073" y="693"/>
                    <a:pt x="1073" y="693"/>
                    <a:pt x="1073" y="694"/>
                  </a:cubicBezTo>
                  <a:cubicBezTo>
                    <a:pt x="1073" y="693"/>
                    <a:pt x="1073" y="693"/>
                    <a:pt x="1073" y="692"/>
                  </a:cubicBezTo>
                  <a:moveTo>
                    <a:pt x="1073" y="691"/>
                  </a:moveTo>
                  <a:cubicBezTo>
                    <a:pt x="1073" y="691"/>
                    <a:pt x="1073" y="692"/>
                    <a:pt x="1073" y="692"/>
                  </a:cubicBezTo>
                  <a:cubicBezTo>
                    <a:pt x="1073" y="692"/>
                    <a:pt x="1073" y="691"/>
                    <a:pt x="1073" y="691"/>
                  </a:cubicBezTo>
                  <a:moveTo>
                    <a:pt x="1073" y="690"/>
                  </a:moveTo>
                  <a:cubicBezTo>
                    <a:pt x="1073" y="690"/>
                    <a:pt x="1073" y="691"/>
                    <a:pt x="1073" y="691"/>
                  </a:cubicBezTo>
                  <a:cubicBezTo>
                    <a:pt x="1073" y="690"/>
                    <a:pt x="1073" y="689"/>
                    <a:pt x="1073" y="688"/>
                  </a:cubicBezTo>
                  <a:cubicBezTo>
                    <a:pt x="1073" y="689"/>
                    <a:pt x="1073" y="690"/>
                    <a:pt x="1073" y="690"/>
                  </a:cubicBezTo>
                  <a:moveTo>
                    <a:pt x="643" y="623"/>
                  </a:moveTo>
                  <a:cubicBezTo>
                    <a:pt x="652" y="605"/>
                    <a:pt x="652" y="605"/>
                    <a:pt x="652" y="605"/>
                  </a:cubicBezTo>
                  <a:cubicBezTo>
                    <a:pt x="643" y="623"/>
                    <a:pt x="643" y="623"/>
                    <a:pt x="643" y="623"/>
                  </a:cubicBezTo>
                  <a:cubicBezTo>
                    <a:pt x="635" y="632"/>
                    <a:pt x="635" y="632"/>
                    <a:pt x="635" y="632"/>
                  </a:cubicBezTo>
                  <a:cubicBezTo>
                    <a:pt x="643" y="623"/>
                    <a:pt x="643" y="623"/>
                    <a:pt x="643" y="623"/>
                  </a:cubicBezTo>
                  <a:moveTo>
                    <a:pt x="1290" y="910"/>
                  </a:moveTo>
                  <a:cubicBezTo>
                    <a:pt x="1293" y="909"/>
                    <a:pt x="1295" y="909"/>
                    <a:pt x="1297" y="909"/>
                  </a:cubicBezTo>
                  <a:cubicBezTo>
                    <a:pt x="1295" y="909"/>
                    <a:pt x="1293" y="909"/>
                    <a:pt x="1290" y="910"/>
                  </a:cubicBezTo>
                  <a:cubicBezTo>
                    <a:pt x="1240" y="928"/>
                    <a:pt x="1240" y="928"/>
                    <a:pt x="1240" y="928"/>
                  </a:cubicBezTo>
                  <a:cubicBezTo>
                    <a:pt x="1234" y="929"/>
                    <a:pt x="1226" y="930"/>
                    <a:pt x="1219" y="931"/>
                  </a:cubicBezTo>
                  <a:cubicBezTo>
                    <a:pt x="1218" y="922"/>
                    <a:pt x="1218" y="912"/>
                    <a:pt x="1218" y="903"/>
                  </a:cubicBezTo>
                  <a:cubicBezTo>
                    <a:pt x="1210" y="885"/>
                    <a:pt x="1210" y="885"/>
                    <a:pt x="1210" y="885"/>
                  </a:cubicBezTo>
                  <a:cubicBezTo>
                    <a:pt x="1204" y="897"/>
                    <a:pt x="1204" y="897"/>
                    <a:pt x="1204" y="897"/>
                  </a:cubicBezTo>
                  <a:cubicBezTo>
                    <a:pt x="1186" y="879"/>
                    <a:pt x="1186" y="879"/>
                    <a:pt x="1186" y="879"/>
                  </a:cubicBezTo>
                  <a:cubicBezTo>
                    <a:pt x="1173" y="862"/>
                    <a:pt x="1155" y="841"/>
                    <a:pt x="1141" y="825"/>
                  </a:cubicBezTo>
                  <a:cubicBezTo>
                    <a:pt x="1135" y="790"/>
                    <a:pt x="1135" y="790"/>
                    <a:pt x="1135" y="790"/>
                  </a:cubicBezTo>
                  <a:cubicBezTo>
                    <a:pt x="1121" y="766"/>
                    <a:pt x="1103" y="734"/>
                    <a:pt x="1089" y="710"/>
                  </a:cubicBezTo>
                  <a:cubicBezTo>
                    <a:pt x="1089" y="707"/>
                    <a:pt x="1088" y="704"/>
                    <a:pt x="1088" y="700"/>
                  </a:cubicBezTo>
                  <a:cubicBezTo>
                    <a:pt x="1070" y="674"/>
                    <a:pt x="1070" y="674"/>
                    <a:pt x="1070" y="674"/>
                  </a:cubicBezTo>
                  <a:cubicBezTo>
                    <a:pt x="1088" y="700"/>
                    <a:pt x="1088" y="700"/>
                    <a:pt x="1088" y="700"/>
                  </a:cubicBezTo>
                  <a:cubicBezTo>
                    <a:pt x="1091" y="700"/>
                    <a:pt x="1093" y="700"/>
                    <a:pt x="1096" y="700"/>
                  </a:cubicBezTo>
                  <a:cubicBezTo>
                    <a:pt x="1100" y="671"/>
                    <a:pt x="1100" y="671"/>
                    <a:pt x="1100" y="671"/>
                  </a:cubicBezTo>
                  <a:cubicBezTo>
                    <a:pt x="1100" y="668"/>
                    <a:pt x="1099" y="665"/>
                    <a:pt x="1099" y="662"/>
                  </a:cubicBezTo>
                  <a:cubicBezTo>
                    <a:pt x="1081" y="664"/>
                    <a:pt x="1065" y="665"/>
                    <a:pt x="1047" y="667"/>
                  </a:cubicBezTo>
                  <a:cubicBezTo>
                    <a:pt x="1037" y="668"/>
                    <a:pt x="1027" y="669"/>
                    <a:pt x="1017" y="669"/>
                  </a:cubicBezTo>
                  <a:cubicBezTo>
                    <a:pt x="1009" y="660"/>
                    <a:pt x="1009" y="660"/>
                    <a:pt x="1009" y="660"/>
                  </a:cubicBezTo>
                  <a:cubicBezTo>
                    <a:pt x="988" y="660"/>
                    <a:pt x="971" y="639"/>
                    <a:pt x="948" y="645"/>
                  </a:cubicBezTo>
                  <a:cubicBezTo>
                    <a:pt x="940" y="648"/>
                    <a:pt x="940" y="648"/>
                    <a:pt x="928" y="683"/>
                  </a:cubicBezTo>
                  <a:cubicBezTo>
                    <a:pt x="917" y="681"/>
                    <a:pt x="902" y="677"/>
                    <a:pt x="890" y="675"/>
                  </a:cubicBezTo>
                  <a:cubicBezTo>
                    <a:pt x="874" y="649"/>
                    <a:pt x="874" y="649"/>
                    <a:pt x="874" y="649"/>
                  </a:cubicBezTo>
                  <a:cubicBezTo>
                    <a:pt x="860" y="648"/>
                    <a:pt x="860" y="648"/>
                    <a:pt x="860" y="648"/>
                  </a:cubicBezTo>
                  <a:cubicBezTo>
                    <a:pt x="857" y="648"/>
                    <a:pt x="855" y="648"/>
                    <a:pt x="852" y="648"/>
                  </a:cubicBezTo>
                  <a:cubicBezTo>
                    <a:pt x="838" y="646"/>
                    <a:pt x="838" y="646"/>
                    <a:pt x="830" y="611"/>
                  </a:cubicBezTo>
                  <a:cubicBezTo>
                    <a:pt x="828" y="617"/>
                    <a:pt x="824" y="625"/>
                    <a:pt x="822" y="631"/>
                  </a:cubicBezTo>
                  <a:cubicBezTo>
                    <a:pt x="830" y="611"/>
                    <a:pt x="830" y="611"/>
                    <a:pt x="830" y="611"/>
                  </a:cubicBezTo>
                  <a:cubicBezTo>
                    <a:pt x="830" y="605"/>
                    <a:pt x="830" y="599"/>
                    <a:pt x="830" y="593"/>
                  </a:cubicBezTo>
                  <a:cubicBezTo>
                    <a:pt x="813" y="593"/>
                    <a:pt x="797" y="593"/>
                    <a:pt x="780" y="593"/>
                  </a:cubicBezTo>
                  <a:cubicBezTo>
                    <a:pt x="742" y="593"/>
                    <a:pt x="707" y="627"/>
                    <a:pt x="666" y="606"/>
                  </a:cubicBezTo>
                  <a:cubicBezTo>
                    <a:pt x="661" y="606"/>
                    <a:pt x="657" y="605"/>
                    <a:pt x="652" y="605"/>
                  </a:cubicBezTo>
                  <a:cubicBezTo>
                    <a:pt x="643" y="623"/>
                    <a:pt x="643" y="623"/>
                    <a:pt x="643" y="623"/>
                  </a:cubicBezTo>
                  <a:cubicBezTo>
                    <a:pt x="635" y="632"/>
                    <a:pt x="635" y="632"/>
                    <a:pt x="635" y="632"/>
                  </a:cubicBezTo>
                  <a:cubicBezTo>
                    <a:pt x="611" y="657"/>
                    <a:pt x="611" y="657"/>
                    <a:pt x="611" y="657"/>
                  </a:cubicBezTo>
                  <a:cubicBezTo>
                    <a:pt x="610" y="663"/>
                    <a:pt x="610" y="670"/>
                    <a:pt x="609" y="676"/>
                  </a:cubicBezTo>
                  <a:cubicBezTo>
                    <a:pt x="610" y="670"/>
                    <a:pt x="610" y="663"/>
                    <a:pt x="611" y="657"/>
                  </a:cubicBezTo>
                  <a:cubicBezTo>
                    <a:pt x="594" y="682"/>
                    <a:pt x="570" y="700"/>
                    <a:pt x="553" y="724"/>
                  </a:cubicBezTo>
                  <a:cubicBezTo>
                    <a:pt x="540" y="742"/>
                    <a:pt x="528" y="769"/>
                    <a:pt x="518" y="789"/>
                  </a:cubicBezTo>
                  <a:cubicBezTo>
                    <a:pt x="524" y="808"/>
                    <a:pt x="524" y="808"/>
                    <a:pt x="523" y="828"/>
                  </a:cubicBezTo>
                  <a:cubicBezTo>
                    <a:pt x="523" y="834"/>
                    <a:pt x="522" y="841"/>
                    <a:pt x="522" y="847"/>
                  </a:cubicBezTo>
                  <a:cubicBezTo>
                    <a:pt x="521" y="863"/>
                    <a:pt x="520" y="879"/>
                    <a:pt x="520" y="894"/>
                  </a:cubicBezTo>
                  <a:cubicBezTo>
                    <a:pt x="525" y="895"/>
                    <a:pt x="530" y="896"/>
                    <a:pt x="535" y="896"/>
                  </a:cubicBezTo>
                  <a:cubicBezTo>
                    <a:pt x="551" y="915"/>
                    <a:pt x="551" y="915"/>
                    <a:pt x="551" y="915"/>
                  </a:cubicBezTo>
                  <a:cubicBezTo>
                    <a:pt x="579" y="919"/>
                    <a:pt x="579" y="919"/>
                    <a:pt x="579" y="919"/>
                  </a:cubicBezTo>
                  <a:cubicBezTo>
                    <a:pt x="579" y="922"/>
                    <a:pt x="579" y="926"/>
                    <a:pt x="579" y="929"/>
                  </a:cubicBezTo>
                  <a:cubicBezTo>
                    <a:pt x="579" y="926"/>
                    <a:pt x="579" y="922"/>
                    <a:pt x="579" y="919"/>
                  </a:cubicBezTo>
                  <a:cubicBezTo>
                    <a:pt x="551" y="915"/>
                    <a:pt x="551" y="915"/>
                    <a:pt x="551" y="915"/>
                  </a:cubicBezTo>
                  <a:cubicBezTo>
                    <a:pt x="535" y="896"/>
                    <a:pt x="535" y="896"/>
                    <a:pt x="535" y="896"/>
                  </a:cubicBezTo>
                  <a:cubicBezTo>
                    <a:pt x="530" y="896"/>
                    <a:pt x="525" y="895"/>
                    <a:pt x="520" y="894"/>
                  </a:cubicBezTo>
                  <a:cubicBezTo>
                    <a:pt x="520" y="900"/>
                    <a:pt x="519" y="907"/>
                    <a:pt x="519" y="913"/>
                  </a:cubicBezTo>
                  <a:cubicBezTo>
                    <a:pt x="556" y="992"/>
                    <a:pt x="556" y="992"/>
                    <a:pt x="602" y="1033"/>
                  </a:cubicBezTo>
                  <a:cubicBezTo>
                    <a:pt x="542" y="940"/>
                    <a:pt x="542" y="940"/>
                    <a:pt x="537" y="914"/>
                  </a:cubicBezTo>
                  <a:cubicBezTo>
                    <a:pt x="539" y="921"/>
                    <a:pt x="541" y="931"/>
                    <a:pt x="542" y="939"/>
                  </a:cubicBezTo>
                  <a:cubicBezTo>
                    <a:pt x="542" y="941"/>
                    <a:pt x="542" y="941"/>
                    <a:pt x="602" y="1033"/>
                  </a:cubicBezTo>
                  <a:cubicBezTo>
                    <a:pt x="623" y="1032"/>
                    <a:pt x="651" y="1030"/>
                    <a:pt x="672" y="1029"/>
                  </a:cubicBezTo>
                  <a:cubicBezTo>
                    <a:pt x="679" y="1029"/>
                    <a:pt x="687" y="1030"/>
                    <a:pt x="695" y="1030"/>
                  </a:cubicBezTo>
                  <a:cubicBezTo>
                    <a:pt x="711" y="1022"/>
                    <a:pt x="711" y="1022"/>
                    <a:pt x="711" y="1022"/>
                  </a:cubicBezTo>
                  <a:cubicBezTo>
                    <a:pt x="742" y="1012"/>
                    <a:pt x="742" y="1012"/>
                    <a:pt x="742" y="1012"/>
                  </a:cubicBezTo>
                  <a:cubicBezTo>
                    <a:pt x="711" y="1022"/>
                    <a:pt x="711" y="1022"/>
                    <a:pt x="711" y="1022"/>
                  </a:cubicBezTo>
                  <a:cubicBezTo>
                    <a:pt x="759" y="1023"/>
                    <a:pt x="759" y="1023"/>
                    <a:pt x="759" y="1023"/>
                  </a:cubicBezTo>
                  <a:cubicBezTo>
                    <a:pt x="767" y="1052"/>
                    <a:pt x="767" y="1052"/>
                    <a:pt x="767" y="1052"/>
                  </a:cubicBezTo>
                  <a:cubicBezTo>
                    <a:pt x="782" y="1042"/>
                    <a:pt x="782" y="1042"/>
                    <a:pt x="782" y="1042"/>
                  </a:cubicBezTo>
                  <a:cubicBezTo>
                    <a:pt x="790" y="1042"/>
                    <a:pt x="798" y="1042"/>
                    <a:pt x="806" y="1042"/>
                  </a:cubicBezTo>
                  <a:cubicBezTo>
                    <a:pt x="821" y="1052"/>
                    <a:pt x="821" y="1052"/>
                    <a:pt x="821" y="1052"/>
                  </a:cubicBezTo>
                  <a:cubicBezTo>
                    <a:pt x="822" y="1069"/>
                    <a:pt x="822" y="1069"/>
                    <a:pt x="822" y="1069"/>
                  </a:cubicBezTo>
                  <a:cubicBezTo>
                    <a:pt x="821" y="1052"/>
                    <a:pt x="821" y="1052"/>
                    <a:pt x="821" y="1052"/>
                  </a:cubicBezTo>
                  <a:cubicBezTo>
                    <a:pt x="806" y="1042"/>
                    <a:pt x="806" y="1042"/>
                    <a:pt x="806" y="1042"/>
                  </a:cubicBezTo>
                  <a:cubicBezTo>
                    <a:pt x="814" y="1060"/>
                    <a:pt x="814" y="1060"/>
                    <a:pt x="814" y="1060"/>
                  </a:cubicBezTo>
                  <a:cubicBezTo>
                    <a:pt x="814" y="1069"/>
                    <a:pt x="814" y="1077"/>
                    <a:pt x="814" y="1086"/>
                  </a:cubicBezTo>
                  <a:cubicBezTo>
                    <a:pt x="814" y="1092"/>
                    <a:pt x="814" y="1097"/>
                    <a:pt x="814" y="1103"/>
                  </a:cubicBezTo>
                  <a:cubicBezTo>
                    <a:pt x="814" y="1106"/>
                    <a:pt x="814" y="1109"/>
                    <a:pt x="814" y="1112"/>
                  </a:cubicBezTo>
                  <a:cubicBezTo>
                    <a:pt x="823" y="1127"/>
                    <a:pt x="836" y="1146"/>
                    <a:pt x="845" y="1161"/>
                  </a:cubicBezTo>
                  <a:cubicBezTo>
                    <a:pt x="855" y="1183"/>
                    <a:pt x="857" y="1191"/>
                    <a:pt x="859" y="1209"/>
                  </a:cubicBezTo>
                  <a:cubicBezTo>
                    <a:pt x="923" y="1208"/>
                    <a:pt x="987" y="1205"/>
                    <a:pt x="1050" y="1200"/>
                  </a:cubicBezTo>
                  <a:cubicBezTo>
                    <a:pt x="1051" y="1195"/>
                    <a:pt x="1051" y="1190"/>
                    <a:pt x="1052" y="1185"/>
                  </a:cubicBezTo>
                  <a:cubicBezTo>
                    <a:pt x="1045" y="1177"/>
                    <a:pt x="1045" y="1177"/>
                    <a:pt x="1045" y="1177"/>
                  </a:cubicBezTo>
                  <a:cubicBezTo>
                    <a:pt x="1040" y="1129"/>
                    <a:pt x="1040" y="1129"/>
                    <a:pt x="1040" y="1129"/>
                  </a:cubicBezTo>
                  <a:cubicBezTo>
                    <a:pt x="1045" y="1177"/>
                    <a:pt x="1045" y="1177"/>
                    <a:pt x="1045" y="1177"/>
                  </a:cubicBezTo>
                  <a:cubicBezTo>
                    <a:pt x="1055" y="1144"/>
                    <a:pt x="1055" y="1144"/>
                    <a:pt x="1055" y="1144"/>
                  </a:cubicBezTo>
                  <a:cubicBezTo>
                    <a:pt x="1045" y="1177"/>
                    <a:pt x="1045" y="1177"/>
                    <a:pt x="1045" y="1177"/>
                  </a:cubicBezTo>
                  <a:cubicBezTo>
                    <a:pt x="1054" y="1161"/>
                    <a:pt x="1054" y="1161"/>
                    <a:pt x="1054" y="1161"/>
                  </a:cubicBezTo>
                  <a:cubicBezTo>
                    <a:pt x="1045" y="1177"/>
                    <a:pt x="1045" y="1177"/>
                    <a:pt x="1045" y="1177"/>
                  </a:cubicBezTo>
                  <a:cubicBezTo>
                    <a:pt x="1052" y="1185"/>
                    <a:pt x="1052" y="1185"/>
                    <a:pt x="1052" y="1185"/>
                  </a:cubicBezTo>
                  <a:cubicBezTo>
                    <a:pt x="1060" y="1176"/>
                    <a:pt x="1060" y="1176"/>
                    <a:pt x="1060" y="1176"/>
                  </a:cubicBezTo>
                  <a:cubicBezTo>
                    <a:pt x="1052" y="1185"/>
                    <a:pt x="1052" y="1185"/>
                    <a:pt x="1052" y="1185"/>
                  </a:cubicBezTo>
                  <a:cubicBezTo>
                    <a:pt x="1051" y="1190"/>
                    <a:pt x="1051" y="1195"/>
                    <a:pt x="1050" y="1200"/>
                  </a:cubicBezTo>
                  <a:cubicBezTo>
                    <a:pt x="1067" y="1198"/>
                    <a:pt x="1067" y="1198"/>
                    <a:pt x="1067" y="1198"/>
                  </a:cubicBezTo>
                  <a:cubicBezTo>
                    <a:pt x="1050" y="1200"/>
                    <a:pt x="1050" y="1200"/>
                    <a:pt x="1050" y="1200"/>
                  </a:cubicBezTo>
                  <a:cubicBezTo>
                    <a:pt x="1086" y="1197"/>
                    <a:pt x="1121" y="1193"/>
                    <a:pt x="1156" y="1189"/>
                  </a:cubicBezTo>
                  <a:cubicBezTo>
                    <a:pt x="1150" y="1167"/>
                    <a:pt x="1150" y="1167"/>
                    <a:pt x="1150" y="1167"/>
                  </a:cubicBezTo>
                  <a:cubicBezTo>
                    <a:pt x="1152" y="1158"/>
                    <a:pt x="1153" y="1150"/>
                    <a:pt x="1154" y="1142"/>
                  </a:cubicBezTo>
                  <a:cubicBezTo>
                    <a:pt x="1161" y="1132"/>
                    <a:pt x="1161" y="1132"/>
                    <a:pt x="1161" y="1132"/>
                  </a:cubicBezTo>
                  <a:cubicBezTo>
                    <a:pt x="1171" y="1124"/>
                    <a:pt x="1171" y="1124"/>
                    <a:pt x="1171" y="1124"/>
                  </a:cubicBezTo>
                  <a:cubicBezTo>
                    <a:pt x="1193" y="1098"/>
                    <a:pt x="1223" y="1064"/>
                    <a:pt x="1245" y="1037"/>
                  </a:cubicBezTo>
                  <a:cubicBezTo>
                    <a:pt x="1275" y="987"/>
                    <a:pt x="1275" y="987"/>
                    <a:pt x="1275" y="987"/>
                  </a:cubicBezTo>
                  <a:cubicBezTo>
                    <a:pt x="1245" y="1037"/>
                    <a:pt x="1245" y="1037"/>
                    <a:pt x="1245" y="1037"/>
                  </a:cubicBezTo>
                  <a:cubicBezTo>
                    <a:pt x="1275" y="987"/>
                    <a:pt x="1275" y="987"/>
                    <a:pt x="1275" y="987"/>
                  </a:cubicBezTo>
                  <a:cubicBezTo>
                    <a:pt x="1275" y="984"/>
                    <a:pt x="1275" y="981"/>
                    <a:pt x="1276" y="978"/>
                  </a:cubicBezTo>
                  <a:cubicBezTo>
                    <a:pt x="1283" y="968"/>
                    <a:pt x="1283" y="968"/>
                    <a:pt x="1283" y="968"/>
                  </a:cubicBezTo>
                  <a:cubicBezTo>
                    <a:pt x="1297" y="909"/>
                    <a:pt x="1297" y="909"/>
                    <a:pt x="1297" y="909"/>
                  </a:cubicBezTo>
                  <a:cubicBezTo>
                    <a:pt x="1295" y="909"/>
                    <a:pt x="1293" y="909"/>
                    <a:pt x="1290" y="910"/>
                  </a:cubicBezTo>
                  <a:moveTo>
                    <a:pt x="1078" y="618"/>
                  </a:moveTo>
                  <a:cubicBezTo>
                    <a:pt x="1076" y="609"/>
                    <a:pt x="1075" y="600"/>
                    <a:pt x="1074" y="591"/>
                  </a:cubicBezTo>
                  <a:cubicBezTo>
                    <a:pt x="1051" y="583"/>
                    <a:pt x="1051" y="583"/>
                    <a:pt x="1051" y="583"/>
                  </a:cubicBezTo>
                  <a:cubicBezTo>
                    <a:pt x="1065" y="618"/>
                    <a:pt x="1065" y="618"/>
                    <a:pt x="1065" y="618"/>
                  </a:cubicBezTo>
                  <a:cubicBezTo>
                    <a:pt x="1078" y="618"/>
                    <a:pt x="1078" y="618"/>
                    <a:pt x="1078" y="618"/>
                  </a:cubicBezTo>
                  <a:moveTo>
                    <a:pt x="698" y="585"/>
                  </a:moveTo>
                  <a:cubicBezTo>
                    <a:pt x="698" y="585"/>
                    <a:pt x="699" y="584"/>
                    <a:pt x="699" y="584"/>
                  </a:cubicBezTo>
                  <a:cubicBezTo>
                    <a:pt x="681" y="583"/>
                    <a:pt x="664" y="582"/>
                    <a:pt x="647" y="581"/>
                  </a:cubicBezTo>
                  <a:cubicBezTo>
                    <a:pt x="660" y="594"/>
                    <a:pt x="660" y="594"/>
                    <a:pt x="660" y="594"/>
                  </a:cubicBezTo>
                  <a:cubicBezTo>
                    <a:pt x="695" y="590"/>
                    <a:pt x="695" y="590"/>
                    <a:pt x="695" y="590"/>
                  </a:cubicBezTo>
                  <a:cubicBezTo>
                    <a:pt x="696" y="589"/>
                    <a:pt x="697" y="587"/>
                    <a:pt x="698" y="585"/>
                  </a:cubicBezTo>
                  <a:moveTo>
                    <a:pt x="666" y="606"/>
                  </a:moveTo>
                  <a:cubicBezTo>
                    <a:pt x="686" y="616"/>
                    <a:pt x="686" y="616"/>
                    <a:pt x="686" y="616"/>
                  </a:cubicBezTo>
                  <a:cubicBezTo>
                    <a:pt x="666" y="606"/>
                    <a:pt x="666" y="606"/>
                    <a:pt x="666" y="606"/>
                  </a:cubicBezTo>
                  <a:moveTo>
                    <a:pt x="701" y="587"/>
                  </a:moveTo>
                  <a:cubicBezTo>
                    <a:pt x="702" y="586"/>
                    <a:pt x="702" y="585"/>
                    <a:pt x="703" y="584"/>
                  </a:cubicBezTo>
                  <a:cubicBezTo>
                    <a:pt x="701" y="584"/>
                    <a:pt x="700" y="584"/>
                    <a:pt x="699" y="584"/>
                  </a:cubicBezTo>
                  <a:cubicBezTo>
                    <a:pt x="698" y="587"/>
                    <a:pt x="697" y="588"/>
                    <a:pt x="695" y="590"/>
                  </a:cubicBezTo>
                  <a:cubicBezTo>
                    <a:pt x="685" y="591"/>
                    <a:pt x="671" y="593"/>
                    <a:pt x="660" y="594"/>
                  </a:cubicBezTo>
                  <a:cubicBezTo>
                    <a:pt x="647" y="581"/>
                    <a:pt x="647" y="581"/>
                    <a:pt x="647" y="581"/>
                  </a:cubicBezTo>
                  <a:cubicBezTo>
                    <a:pt x="642" y="581"/>
                    <a:pt x="637" y="580"/>
                    <a:pt x="631" y="580"/>
                  </a:cubicBezTo>
                  <a:cubicBezTo>
                    <a:pt x="652" y="605"/>
                    <a:pt x="652" y="605"/>
                    <a:pt x="652" y="605"/>
                  </a:cubicBezTo>
                  <a:cubicBezTo>
                    <a:pt x="657" y="605"/>
                    <a:pt x="661" y="606"/>
                    <a:pt x="666" y="606"/>
                  </a:cubicBezTo>
                  <a:cubicBezTo>
                    <a:pt x="695" y="597"/>
                    <a:pt x="695" y="597"/>
                    <a:pt x="695" y="597"/>
                  </a:cubicBezTo>
                  <a:cubicBezTo>
                    <a:pt x="696" y="596"/>
                    <a:pt x="697" y="594"/>
                    <a:pt x="701" y="587"/>
                  </a:cubicBezTo>
                  <a:moveTo>
                    <a:pt x="880" y="589"/>
                  </a:moveTo>
                  <a:cubicBezTo>
                    <a:pt x="880" y="588"/>
                    <a:pt x="880" y="588"/>
                    <a:pt x="880" y="587"/>
                  </a:cubicBezTo>
                  <a:cubicBezTo>
                    <a:pt x="874" y="587"/>
                    <a:pt x="867" y="588"/>
                    <a:pt x="861" y="588"/>
                  </a:cubicBezTo>
                  <a:cubicBezTo>
                    <a:pt x="875" y="603"/>
                    <a:pt x="879" y="597"/>
                    <a:pt x="880" y="589"/>
                  </a:cubicBezTo>
                  <a:moveTo>
                    <a:pt x="947" y="588"/>
                  </a:moveTo>
                  <a:cubicBezTo>
                    <a:pt x="956" y="584"/>
                    <a:pt x="956" y="584"/>
                    <a:pt x="956" y="584"/>
                  </a:cubicBezTo>
                  <a:cubicBezTo>
                    <a:pt x="952" y="585"/>
                    <a:pt x="949" y="585"/>
                    <a:pt x="946" y="585"/>
                  </a:cubicBezTo>
                  <a:cubicBezTo>
                    <a:pt x="947" y="588"/>
                    <a:pt x="947" y="588"/>
                    <a:pt x="947" y="588"/>
                  </a:cubicBezTo>
                  <a:moveTo>
                    <a:pt x="1120" y="716"/>
                  </a:moveTo>
                  <a:cubicBezTo>
                    <a:pt x="1112" y="707"/>
                    <a:pt x="1112" y="707"/>
                    <a:pt x="1112" y="707"/>
                  </a:cubicBezTo>
                  <a:cubicBezTo>
                    <a:pt x="1120" y="716"/>
                    <a:pt x="1120" y="716"/>
                    <a:pt x="1120" y="716"/>
                  </a:cubicBezTo>
                  <a:moveTo>
                    <a:pt x="1361" y="694"/>
                  </a:moveTo>
                  <a:cubicBezTo>
                    <a:pt x="1351" y="640"/>
                    <a:pt x="1336" y="587"/>
                    <a:pt x="1319" y="535"/>
                  </a:cubicBezTo>
                  <a:cubicBezTo>
                    <a:pt x="1305" y="539"/>
                    <a:pt x="1290" y="542"/>
                    <a:pt x="1274" y="546"/>
                  </a:cubicBezTo>
                  <a:cubicBezTo>
                    <a:pt x="1275" y="550"/>
                    <a:pt x="1277" y="555"/>
                    <a:pt x="1278" y="560"/>
                  </a:cubicBezTo>
                  <a:cubicBezTo>
                    <a:pt x="1277" y="555"/>
                    <a:pt x="1275" y="550"/>
                    <a:pt x="1274" y="546"/>
                  </a:cubicBezTo>
                  <a:cubicBezTo>
                    <a:pt x="1272" y="546"/>
                    <a:pt x="1270" y="547"/>
                    <a:pt x="1269" y="547"/>
                  </a:cubicBezTo>
                  <a:cubicBezTo>
                    <a:pt x="1271" y="551"/>
                    <a:pt x="1271" y="551"/>
                    <a:pt x="1271" y="551"/>
                  </a:cubicBezTo>
                  <a:cubicBezTo>
                    <a:pt x="1252" y="556"/>
                    <a:pt x="1252" y="556"/>
                    <a:pt x="1252" y="556"/>
                  </a:cubicBezTo>
                  <a:cubicBezTo>
                    <a:pt x="1244" y="557"/>
                    <a:pt x="1242" y="557"/>
                    <a:pt x="1236" y="553"/>
                  </a:cubicBezTo>
                  <a:cubicBezTo>
                    <a:pt x="1225" y="555"/>
                    <a:pt x="1212" y="558"/>
                    <a:pt x="1200" y="560"/>
                  </a:cubicBezTo>
                  <a:cubicBezTo>
                    <a:pt x="1201" y="561"/>
                    <a:pt x="1201" y="563"/>
                    <a:pt x="1202" y="565"/>
                  </a:cubicBezTo>
                  <a:cubicBezTo>
                    <a:pt x="1201" y="563"/>
                    <a:pt x="1201" y="561"/>
                    <a:pt x="1200" y="560"/>
                  </a:cubicBezTo>
                  <a:cubicBezTo>
                    <a:pt x="1183" y="562"/>
                    <a:pt x="1166" y="565"/>
                    <a:pt x="1148" y="568"/>
                  </a:cubicBezTo>
                  <a:cubicBezTo>
                    <a:pt x="1103" y="573"/>
                    <a:pt x="1057" y="578"/>
                    <a:pt x="1011" y="581"/>
                  </a:cubicBezTo>
                  <a:cubicBezTo>
                    <a:pt x="1016" y="586"/>
                    <a:pt x="1016" y="586"/>
                    <a:pt x="1016" y="586"/>
                  </a:cubicBezTo>
                  <a:cubicBezTo>
                    <a:pt x="1038" y="594"/>
                    <a:pt x="1038" y="594"/>
                    <a:pt x="1038" y="594"/>
                  </a:cubicBezTo>
                  <a:cubicBezTo>
                    <a:pt x="1044" y="584"/>
                    <a:pt x="1044" y="584"/>
                    <a:pt x="1044" y="584"/>
                  </a:cubicBezTo>
                  <a:cubicBezTo>
                    <a:pt x="1047" y="584"/>
                    <a:pt x="1049" y="583"/>
                    <a:pt x="1051" y="583"/>
                  </a:cubicBezTo>
                  <a:cubicBezTo>
                    <a:pt x="1074" y="591"/>
                    <a:pt x="1074" y="591"/>
                    <a:pt x="1074" y="591"/>
                  </a:cubicBezTo>
                  <a:cubicBezTo>
                    <a:pt x="1076" y="590"/>
                    <a:pt x="1078" y="590"/>
                    <a:pt x="1081" y="590"/>
                  </a:cubicBezTo>
                  <a:cubicBezTo>
                    <a:pt x="1100" y="577"/>
                    <a:pt x="1100" y="577"/>
                    <a:pt x="1100" y="577"/>
                  </a:cubicBezTo>
                  <a:cubicBezTo>
                    <a:pt x="1081" y="590"/>
                    <a:pt x="1081" y="590"/>
                    <a:pt x="1081" y="590"/>
                  </a:cubicBezTo>
                  <a:cubicBezTo>
                    <a:pt x="1085" y="590"/>
                    <a:pt x="1090" y="589"/>
                    <a:pt x="1095" y="588"/>
                  </a:cubicBezTo>
                  <a:cubicBezTo>
                    <a:pt x="1094" y="608"/>
                    <a:pt x="1093" y="634"/>
                    <a:pt x="1092" y="654"/>
                  </a:cubicBezTo>
                  <a:cubicBezTo>
                    <a:pt x="1075" y="655"/>
                    <a:pt x="1075" y="655"/>
                    <a:pt x="1075" y="655"/>
                  </a:cubicBezTo>
                  <a:cubicBezTo>
                    <a:pt x="1047" y="667"/>
                    <a:pt x="1047" y="667"/>
                    <a:pt x="1047" y="667"/>
                  </a:cubicBezTo>
                  <a:cubicBezTo>
                    <a:pt x="1065" y="665"/>
                    <a:pt x="1081" y="664"/>
                    <a:pt x="1099" y="662"/>
                  </a:cubicBezTo>
                  <a:cubicBezTo>
                    <a:pt x="1099" y="665"/>
                    <a:pt x="1100" y="668"/>
                    <a:pt x="1100" y="671"/>
                  </a:cubicBezTo>
                  <a:cubicBezTo>
                    <a:pt x="1112" y="707"/>
                    <a:pt x="1112" y="707"/>
                    <a:pt x="1112" y="707"/>
                  </a:cubicBezTo>
                  <a:cubicBezTo>
                    <a:pt x="1120" y="716"/>
                    <a:pt x="1120" y="716"/>
                    <a:pt x="1120" y="716"/>
                  </a:cubicBezTo>
                  <a:cubicBezTo>
                    <a:pt x="1128" y="724"/>
                    <a:pt x="1128" y="724"/>
                    <a:pt x="1128" y="724"/>
                  </a:cubicBezTo>
                  <a:cubicBezTo>
                    <a:pt x="1120" y="716"/>
                    <a:pt x="1120" y="716"/>
                    <a:pt x="1120" y="716"/>
                  </a:cubicBezTo>
                  <a:cubicBezTo>
                    <a:pt x="1128" y="724"/>
                    <a:pt x="1128" y="724"/>
                    <a:pt x="1128" y="724"/>
                  </a:cubicBezTo>
                  <a:cubicBezTo>
                    <a:pt x="1142" y="748"/>
                    <a:pt x="1150" y="775"/>
                    <a:pt x="1166" y="798"/>
                  </a:cubicBezTo>
                  <a:cubicBezTo>
                    <a:pt x="1177" y="817"/>
                    <a:pt x="1196" y="830"/>
                    <a:pt x="1208" y="848"/>
                  </a:cubicBezTo>
                  <a:cubicBezTo>
                    <a:pt x="1209" y="860"/>
                    <a:pt x="1209" y="872"/>
                    <a:pt x="1210" y="885"/>
                  </a:cubicBezTo>
                  <a:cubicBezTo>
                    <a:pt x="1218" y="903"/>
                    <a:pt x="1218" y="903"/>
                    <a:pt x="1218" y="903"/>
                  </a:cubicBezTo>
                  <a:cubicBezTo>
                    <a:pt x="1223" y="902"/>
                    <a:pt x="1228" y="901"/>
                    <a:pt x="1233" y="900"/>
                  </a:cubicBezTo>
                  <a:cubicBezTo>
                    <a:pt x="1240" y="890"/>
                    <a:pt x="1240" y="890"/>
                    <a:pt x="1240" y="890"/>
                  </a:cubicBezTo>
                  <a:cubicBezTo>
                    <a:pt x="1289" y="862"/>
                    <a:pt x="1289" y="862"/>
                    <a:pt x="1289" y="862"/>
                  </a:cubicBezTo>
                  <a:cubicBezTo>
                    <a:pt x="1313" y="829"/>
                    <a:pt x="1313" y="829"/>
                    <a:pt x="1313" y="829"/>
                  </a:cubicBezTo>
                  <a:cubicBezTo>
                    <a:pt x="1344" y="803"/>
                    <a:pt x="1344" y="803"/>
                    <a:pt x="1344" y="803"/>
                  </a:cubicBezTo>
                  <a:cubicBezTo>
                    <a:pt x="1348" y="791"/>
                    <a:pt x="1348" y="791"/>
                    <a:pt x="1348" y="791"/>
                  </a:cubicBezTo>
                  <a:cubicBezTo>
                    <a:pt x="1354" y="782"/>
                    <a:pt x="1354" y="782"/>
                    <a:pt x="1354" y="782"/>
                  </a:cubicBezTo>
                  <a:cubicBezTo>
                    <a:pt x="1354" y="778"/>
                    <a:pt x="1354" y="775"/>
                    <a:pt x="1354" y="773"/>
                  </a:cubicBezTo>
                  <a:cubicBezTo>
                    <a:pt x="1362" y="745"/>
                    <a:pt x="1362" y="745"/>
                    <a:pt x="1362" y="742"/>
                  </a:cubicBezTo>
                  <a:cubicBezTo>
                    <a:pt x="1362" y="742"/>
                    <a:pt x="1362" y="743"/>
                    <a:pt x="1362" y="744"/>
                  </a:cubicBezTo>
                  <a:cubicBezTo>
                    <a:pt x="1361" y="747"/>
                    <a:pt x="1361" y="747"/>
                    <a:pt x="1354" y="773"/>
                  </a:cubicBezTo>
                  <a:cubicBezTo>
                    <a:pt x="1373" y="745"/>
                    <a:pt x="1373" y="745"/>
                    <a:pt x="1351" y="715"/>
                  </a:cubicBezTo>
                  <a:cubicBezTo>
                    <a:pt x="1347" y="716"/>
                    <a:pt x="1343" y="717"/>
                    <a:pt x="1339" y="718"/>
                  </a:cubicBezTo>
                  <a:cubicBezTo>
                    <a:pt x="1328" y="698"/>
                    <a:pt x="1328" y="698"/>
                    <a:pt x="1328" y="698"/>
                  </a:cubicBezTo>
                  <a:cubicBezTo>
                    <a:pt x="1308" y="724"/>
                    <a:pt x="1308" y="724"/>
                    <a:pt x="1308" y="724"/>
                  </a:cubicBezTo>
                  <a:cubicBezTo>
                    <a:pt x="1302" y="726"/>
                    <a:pt x="1295" y="727"/>
                    <a:pt x="1289" y="729"/>
                  </a:cubicBezTo>
                  <a:cubicBezTo>
                    <a:pt x="1288" y="725"/>
                    <a:pt x="1288" y="723"/>
                    <a:pt x="1287" y="719"/>
                  </a:cubicBezTo>
                  <a:cubicBezTo>
                    <a:pt x="1285" y="720"/>
                    <a:pt x="1283" y="720"/>
                    <a:pt x="1280" y="721"/>
                  </a:cubicBezTo>
                  <a:cubicBezTo>
                    <a:pt x="1283" y="720"/>
                    <a:pt x="1285" y="720"/>
                    <a:pt x="1287" y="719"/>
                  </a:cubicBezTo>
                  <a:cubicBezTo>
                    <a:pt x="1286" y="710"/>
                    <a:pt x="1284" y="701"/>
                    <a:pt x="1283" y="692"/>
                  </a:cubicBezTo>
                  <a:cubicBezTo>
                    <a:pt x="1276" y="693"/>
                    <a:pt x="1269" y="694"/>
                    <a:pt x="1263" y="695"/>
                  </a:cubicBezTo>
                  <a:cubicBezTo>
                    <a:pt x="1264" y="702"/>
                    <a:pt x="1265" y="707"/>
                    <a:pt x="1266" y="714"/>
                  </a:cubicBezTo>
                  <a:cubicBezTo>
                    <a:pt x="1265" y="707"/>
                    <a:pt x="1264" y="702"/>
                    <a:pt x="1263" y="695"/>
                  </a:cubicBezTo>
                  <a:cubicBezTo>
                    <a:pt x="1261" y="696"/>
                    <a:pt x="1259" y="696"/>
                    <a:pt x="1256" y="696"/>
                  </a:cubicBezTo>
                  <a:cubicBezTo>
                    <a:pt x="1259" y="696"/>
                    <a:pt x="1261" y="696"/>
                    <a:pt x="1263" y="695"/>
                  </a:cubicBezTo>
                  <a:cubicBezTo>
                    <a:pt x="1269" y="694"/>
                    <a:pt x="1276" y="693"/>
                    <a:pt x="1283" y="692"/>
                  </a:cubicBezTo>
                  <a:cubicBezTo>
                    <a:pt x="1261" y="686"/>
                    <a:pt x="1261" y="686"/>
                    <a:pt x="1261" y="686"/>
                  </a:cubicBezTo>
                  <a:cubicBezTo>
                    <a:pt x="1246" y="679"/>
                    <a:pt x="1246" y="679"/>
                    <a:pt x="1246" y="679"/>
                  </a:cubicBezTo>
                  <a:cubicBezTo>
                    <a:pt x="1245" y="670"/>
                    <a:pt x="1243" y="661"/>
                    <a:pt x="1241" y="652"/>
                  </a:cubicBezTo>
                  <a:cubicBezTo>
                    <a:pt x="1236" y="653"/>
                    <a:pt x="1235" y="655"/>
                    <a:pt x="1235" y="660"/>
                  </a:cubicBezTo>
                  <a:cubicBezTo>
                    <a:pt x="1236" y="652"/>
                    <a:pt x="1236" y="652"/>
                    <a:pt x="1259" y="652"/>
                  </a:cubicBezTo>
                  <a:cubicBezTo>
                    <a:pt x="1302" y="687"/>
                    <a:pt x="1302" y="687"/>
                    <a:pt x="1302" y="687"/>
                  </a:cubicBezTo>
                  <a:cubicBezTo>
                    <a:pt x="1334" y="690"/>
                    <a:pt x="1334" y="690"/>
                    <a:pt x="1334" y="690"/>
                  </a:cubicBezTo>
                  <a:cubicBezTo>
                    <a:pt x="1342" y="698"/>
                    <a:pt x="1342" y="698"/>
                    <a:pt x="1342" y="698"/>
                  </a:cubicBezTo>
                  <a:cubicBezTo>
                    <a:pt x="1348" y="696"/>
                    <a:pt x="1354" y="695"/>
                    <a:pt x="1361" y="694"/>
                  </a:cubicBezTo>
                  <a:moveTo>
                    <a:pt x="1557" y="371"/>
                  </a:moveTo>
                  <a:cubicBezTo>
                    <a:pt x="1555" y="366"/>
                    <a:pt x="1555" y="366"/>
                    <a:pt x="1555" y="366"/>
                  </a:cubicBezTo>
                  <a:cubicBezTo>
                    <a:pt x="1556" y="368"/>
                    <a:pt x="1556" y="369"/>
                    <a:pt x="1556" y="371"/>
                  </a:cubicBezTo>
                  <a:cubicBezTo>
                    <a:pt x="1558" y="374"/>
                    <a:pt x="1558" y="374"/>
                    <a:pt x="1558" y="374"/>
                  </a:cubicBezTo>
                  <a:cubicBezTo>
                    <a:pt x="1558" y="373"/>
                    <a:pt x="1557" y="372"/>
                    <a:pt x="1557" y="371"/>
                  </a:cubicBezTo>
                  <a:moveTo>
                    <a:pt x="123" y="438"/>
                  </a:moveTo>
                  <a:cubicBezTo>
                    <a:pt x="125" y="436"/>
                    <a:pt x="126" y="433"/>
                    <a:pt x="128" y="430"/>
                  </a:cubicBezTo>
                  <a:cubicBezTo>
                    <a:pt x="122" y="435"/>
                    <a:pt x="122" y="435"/>
                    <a:pt x="122" y="435"/>
                  </a:cubicBezTo>
                  <a:cubicBezTo>
                    <a:pt x="118" y="438"/>
                    <a:pt x="118" y="438"/>
                    <a:pt x="118" y="438"/>
                  </a:cubicBezTo>
                  <a:cubicBezTo>
                    <a:pt x="120" y="439"/>
                    <a:pt x="121" y="440"/>
                    <a:pt x="122" y="441"/>
                  </a:cubicBezTo>
                  <a:cubicBezTo>
                    <a:pt x="122" y="440"/>
                    <a:pt x="123" y="439"/>
                    <a:pt x="123" y="438"/>
                  </a:cubicBezTo>
                  <a:moveTo>
                    <a:pt x="1553" y="359"/>
                  </a:moveTo>
                  <a:cubicBezTo>
                    <a:pt x="1552" y="357"/>
                    <a:pt x="1551" y="356"/>
                    <a:pt x="1551" y="355"/>
                  </a:cubicBezTo>
                  <a:cubicBezTo>
                    <a:pt x="1542" y="340"/>
                    <a:pt x="1537" y="334"/>
                    <a:pt x="1535" y="331"/>
                  </a:cubicBezTo>
                  <a:cubicBezTo>
                    <a:pt x="1537" y="334"/>
                    <a:pt x="1539" y="338"/>
                    <a:pt x="1541" y="342"/>
                  </a:cubicBezTo>
                  <a:cubicBezTo>
                    <a:pt x="1540" y="339"/>
                    <a:pt x="1540" y="339"/>
                    <a:pt x="1540" y="339"/>
                  </a:cubicBezTo>
                  <a:cubicBezTo>
                    <a:pt x="1553" y="359"/>
                    <a:pt x="1553" y="359"/>
                    <a:pt x="1553" y="359"/>
                  </a:cubicBezTo>
                  <a:moveTo>
                    <a:pt x="1548" y="356"/>
                  </a:moveTo>
                  <a:cubicBezTo>
                    <a:pt x="1542" y="343"/>
                    <a:pt x="1542" y="343"/>
                    <a:pt x="1542" y="343"/>
                  </a:cubicBezTo>
                  <a:cubicBezTo>
                    <a:pt x="1533" y="332"/>
                    <a:pt x="1533" y="332"/>
                    <a:pt x="1533" y="332"/>
                  </a:cubicBezTo>
                  <a:cubicBezTo>
                    <a:pt x="1548" y="356"/>
                    <a:pt x="1548" y="356"/>
                    <a:pt x="1548" y="356"/>
                  </a:cubicBezTo>
                  <a:moveTo>
                    <a:pt x="181" y="379"/>
                  </a:moveTo>
                  <a:cubicBezTo>
                    <a:pt x="182" y="377"/>
                    <a:pt x="184" y="374"/>
                    <a:pt x="186" y="372"/>
                  </a:cubicBezTo>
                  <a:cubicBezTo>
                    <a:pt x="178" y="378"/>
                    <a:pt x="178" y="378"/>
                    <a:pt x="178" y="378"/>
                  </a:cubicBezTo>
                  <a:cubicBezTo>
                    <a:pt x="179" y="378"/>
                    <a:pt x="180" y="379"/>
                    <a:pt x="181" y="379"/>
                  </a:cubicBezTo>
                  <a:moveTo>
                    <a:pt x="181" y="391"/>
                  </a:moveTo>
                  <a:cubicBezTo>
                    <a:pt x="198" y="369"/>
                    <a:pt x="198" y="369"/>
                    <a:pt x="198" y="369"/>
                  </a:cubicBezTo>
                  <a:cubicBezTo>
                    <a:pt x="188" y="374"/>
                    <a:pt x="188" y="374"/>
                    <a:pt x="188" y="374"/>
                  </a:cubicBezTo>
                  <a:cubicBezTo>
                    <a:pt x="178" y="389"/>
                    <a:pt x="178" y="389"/>
                    <a:pt x="178" y="389"/>
                  </a:cubicBezTo>
                  <a:cubicBezTo>
                    <a:pt x="179" y="390"/>
                    <a:pt x="180" y="390"/>
                    <a:pt x="181" y="391"/>
                  </a:cubicBezTo>
                  <a:moveTo>
                    <a:pt x="189" y="351"/>
                  </a:moveTo>
                  <a:cubicBezTo>
                    <a:pt x="190" y="353"/>
                    <a:pt x="192" y="353"/>
                    <a:pt x="193" y="355"/>
                  </a:cubicBezTo>
                  <a:cubicBezTo>
                    <a:pt x="197" y="344"/>
                    <a:pt x="197" y="344"/>
                    <a:pt x="197" y="344"/>
                  </a:cubicBezTo>
                  <a:cubicBezTo>
                    <a:pt x="189" y="351"/>
                    <a:pt x="189" y="351"/>
                    <a:pt x="189" y="351"/>
                  </a:cubicBezTo>
                  <a:moveTo>
                    <a:pt x="316" y="181"/>
                  </a:moveTo>
                  <a:cubicBezTo>
                    <a:pt x="321" y="177"/>
                    <a:pt x="325" y="173"/>
                    <a:pt x="330" y="169"/>
                  </a:cubicBezTo>
                  <a:cubicBezTo>
                    <a:pt x="329" y="168"/>
                    <a:pt x="328" y="167"/>
                    <a:pt x="328" y="166"/>
                  </a:cubicBezTo>
                  <a:cubicBezTo>
                    <a:pt x="323" y="170"/>
                    <a:pt x="318" y="174"/>
                    <a:pt x="313" y="178"/>
                  </a:cubicBezTo>
                  <a:cubicBezTo>
                    <a:pt x="314" y="179"/>
                    <a:pt x="315" y="180"/>
                    <a:pt x="316" y="181"/>
                  </a:cubicBezTo>
                  <a:moveTo>
                    <a:pt x="378" y="193"/>
                  </a:moveTo>
                  <a:cubicBezTo>
                    <a:pt x="381" y="191"/>
                    <a:pt x="381" y="187"/>
                    <a:pt x="383" y="185"/>
                  </a:cubicBezTo>
                  <a:cubicBezTo>
                    <a:pt x="373" y="191"/>
                    <a:pt x="373" y="191"/>
                    <a:pt x="373" y="191"/>
                  </a:cubicBezTo>
                  <a:cubicBezTo>
                    <a:pt x="373" y="177"/>
                    <a:pt x="373" y="177"/>
                    <a:pt x="373" y="177"/>
                  </a:cubicBezTo>
                  <a:cubicBezTo>
                    <a:pt x="358" y="191"/>
                    <a:pt x="358" y="191"/>
                    <a:pt x="358" y="191"/>
                  </a:cubicBezTo>
                  <a:cubicBezTo>
                    <a:pt x="354" y="194"/>
                    <a:pt x="347" y="201"/>
                    <a:pt x="354" y="201"/>
                  </a:cubicBezTo>
                  <a:cubicBezTo>
                    <a:pt x="360" y="201"/>
                    <a:pt x="374" y="194"/>
                    <a:pt x="378" y="193"/>
                  </a:cubicBezTo>
                  <a:moveTo>
                    <a:pt x="316" y="167"/>
                  </a:moveTo>
                  <a:cubicBezTo>
                    <a:pt x="335" y="160"/>
                    <a:pt x="335" y="160"/>
                    <a:pt x="335" y="160"/>
                  </a:cubicBezTo>
                  <a:cubicBezTo>
                    <a:pt x="348" y="148"/>
                    <a:pt x="348" y="148"/>
                    <a:pt x="348" y="148"/>
                  </a:cubicBezTo>
                  <a:cubicBezTo>
                    <a:pt x="339" y="150"/>
                    <a:pt x="339" y="150"/>
                    <a:pt x="339" y="150"/>
                  </a:cubicBezTo>
                  <a:cubicBezTo>
                    <a:pt x="316" y="167"/>
                    <a:pt x="316" y="167"/>
                    <a:pt x="316" y="167"/>
                  </a:cubicBezTo>
                  <a:moveTo>
                    <a:pt x="339" y="150"/>
                  </a:moveTo>
                  <a:cubicBezTo>
                    <a:pt x="348" y="148"/>
                    <a:pt x="348" y="148"/>
                    <a:pt x="348" y="148"/>
                  </a:cubicBezTo>
                  <a:cubicBezTo>
                    <a:pt x="352" y="138"/>
                    <a:pt x="352" y="138"/>
                    <a:pt x="352" y="138"/>
                  </a:cubicBezTo>
                  <a:cubicBezTo>
                    <a:pt x="328" y="152"/>
                    <a:pt x="328" y="152"/>
                    <a:pt x="328" y="152"/>
                  </a:cubicBezTo>
                  <a:cubicBezTo>
                    <a:pt x="339" y="150"/>
                    <a:pt x="339" y="150"/>
                    <a:pt x="339" y="150"/>
                  </a:cubicBezTo>
                  <a:moveTo>
                    <a:pt x="359" y="158"/>
                  </a:moveTo>
                  <a:cubicBezTo>
                    <a:pt x="361" y="156"/>
                    <a:pt x="364" y="154"/>
                    <a:pt x="366" y="152"/>
                  </a:cubicBezTo>
                  <a:cubicBezTo>
                    <a:pt x="365" y="151"/>
                    <a:pt x="364" y="150"/>
                    <a:pt x="363" y="150"/>
                  </a:cubicBezTo>
                  <a:cubicBezTo>
                    <a:pt x="354" y="154"/>
                    <a:pt x="354" y="154"/>
                    <a:pt x="354" y="154"/>
                  </a:cubicBezTo>
                  <a:cubicBezTo>
                    <a:pt x="356" y="155"/>
                    <a:pt x="357" y="157"/>
                    <a:pt x="359" y="158"/>
                  </a:cubicBezTo>
                  <a:moveTo>
                    <a:pt x="360" y="159"/>
                  </a:moveTo>
                  <a:cubicBezTo>
                    <a:pt x="363" y="158"/>
                    <a:pt x="365" y="155"/>
                    <a:pt x="367" y="153"/>
                  </a:cubicBezTo>
                  <a:cubicBezTo>
                    <a:pt x="367" y="153"/>
                    <a:pt x="366" y="152"/>
                    <a:pt x="366" y="152"/>
                  </a:cubicBezTo>
                  <a:cubicBezTo>
                    <a:pt x="364" y="154"/>
                    <a:pt x="361" y="156"/>
                    <a:pt x="359" y="158"/>
                  </a:cubicBezTo>
                  <a:cubicBezTo>
                    <a:pt x="359" y="159"/>
                    <a:pt x="360" y="159"/>
                    <a:pt x="360" y="159"/>
                  </a:cubicBezTo>
                  <a:moveTo>
                    <a:pt x="365" y="163"/>
                  </a:moveTo>
                  <a:cubicBezTo>
                    <a:pt x="372" y="158"/>
                    <a:pt x="379" y="151"/>
                    <a:pt x="387" y="146"/>
                  </a:cubicBezTo>
                  <a:cubicBezTo>
                    <a:pt x="367" y="153"/>
                    <a:pt x="367" y="153"/>
                    <a:pt x="367" y="153"/>
                  </a:cubicBezTo>
                  <a:cubicBezTo>
                    <a:pt x="365" y="155"/>
                    <a:pt x="363" y="158"/>
                    <a:pt x="360" y="159"/>
                  </a:cubicBezTo>
                  <a:cubicBezTo>
                    <a:pt x="362" y="160"/>
                    <a:pt x="364" y="162"/>
                    <a:pt x="365" y="163"/>
                  </a:cubicBezTo>
                  <a:moveTo>
                    <a:pt x="328" y="152"/>
                  </a:moveTo>
                  <a:cubicBezTo>
                    <a:pt x="352" y="138"/>
                    <a:pt x="352" y="138"/>
                    <a:pt x="352" y="138"/>
                  </a:cubicBezTo>
                  <a:cubicBezTo>
                    <a:pt x="351" y="137"/>
                    <a:pt x="351" y="136"/>
                    <a:pt x="350" y="135"/>
                  </a:cubicBezTo>
                  <a:cubicBezTo>
                    <a:pt x="350" y="134"/>
                    <a:pt x="349" y="133"/>
                    <a:pt x="349" y="132"/>
                  </a:cubicBezTo>
                  <a:cubicBezTo>
                    <a:pt x="349" y="133"/>
                    <a:pt x="350" y="134"/>
                    <a:pt x="350" y="135"/>
                  </a:cubicBezTo>
                  <a:cubicBezTo>
                    <a:pt x="366" y="126"/>
                    <a:pt x="366" y="126"/>
                    <a:pt x="366" y="126"/>
                  </a:cubicBezTo>
                  <a:cubicBezTo>
                    <a:pt x="374" y="119"/>
                    <a:pt x="374" y="119"/>
                    <a:pt x="374" y="119"/>
                  </a:cubicBezTo>
                  <a:cubicBezTo>
                    <a:pt x="355" y="125"/>
                    <a:pt x="355" y="125"/>
                    <a:pt x="355" y="125"/>
                  </a:cubicBezTo>
                  <a:cubicBezTo>
                    <a:pt x="352" y="127"/>
                    <a:pt x="350" y="128"/>
                    <a:pt x="347" y="130"/>
                  </a:cubicBezTo>
                  <a:cubicBezTo>
                    <a:pt x="334" y="144"/>
                    <a:pt x="334" y="144"/>
                    <a:pt x="334" y="144"/>
                  </a:cubicBezTo>
                  <a:cubicBezTo>
                    <a:pt x="327" y="151"/>
                    <a:pt x="327" y="151"/>
                    <a:pt x="327" y="151"/>
                  </a:cubicBezTo>
                  <a:cubicBezTo>
                    <a:pt x="334" y="144"/>
                    <a:pt x="334" y="144"/>
                    <a:pt x="334" y="144"/>
                  </a:cubicBezTo>
                  <a:cubicBezTo>
                    <a:pt x="327" y="151"/>
                    <a:pt x="327" y="151"/>
                    <a:pt x="327" y="151"/>
                  </a:cubicBezTo>
                  <a:cubicBezTo>
                    <a:pt x="328" y="151"/>
                    <a:pt x="328" y="152"/>
                    <a:pt x="328" y="152"/>
                  </a:cubicBezTo>
                  <a:moveTo>
                    <a:pt x="379" y="112"/>
                  </a:moveTo>
                  <a:cubicBezTo>
                    <a:pt x="388" y="107"/>
                    <a:pt x="388" y="107"/>
                    <a:pt x="388" y="107"/>
                  </a:cubicBezTo>
                  <a:cubicBezTo>
                    <a:pt x="379" y="112"/>
                    <a:pt x="379" y="112"/>
                    <a:pt x="379" y="112"/>
                  </a:cubicBezTo>
                  <a:cubicBezTo>
                    <a:pt x="371" y="116"/>
                    <a:pt x="371" y="116"/>
                    <a:pt x="371" y="116"/>
                  </a:cubicBezTo>
                  <a:cubicBezTo>
                    <a:pt x="379" y="112"/>
                    <a:pt x="379" y="112"/>
                    <a:pt x="379" y="112"/>
                  </a:cubicBezTo>
                  <a:moveTo>
                    <a:pt x="404" y="125"/>
                  </a:moveTo>
                  <a:cubicBezTo>
                    <a:pt x="405" y="126"/>
                    <a:pt x="406" y="127"/>
                    <a:pt x="407" y="127"/>
                  </a:cubicBezTo>
                  <a:cubicBezTo>
                    <a:pt x="412" y="120"/>
                    <a:pt x="412" y="120"/>
                    <a:pt x="412" y="120"/>
                  </a:cubicBezTo>
                  <a:cubicBezTo>
                    <a:pt x="400" y="122"/>
                    <a:pt x="400" y="122"/>
                    <a:pt x="400" y="122"/>
                  </a:cubicBezTo>
                  <a:cubicBezTo>
                    <a:pt x="395" y="125"/>
                    <a:pt x="390" y="129"/>
                    <a:pt x="385" y="133"/>
                  </a:cubicBezTo>
                  <a:cubicBezTo>
                    <a:pt x="387" y="134"/>
                    <a:pt x="388" y="135"/>
                    <a:pt x="389" y="136"/>
                  </a:cubicBezTo>
                  <a:cubicBezTo>
                    <a:pt x="394" y="132"/>
                    <a:pt x="399" y="129"/>
                    <a:pt x="404" y="125"/>
                  </a:cubicBezTo>
                  <a:moveTo>
                    <a:pt x="443" y="28"/>
                  </a:moveTo>
                  <a:cubicBezTo>
                    <a:pt x="423" y="39"/>
                    <a:pt x="423" y="39"/>
                    <a:pt x="423" y="39"/>
                  </a:cubicBezTo>
                  <a:cubicBezTo>
                    <a:pt x="448" y="26"/>
                    <a:pt x="448" y="26"/>
                    <a:pt x="448" y="26"/>
                  </a:cubicBezTo>
                  <a:cubicBezTo>
                    <a:pt x="449" y="25"/>
                    <a:pt x="450" y="25"/>
                    <a:pt x="451" y="24"/>
                  </a:cubicBezTo>
                  <a:cubicBezTo>
                    <a:pt x="437" y="30"/>
                    <a:pt x="437" y="30"/>
                    <a:pt x="437" y="30"/>
                  </a:cubicBezTo>
                  <a:cubicBezTo>
                    <a:pt x="443" y="28"/>
                    <a:pt x="443" y="28"/>
                    <a:pt x="443" y="28"/>
                  </a:cubicBezTo>
                  <a:moveTo>
                    <a:pt x="456" y="87"/>
                  </a:moveTo>
                  <a:cubicBezTo>
                    <a:pt x="449" y="93"/>
                    <a:pt x="449" y="93"/>
                    <a:pt x="449" y="93"/>
                  </a:cubicBezTo>
                  <a:cubicBezTo>
                    <a:pt x="456" y="87"/>
                    <a:pt x="456" y="87"/>
                    <a:pt x="456" y="87"/>
                  </a:cubicBezTo>
                  <a:moveTo>
                    <a:pt x="442" y="99"/>
                  </a:moveTo>
                  <a:cubicBezTo>
                    <a:pt x="449" y="93"/>
                    <a:pt x="449" y="93"/>
                    <a:pt x="449" y="93"/>
                  </a:cubicBezTo>
                  <a:cubicBezTo>
                    <a:pt x="442" y="99"/>
                    <a:pt x="442" y="99"/>
                    <a:pt x="442" y="99"/>
                  </a:cubicBezTo>
                  <a:moveTo>
                    <a:pt x="442" y="99"/>
                  </a:moveTo>
                  <a:cubicBezTo>
                    <a:pt x="437" y="107"/>
                    <a:pt x="437" y="107"/>
                    <a:pt x="437" y="107"/>
                  </a:cubicBezTo>
                  <a:cubicBezTo>
                    <a:pt x="442" y="99"/>
                    <a:pt x="442" y="99"/>
                    <a:pt x="442" y="99"/>
                  </a:cubicBezTo>
                  <a:moveTo>
                    <a:pt x="125" y="413"/>
                  </a:moveTo>
                  <a:cubicBezTo>
                    <a:pt x="118" y="420"/>
                    <a:pt x="118" y="420"/>
                    <a:pt x="118" y="420"/>
                  </a:cubicBezTo>
                  <a:cubicBezTo>
                    <a:pt x="125" y="413"/>
                    <a:pt x="125" y="413"/>
                    <a:pt x="125" y="413"/>
                  </a:cubicBezTo>
                  <a:moveTo>
                    <a:pt x="130" y="408"/>
                  </a:moveTo>
                  <a:cubicBezTo>
                    <a:pt x="125" y="413"/>
                    <a:pt x="125" y="413"/>
                    <a:pt x="125" y="413"/>
                  </a:cubicBezTo>
                  <a:cubicBezTo>
                    <a:pt x="130" y="408"/>
                    <a:pt x="130" y="408"/>
                    <a:pt x="130" y="408"/>
                  </a:cubicBezTo>
                  <a:moveTo>
                    <a:pt x="132" y="410"/>
                  </a:moveTo>
                  <a:cubicBezTo>
                    <a:pt x="134" y="407"/>
                    <a:pt x="135" y="405"/>
                    <a:pt x="137" y="402"/>
                  </a:cubicBezTo>
                  <a:cubicBezTo>
                    <a:pt x="130" y="408"/>
                    <a:pt x="130" y="408"/>
                    <a:pt x="130" y="408"/>
                  </a:cubicBezTo>
                  <a:cubicBezTo>
                    <a:pt x="137" y="402"/>
                    <a:pt x="137" y="402"/>
                    <a:pt x="137" y="402"/>
                  </a:cubicBezTo>
                  <a:cubicBezTo>
                    <a:pt x="135" y="405"/>
                    <a:pt x="134" y="407"/>
                    <a:pt x="132" y="410"/>
                  </a:cubicBezTo>
                  <a:moveTo>
                    <a:pt x="139" y="404"/>
                  </a:moveTo>
                  <a:cubicBezTo>
                    <a:pt x="138" y="403"/>
                    <a:pt x="138" y="403"/>
                    <a:pt x="137" y="402"/>
                  </a:cubicBezTo>
                  <a:cubicBezTo>
                    <a:pt x="138" y="403"/>
                    <a:pt x="138" y="403"/>
                    <a:pt x="139" y="404"/>
                  </a:cubicBezTo>
                  <a:moveTo>
                    <a:pt x="146" y="398"/>
                  </a:moveTo>
                  <a:cubicBezTo>
                    <a:pt x="139" y="404"/>
                    <a:pt x="139" y="404"/>
                    <a:pt x="139" y="404"/>
                  </a:cubicBezTo>
                  <a:cubicBezTo>
                    <a:pt x="146" y="398"/>
                    <a:pt x="146" y="398"/>
                    <a:pt x="146" y="398"/>
                  </a:cubicBezTo>
                  <a:moveTo>
                    <a:pt x="146" y="398"/>
                  </a:moveTo>
                  <a:cubicBezTo>
                    <a:pt x="152" y="392"/>
                    <a:pt x="152" y="392"/>
                    <a:pt x="152" y="392"/>
                  </a:cubicBezTo>
                  <a:cubicBezTo>
                    <a:pt x="146" y="398"/>
                    <a:pt x="146" y="398"/>
                    <a:pt x="146" y="398"/>
                  </a:cubicBezTo>
                  <a:moveTo>
                    <a:pt x="150" y="402"/>
                  </a:moveTo>
                  <a:cubicBezTo>
                    <a:pt x="151" y="399"/>
                    <a:pt x="153" y="396"/>
                    <a:pt x="155" y="394"/>
                  </a:cubicBezTo>
                  <a:cubicBezTo>
                    <a:pt x="153" y="396"/>
                    <a:pt x="151" y="399"/>
                    <a:pt x="150" y="402"/>
                  </a:cubicBezTo>
                  <a:cubicBezTo>
                    <a:pt x="151" y="399"/>
                    <a:pt x="153" y="396"/>
                    <a:pt x="155" y="394"/>
                  </a:cubicBezTo>
                  <a:cubicBezTo>
                    <a:pt x="154" y="393"/>
                    <a:pt x="153" y="393"/>
                    <a:pt x="152" y="392"/>
                  </a:cubicBezTo>
                  <a:cubicBezTo>
                    <a:pt x="153" y="393"/>
                    <a:pt x="154" y="393"/>
                    <a:pt x="155" y="394"/>
                  </a:cubicBezTo>
                  <a:cubicBezTo>
                    <a:pt x="157" y="384"/>
                    <a:pt x="157" y="384"/>
                    <a:pt x="157" y="384"/>
                  </a:cubicBezTo>
                  <a:cubicBezTo>
                    <a:pt x="155" y="394"/>
                    <a:pt x="155" y="394"/>
                    <a:pt x="155" y="394"/>
                  </a:cubicBezTo>
                  <a:cubicBezTo>
                    <a:pt x="153" y="396"/>
                    <a:pt x="151" y="399"/>
                    <a:pt x="150" y="402"/>
                  </a:cubicBezTo>
                  <a:moveTo>
                    <a:pt x="130" y="353"/>
                  </a:moveTo>
                  <a:cubicBezTo>
                    <a:pt x="135" y="343"/>
                    <a:pt x="135" y="343"/>
                    <a:pt x="135" y="343"/>
                  </a:cubicBezTo>
                  <a:cubicBezTo>
                    <a:pt x="130" y="353"/>
                    <a:pt x="130" y="353"/>
                    <a:pt x="130" y="353"/>
                  </a:cubicBezTo>
                  <a:moveTo>
                    <a:pt x="131" y="353"/>
                  </a:moveTo>
                  <a:cubicBezTo>
                    <a:pt x="130" y="353"/>
                    <a:pt x="130" y="353"/>
                    <a:pt x="130" y="353"/>
                  </a:cubicBezTo>
                  <a:cubicBezTo>
                    <a:pt x="131" y="353"/>
                    <a:pt x="131" y="353"/>
                    <a:pt x="131" y="353"/>
                  </a:cubicBezTo>
                  <a:moveTo>
                    <a:pt x="132" y="352"/>
                  </a:moveTo>
                  <a:cubicBezTo>
                    <a:pt x="132" y="352"/>
                    <a:pt x="131" y="352"/>
                    <a:pt x="131" y="353"/>
                  </a:cubicBezTo>
                  <a:cubicBezTo>
                    <a:pt x="131" y="352"/>
                    <a:pt x="132" y="352"/>
                    <a:pt x="132" y="352"/>
                  </a:cubicBezTo>
                  <a:moveTo>
                    <a:pt x="133" y="351"/>
                  </a:moveTo>
                  <a:cubicBezTo>
                    <a:pt x="132" y="351"/>
                    <a:pt x="132" y="352"/>
                    <a:pt x="132" y="352"/>
                  </a:cubicBezTo>
                  <a:cubicBezTo>
                    <a:pt x="132" y="352"/>
                    <a:pt x="132" y="351"/>
                    <a:pt x="133" y="351"/>
                  </a:cubicBezTo>
                  <a:moveTo>
                    <a:pt x="133" y="351"/>
                  </a:moveTo>
                  <a:cubicBezTo>
                    <a:pt x="133" y="351"/>
                    <a:pt x="133" y="351"/>
                    <a:pt x="133" y="351"/>
                  </a:cubicBezTo>
                  <a:cubicBezTo>
                    <a:pt x="133" y="351"/>
                    <a:pt x="133" y="351"/>
                    <a:pt x="133" y="351"/>
                  </a:cubicBezTo>
                  <a:moveTo>
                    <a:pt x="134" y="350"/>
                  </a:moveTo>
                  <a:cubicBezTo>
                    <a:pt x="134" y="350"/>
                    <a:pt x="134" y="350"/>
                    <a:pt x="133" y="351"/>
                  </a:cubicBezTo>
                  <a:cubicBezTo>
                    <a:pt x="134" y="350"/>
                    <a:pt x="134" y="350"/>
                    <a:pt x="134" y="350"/>
                  </a:cubicBezTo>
                  <a:moveTo>
                    <a:pt x="135" y="349"/>
                  </a:moveTo>
                  <a:cubicBezTo>
                    <a:pt x="135" y="350"/>
                    <a:pt x="134" y="350"/>
                    <a:pt x="134" y="350"/>
                  </a:cubicBezTo>
                  <a:cubicBezTo>
                    <a:pt x="134" y="350"/>
                    <a:pt x="135" y="350"/>
                    <a:pt x="135" y="349"/>
                  </a:cubicBezTo>
                  <a:moveTo>
                    <a:pt x="135" y="349"/>
                  </a:moveTo>
                  <a:cubicBezTo>
                    <a:pt x="135" y="349"/>
                    <a:pt x="135" y="349"/>
                    <a:pt x="135" y="349"/>
                  </a:cubicBezTo>
                  <a:cubicBezTo>
                    <a:pt x="135" y="349"/>
                    <a:pt x="135" y="349"/>
                    <a:pt x="135" y="349"/>
                  </a:cubicBezTo>
                  <a:moveTo>
                    <a:pt x="136" y="348"/>
                  </a:moveTo>
                  <a:cubicBezTo>
                    <a:pt x="136" y="348"/>
                    <a:pt x="136" y="349"/>
                    <a:pt x="135" y="349"/>
                  </a:cubicBezTo>
                  <a:cubicBezTo>
                    <a:pt x="136" y="349"/>
                    <a:pt x="136" y="348"/>
                    <a:pt x="136" y="348"/>
                  </a:cubicBezTo>
                  <a:moveTo>
                    <a:pt x="137" y="347"/>
                  </a:moveTo>
                  <a:cubicBezTo>
                    <a:pt x="137" y="348"/>
                    <a:pt x="136" y="348"/>
                    <a:pt x="136" y="348"/>
                  </a:cubicBezTo>
                  <a:cubicBezTo>
                    <a:pt x="136" y="348"/>
                    <a:pt x="137" y="348"/>
                    <a:pt x="137" y="347"/>
                  </a:cubicBezTo>
                  <a:moveTo>
                    <a:pt x="138" y="347"/>
                  </a:moveTo>
                  <a:cubicBezTo>
                    <a:pt x="137" y="347"/>
                    <a:pt x="137" y="347"/>
                    <a:pt x="137" y="347"/>
                  </a:cubicBezTo>
                  <a:cubicBezTo>
                    <a:pt x="137" y="347"/>
                    <a:pt x="137" y="347"/>
                    <a:pt x="138" y="347"/>
                  </a:cubicBezTo>
                  <a:moveTo>
                    <a:pt x="138" y="346"/>
                  </a:moveTo>
                  <a:cubicBezTo>
                    <a:pt x="138" y="347"/>
                    <a:pt x="138" y="347"/>
                    <a:pt x="138" y="347"/>
                  </a:cubicBezTo>
                  <a:cubicBezTo>
                    <a:pt x="138" y="346"/>
                    <a:pt x="138" y="346"/>
                    <a:pt x="138" y="346"/>
                  </a:cubicBezTo>
                  <a:moveTo>
                    <a:pt x="139" y="346"/>
                  </a:moveTo>
                  <a:cubicBezTo>
                    <a:pt x="138" y="346"/>
                    <a:pt x="138" y="346"/>
                    <a:pt x="138" y="346"/>
                  </a:cubicBezTo>
                  <a:cubicBezTo>
                    <a:pt x="138" y="346"/>
                    <a:pt x="138" y="346"/>
                    <a:pt x="139" y="346"/>
                  </a:cubicBezTo>
                  <a:moveTo>
                    <a:pt x="139" y="345"/>
                  </a:moveTo>
                  <a:cubicBezTo>
                    <a:pt x="139" y="345"/>
                    <a:pt x="139" y="345"/>
                    <a:pt x="139" y="346"/>
                  </a:cubicBezTo>
                  <a:cubicBezTo>
                    <a:pt x="139" y="345"/>
                    <a:pt x="139" y="345"/>
                    <a:pt x="139" y="345"/>
                  </a:cubicBezTo>
                  <a:moveTo>
                    <a:pt x="140" y="345"/>
                  </a:moveTo>
                  <a:cubicBezTo>
                    <a:pt x="140" y="345"/>
                    <a:pt x="139" y="345"/>
                    <a:pt x="139" y="345"/>
                  </a:cubicBezTo>
                  <a:cubicBezTo>
                    <a:pt x="139" y="345"/>
                    <a:pt x="140" y="345"/>
                    <a:pt x="140" y="345"/>
                  </a:cubicBezTo>
                  <a:moveTo>
                    <a:pt x="140" y="344"/>
                  </a:moveTo>
                  <a:cubicBezTo>
                    <a:pt x="140" y="344"/>
                    <a:pt x="140" y="345"/>
                    <a:pt x="140" y="345"/>
                  </a:cubicBezTo>
                  <a:cubicBezTo>
                    <a:pt x="140" y="345"/>
                    <a:pt x="140" y="344"/>
                    <a:pt x="140" y="344"/>
                  </a:cubicBezTo>
                  <a:moveTo>
                    <a:pt x="141" y="343"/>
                  </a:moveTo>
                  <a:cubicBezTo>
                    <a:pt x="141" y="343"/>
                    <a:pt x="141" y="344"/>
                    <a:pt x="141" y="344"/>
                  </a:cubicBezTo>
                  <a:cubicBezTo>
                    <a:pt x="141" y="344"/>
                    <a:pt x="141" y="343"/>
                    <a:pt x="141" y="343"/>
                  </a:cubicBezTo>
                  <a:moveTo>
                    <a:pt x="141" y="343"/>
                  </a:moveTo>
                  <a:cubicBezTo>
                    <a:pt x="141" y="343"/>
                    <a:pt x="141" y="343"/>
                    <a:pt x="141" y="343"/>
                  </a:cubicBezTo>
                  <a:cubicBezTo>
                    <a:pt x="141" y="343"/>
                    <a:pt x="141" y="343"/>
                    <a:pt x="141" y="343"/>
                  </a:cubicBezTo>
                  <a:moveTo>
                    <a:pt x="142" y="343"/>
                  </a:moveTo>
                  <a:cubicBezTo>
                    <a:pt x="142" y="343"/>
                    <a:pt x="141" y="343"/>
                    <a:pt x="141" y="343"/>
                  </a:cubicBezTo>
                  <a:cubicBezTo>
                    <a:pt x="141" y="343"/>
                    <a:pt x="142" y="343"/>
                    <a:pt x="142" y="343"/>
                  </a:cubicBezTo>
                  <a:moveTo>
                    <a:pt x="142" y="342"/>
                  </a:moveTo>
                  <a:cubicBezTo>
                    <a:pt x="142" y="342"/>
                    <a:pt x="142" y="342"/>
                    <a:pt x="142" y="343"/>
                  </a:cubicBezTo>
                  <a:cubicBezTo>
                    <a:pt x="142" y="342"/>
                    <a:pt x="142" y="342"/>
                    <a:pt x="142" y="342"/>
                  </a:cubicBezTo>
                  <a:moveTo>
                    <a:pt x="143" y="342"/>
                  </a:moveTo>
                  <a:cubicBezTo>
                    <a:pt x="142" y="342"/>
                    <a:pt x="142" y="342"/>
                    <a:pt x="142" y="342"/>
                  </a:cubicBezTo>
                  <a:cubicBezTo>
                    <a:pt x="142" y="342"/>
                    <a:pt x="142" y="342"/>
                    <a:pt x="143" y="342"/>
                  </a:cubicBezTo>
                  <a:moveTo>
                    <a:pt x="143" y="341"/>
                  </a:moveTo>
                  <a:cubicBezTo>
                    <a:pt x="143" y="342"/>
                    <a:pt x="143" y="342"/>
                    <a:pt x="143" y="342"/>
                  </a:cubicBezTo>
                  <a:cubicBezTo>
                    <a:pt x="143" y="341"/>
                    <a:pt x="143" y="341"/>
                    <a:pt x="143" y="341"/>
                  </a:cubicBezTo>
                  <a:moveTo>
                    <a:pt x="143" y="341"/>
                  </a:moveTo>
                  <a:cubicBezTo>
                    <a:pt x="143" y="341"/>
                    <a:pt x="143" y="341"/>
                    <a:pt x="143" y="341"/>
                  </a:cubicBezTo>
                  <a:cubicBezTo>
                    <a:pt x="143" y="341"/>
                    <a:pt x="143" y="341"/>
                    <a:pt x="143" y="341"/>
                  </a:cubicBezTo>
                  <a:moveTo>
                    <a:pt x="144" y="340"/>
                  </a:moveTo>
                  <a:cubicBezTo>
                    <a:pt x="144" y="340"/>
                    <a:pt x="143" y="340"/>
                    <a:pt x="143" y="341"/>
                  </a:cubicBezTo>
                  <a:cubicBezTo>
                    <a:pt x="143" y="340"/>
                    <a:pt x="144" y="340"/>
                    <a:pt x="144" y="340"/>
                  </a:cubicBezTo>
                  <a:moveTo>
                    <a:pt x="144" y="340"/>
                  </a:moveTo>
                  <a:cubicBezTo>
                    <a:pt x="144" y="340"/>
                    <a:pt x="144" y="340"/>
                    <a:pt x="144" y="340"/>
                  </a:cubicBezTo>
                  <a:cubicBezTo>
                    <a:pt x="144" y="340"/>
                    <a:pt x="144" y="340"/>
                    <a:pt x="144" y="340"/>
                  </a:cubicBezTo>
                  <a:moveTo>
                    <a:pt x="145" y="339"/>
                  </a:moveTo>
                  <a:cubicBezTo>
                    <a:pt x="144" y="339"/>
                    <a:pt x="144" y="339"/>
                    <a:pt x="144" y="339"/>
                  </a:cubicBezTo>
                  <a:cubicBezTo>
                    <a:pt x="145" y="339"/>
                    <a:pt x="145" y="339"/>
                    <a:pt x="145" y="339"/>
                  </a:cubicBezTo>
                  <a:moveTo>
                    <a:pt x="145" y="338"/>
                  </a:moveTo>
                  <a:cubicBezTo>
                    <a:pt x="145" y="339"/>
                    <a:pt x="145" y="339"/>
                    <a:pt x="145" y="339"/>
                  </a:cubicBezTo>
                  <a:cubicBezTo>
                    <a:pt x="145" y="339"/>
                    <a:pt x="145" y="339"/>
                    <a:pt x="145" y="338"/>
                  </a:cubicBezTo>
                  <a:moveTo>
                    <a:pt x="145" y="338"/>
                  </a:moveTo>
                  <a:cubicBezTo>
                    <a:pt x="145" y="338"/>
                    <a:pt x="145" y="338"/>
                    <a:pt x="145" y="338"/>
                  </a:cubicBezTo>
                  <a:cubicBezTo>
                    <a:pt x="145" y="338"/>
                    <a:pt x="145" y="338"/>
                    <a:pt x="145" y="338"/>
                  </a:cubicBezTo>
                  <a:moveTo>
                    <a:pt x="146" y="337"/>
                  </a:moveTo>
                  <a:cubicBezTo>
                    <a:pt x="146" y="337"/>
                    <a:pt x="146" y="338"/>
                    <a:pt x="145" y="338"/>
                  </a:cubicBezTo>
                  <a:cubicBezTo>
                    <a:pt x="146" y="338"/>
                    <a:pt x="146" y="338"/>
                    <a:pt x="146" y="338"/>
                  </a:cubicBezTo>
                  <a:moveTo>
                    <a:pt x="146" y="337"/>
                  </a:moveTo>
                  <a:cubicBezTo>
                    <a:pt x="146" y="337"/>
                    <a:pt x="146" y="337"/>
                    <a:pt x="146" y="337"/>
                  </a:cubicBezTo>
                  <a:cubicBezTo>
                    <a:pt x="146" y="337"/>
                    <a:pt x="146" y="337"/>
                    <a:pt x="146" y="337"/>
                  </a:cubicBezTo>
                  <a:moveTo>
                    <a:pt x="146" y="337"/>
                  </a:moveTo>
                  <a:cubicBezTo>
                    <a:pt x="146" y="337"/>
                    <a:pt x="146" y="337"/>
                    <a:pt x="146" y="337"/>
                  </a:cubicBezTo>
                  <a:cubicBezTo>
                    <a:pt x="146" y="337"/>
                    <a:pt x="146" y="337"/>
                    <a:pt x="146" y="337"/>
                  </a:cubicBezTo>
                  <a:moveTo>
                    <a:pt x="146" y="336"/>
                  </a:moveTo>
                  <a:cubicBezTo>
                    <a:pt x="146" y="336"/>
                    <a:pt x="146" y="337"/>
                    <a:pt x="146" y="337"/>
                  </a:cubicBezTo>
                  <a:cubicBezTo>
                    <a:pt x="146" y="337"/>
                    <a:pt x="146" y="337"/>
                    <a:pt x="146" y="337"/>
                  </a:cubicBezTo>
                  <a:moveTo>
                    <a:pt x="146" y="336"/>
                  </a:moveTo>
                  <a:cubicBezTo>
                    <a:pt x="147" y="336"/>
                    <a:pt x="147" y="336"/>
                    <a:pt x="147" y="336"/>
                  </a:cubicBezTo>
                  <a:cubicBezTo>
                    <a:pt x="147" y="336"/>
                    <a:pt x="147" y="336"/>
                    <a:pt x="147" y="336"/>
                  </a:cubicBezTo>
                  <a:moveTo>
                    <a:pt x="157" y="384"/>
                  </a:moveTo>
                  <a:cubicBezTo>
                    <a:pt x="169" y="370"/>
                    <a:pt x="169" y="370"/>
                    <a:pt x="169" y="370"/>
                  </a:cubicBezTo>
                  <a:cubicBezTo>
                    <a:pt x="157" y="384"/>
                    <a:pt x="157" y="384"/>
                    <a:pt x="157" y="384"/>
                  </a:cubicBezTo>
                  <a:moveTo>
                    <a:pt x="174" y="374"/>
                  </a:moveTo>
                  <a:cubicBezTo>
                    <a:pt x="175" y="371"/>
                    <a:pt x="177" y="369"/>
                    <a:pt x="179" y="366"/>
                  </a:cubicBezTo>
                  <a:cubicBezTo>
                    <a:pt x="171" y="372"/>
                    <a:pt x="171" y="372"/>
                    <a:pt x="171" y="372"/>
                  </a:cubicBezTo>
                  <a:cubicBezTo>
                    <a:pt x="179" y="366"/>
                    <a:pt x="179" y="366"/>
                    <a:pt x="179" y="366"/>
                  </a:cubicBezTo>
                  <a:cubicBezTo>
                    <a:pt x="177" y="369"/>
                    <a:pt x="175" y="371"/>
                    <a:pt x="174" y="374"/>
                  </a:cubicBezTo>
                  <a:moveTo>
                    <a:pt x="179" y="366"/>
                  </a:moveTo>
                  <a:cubicBezTo>
                    <a:pt x="181" y="362"/>
                    <a:pt x="184" y="358"/>
                    <a:pt x="187" y="353"/>
                  </a:cubicBezTo>
                  <a:cubicBezTo>
                    <a:pt x="184" y="358"/>
                    <a:pt x="181" y="362"/>
                    <a:pt x="179" y="366"/>
                  </a:cubicBezTo>
                  <a:moveTo>
                    <a:pt x="187" y="353"/>
                  </a:moveTo>
                  <a:cubicBezTo>
                    <a:pt x="169" y="370"/>
                    <a:pt x="169" y="370"/>
                    <a:pt x="169" y="370"/>
                  </a:cubicBezTo>
                  <a:cubicBezTo>
                    <a:pt x="187" y="353"/>
                    <a:pt x="187" y="353"/>
                    <a:pt x="187" y="353"/>
                  </a:cubicBezTo>
                  <a:moveTo>
                    <a:pt x="138" y="363"/>
                  </a:moveTo>
                  <a:cubicBezTo>
                    <a:pt x="140" y="361"/>
                    <a:pt x="141" y="358"/>
                    <a:pt x="143" y="356"/>
                  </a:cubicBezTo>
                  <a:cubicBezTo>
                    <a:pt x="141" y="358"/>
                    <a:pt x="140" y="361"/>
                    <a:pt x="138" y="363"/>
                  </a:cubicBezTo>
                  <a:moveTo>
                    <a:pt x="138" y="363"/>
                  </a:moveTo>
                  <a:cubicBezTo>
                    <a:pt x="140" y="361"/>
                    <a:pt x="141" y="358"/>
                    <a:pt x="143" y="356"/>
                  </a:cubicBezTo>
                  <a:cubicBezTo>
                    <a:pt x="141" y="358"/>
                    <a:pt x="140" y="361"/>
                    <a:pt x="138" y="363"/>
                  </a:cubicBezTo>
                  <a:moveTo>
                    <a:pt x="142" y="369"/>
                  </a:moveTo>
                  <a:cubicBezTo>
                    <a:pt x="141" y="367"/>
                    <a:pt x="140" y="365"/>
                    <a:pt x="138" y="363"/>
                  </a:cubicBezTo>
                  <a:cubicBezTo>
                    <a:pt x="140" y="365"/>
                    <a:pt x="141" y="367"/>
                    <a:pt x="142" y="369"/>
                  </a:cubicBezTo>
                  <a:cubicBezTo>
                    <a:pt x="141" y="367"/>
                    <a:pt x="140" y="365"/>
                    <a:pt x="138" y="363"/>
                  </a:cubicBezTo>
                  <a:cubicBezTo>
                    <a:pt x="140" y="365"/>
                    <a:pt x="141" y="367"/>
                    <a:pt x="142" y="369"/>
                  </a:cubicBezTo>
                  <a:moveTo>
                    <a:pt x="146" y="373"/>
                  </a:moveTo>
                  <a:cubicBezTo>
                    <a:pt x="145" y="372"/>
                    <a:pt x="143" y="370"/>
                    <a:pt x="142" y="369"/>
                  </a:cubicBezTo>
                  <a:cubicBezTo>
                    <a:pt x="143" y="370"/>
                    <a:pt x="145" y="372"/>
                    <a:pt x="146" y="373"/>
                  </a:cubicBezTo>
                  <a:moveTo>
                    <a:pt x="157" y="360"/>
                  </a:moveTo>
                  <a:cubicBezTo>
                    <a:pt x="146" y="373"/>
                    <a:pt x="146" y="373"/>
                    <a:pt x="146" y="373"/>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8" y="360"/>
                  </a:moveTo>
                  <a:cubicBezTo>
                    <a:pt x="157" y="360"/>
                    <a:pt x="157" y="360"/>
                    <a:pt x="157"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1"/>
                    <a:pt x="158" y="361"/>
                    <a:pt x="158" y="361"/>
                  </a:cubicBezTo>
                  <a:cubicBezTo>
                    <a:pt x="158" y="361"/>
                    <a:pt x="158" y="361"/>
                    <a:pt x="158" y="360"/>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9" y="361"/>
                    <a:pt x="159" y="361"/>
                    <a:pt x="159" y="361"/>
                  </a:cubicBezTo>
                  <a:cubicBezTo>
                    <a:pt x="159" y="361"/>
                    <a:pt x="159" y="361"/>
                    <a:pt x="158" y="361"/>
                  </a:cubicBezTo>
                  <a:moveTo>
                    <a:pt x="159" y="361"/>
                  </a:moveTo>
                  <a:cubicBezTo>
                    <a:pt x="159" y="361"/>
                    <a:pt x="159" y="361"/>
                    <a:pt x="159" y="361"/>
                  </a:cubicBezTo>
                  <a:cubicBezTo>
                    <a:pt x="159" y="361"/>
                    <a:pt x="159" y="361"/>
                    <a:pt x="159" y="361"/>
                  </a:cubicBezTo>
                  <a:moveTo>
                    <a:pt x="159" y="361"/>
                  </a:moveTo>
                  <a:cubicBezTo>
                    <a:pt x="159" y="362"/>
                    <a:pt x="159" y="362"/>
                    <a:pt x="159" y="362"/>
                  </a:cubicBezTo>
                  <a:cubicBezTo>
                    <a:pt x="159" y="361"/>
                    <a:pt x="159" y="361"/>
                    <a:pt x="159" y="361"/>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60" y="362"/>
                    <a:pt x="160" y="362"/>
                    <a:pt x="160" y="362"/>
                  </a:cubicBezTo>
                  <a:cubicBezTo>
                    <a:pt x="160" y="362"/>
                    <a:pt x="160" y="362"/>
                    <a:pt x="159" y="362"/>
                  </a:cubicBezTo>
                  <a:moveTo>
                    <a:pt x="160" y="362"/>
                  </a:moveTo>
                  <a:cubicBezTo>
                    <a:pt x="160" y="362"/>
                    <a:pt x="160" y="362"/>
                    <a:pt x="160" y="362"/>
                  </a:cubicBezTo>
                  <a:cubicBezTo>
                    <a:pt x="160" y="362"/>
                    <a:pt x="160" y="362"/>
                    <a:pt x="160" y="362"/>
                  </a:cubicBezTo>
                  <a:moveTo>
                    <a:pt x="160" y="363"/>
                  </a:moveTo>
                  <a:cubicBezTo>
                    <a:pt x="160" y="363"/>
                    <a:pt x="160" y="363"/>
                    <a:pt x="160" y="363"/>
                  </a:cubicBezTo>
                  <a:cubicBezTo>
                    <a:pt x="160" y="363"/>
                    <a:pt x="160" y="363"/>
                    <a:pt x="160" y="363"/>
                  </a:cubicBezTo>
                  <a:moveTo>
                    <a:pt x="160" y="363"/>
                  </a:moveTo>
                  <a:cubicBezTo>
                    <a:pt x="160" y="363"/>
                    <a:pt x="160" y="363"/>
                    <a:pt x="160" y="363"/>
                  </a:cubicBezTo>
                  <a:cubicBezTo>
                    <a:pt x="160" y="363"/>
                    <a:pt x="160" y="363"/>
                    <a:pt x="160" y="363"/>
                  </a:cubicBezTo>
                  <a:moveTo>
                    <a:pt x="160" y="363"/>
                  </a:moveTo>
                  <a:cubicBezTo>
                    <a:pt x="161" y="363"/>
                    <a:pt x="161" y="363"/>
                    <a:pt x="161" y="363"/>
                  </a:cubicBezTo>
                  <a:cubicBezTo>
                    <a:pt x="160" y="363"/>
                    <a:pt x="160" y="363"/>
                    <a:pt x="160"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4"/>
                  </a:moveTo>
                  <a:cubicBezTo>
                    <a:pt x="161" y="363"/>
                    <a:pt x="161" y="363"/>
                    <a:pt x="161" y="363"/>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5"/>
                    <a:pt x="161" y="365"/>
                    <a:pt x="161" y="365"/>
                  </a:cubicBezTo>
                  <a:cubicBezTo>
                    <a:pt x="161" y="364"/>
                    <a:pt x="161" y="364"/>
                    <a:pt x="161" y="364"/>
                  </a:cubicBezTo>
                  <a:moveTo>
                    <a:pt x="162" y="365"/>
                  </a:moveTo>
                  <a:cubicBezTo>
                    <a:pt x="161" y="365"/>
                    <a:pt x="161" y="365"/>
                    <a:pt x="161"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3" y="365"/>
                  </a:moveTo>
                  <a:cubicBezTo>
                    <a:pt x="162" y="365"/>
                    <a:pt x="162" y="365"/>
                    <a:pt x="162"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6"/>
                    <a:pt x="163" y="366"/>
                    <a:pt x="163" y="366"/>
                  </a:cubicBezTo>
                  <a:cubicBezTo>
                    <a:pt x="163" y="365"/>
                    <a:pt x="163" y="365"/>
                    <a:pt x="163" y="365"/>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77" y="352"/>
                  </a:moveTo>
                  <a:cubicBezTo>
                    <a:pt x="165" y="367"/>
                    <a:pt x="165" y="367"/>
                    <a:pt x="163" y="366"/>
                  </a:cubicBezTo>
                  <a:cubicBezTo>
                    <a:pt x="163" y="366"/>
                    <a:pt x="163" y="366"/>
                    <a:pt x="163" y="366"/>
                  </a:cubicBezTo>
                  <a:cubicBezTo>
                    <a:pt x="163" y="366"/>
                    <a:pt x="163" y="366"/>
                    <a:pt x="163" y="366"/>
                  </a:cubicBezTo>
                  <a:cubicBezTo>
                    <a:pt x="164" y="366"/>
                    <a:pt x="165" y="366"/>
                    <a:pt x="168" y="363"/>
                  </a:cubicBezTo>
                  <a:cubicBezTo>
                    <a:pt x="170" y="362"/>
                    <a:pt x="171" y="359"/>
                    <a:pt x="173" y="357"/>
                  </a:cubicBezTo>
                  <a:cubicBezTo>
                    <a:pt x="176" y="353"/>
                    <a:pt x="179" y="349"/>
                    <a:pt x="182" y="345"/>
                  </a:cubicBezTo>
                  <a:cubicBezTo>
                    <a:pt x="181" y="347"/>
                    <a:pt x="179" y="350"/>
                    <a:pt x="177" y="352"/>
                  </a:cubicBezTo>
                  <a:moveTo>
                    <a:pt x="197" y="263"/>
                  </a:moveTo>
                  <a:cubicBezTo>
                    <a:pt x="196" y="265"/>
                    <a:pt x="196" y="265"/>
                    <a:pt x="196" y="265"/>
                  </a:cubicBezTo>
                  <a:cubicBezTo>
                    <a:pt x="196" y="265"/>
                    <a:pt x="196" y="264"/>
                    <a:pt x="197" y="263"/>
                  </a:cubicBezTo>
                  <a:cubicBezTo>
                    <a:pt x="197" y="263"/>
                    <a:pt x="197" y="263"/>
                    <a:pt x="197" y="263"/>
                  </a:cubicBezTo>
                  <a:moveTo>
                    <a:pt x="196" y="265"/>
                  </a:moveTo>
                  <a:cubicBezTo>
                    <a:pt x="196" y="264"/>
                    <a:pt x="196" y="264"/>
                    <a:pt x="197" y="263"/>
                  </a:cubicBezTo>
                  <a:cubicBezTo>
                    <a:pt x="197" y="263"/>
                    <a:pt x="196" y="264"/>
                    <a:pt x="196" y="265"/>
                  </a:cubicBezTo>
                  <a:cubicBezTo>
                    <a:pt x="196" y="265"/>
                    <a:pt x="196" y="265"/>
                    <a:pt x="196" y="265"/>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2"/>
                    <a:pt x="199" y="262"/>
                    <a:pt x="199" y="262"/>
                  </a:cubicBezTo>
                  <a:cubicBezTo>
                    <a:pt x="199" y="262"/>
                    <a:pt x="199" y="262"/>
                    <a:pt x="199" y="261"/>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8" y="263"/>
                  </a:cubicBezTo>
                  <a:cubicBezTo>
                    <a:pt x="199" y="262"/>
                    <a:pt x="199" y="262"/>
                    <a:pt x="199" y="262"/>
                  </a:cubicBezTo>
                  <a:moveTo>
                    <a:pt x="152" y="328"/>
                  </a:moveTo>
                  <a:cubicBezTo>
                    <a:pt x="151" y="329"/>
                    <a:pt x="151" y="329"/>
                    <a:pt x="151" y="329"/>
                  </a:cubicBezTo>
                  <a:cubicBezTo>
                    <a:pt x="152" y="329"/>
                    <a:pt x="152" y="328"/>
                    <a:pt x="152" y="328"/>
                  </a:cubicBezTo>
                  <a:moveTo>
                    <a:pt x="137" y="346"/>
                  </a:moveTo>
                  <a:cubicBezTo>
                    <a:pt x="137" y="345"/>
                    <a:pt x="136" y="344"/>
                    <a:pt x="135" y="343"/>
                  </a:cubicBezTo>
                  <a:cubicBezTo>
                    <a:pt x="163" y="308"/>
                    <a:pt x="163" y="308"/>
                    <a:pt x="163" y="308"/>
                  </a:cubicBezTo>
                  <a:cubicBezTo>
                    <a:pt x="173" y="291"/>
                    <a:pt x="173" y="291"/>
                    <a:pt x="173" y="291"/>
                  </a:cubicBezTo>
                  <a:cubicBezTo>
                    <a:pt x="163" y="308"/>
                    <a:pt x="163" y="308"/>
                    <a:pt x="163" y="308"/>
                  </a:cubicBezTo>
                  <a:cubicBezTo>
                    <a:pt x="159" y="318"/>
                    <a:pt x="159" y="318"/>
                    <a:pt x="159" y="318"/>
                  </a:cubicBezTo>
                  <a:cubicBezTo>
                    <a:pt x="137" y="346"/>
                    <a:pt x="137" y="346"/>
                    <a:pt x="137" y="346"/>
                  </a:cubicBezTo>
                  <a:moveTo>
                    <a:pt x="153" y="327"/>
                  </a:moveTo>
                  <a:cubicBezTo>
                    <a:pt x="153" y="327"/>
                    <a:pt x="152" y="328"/>
                    <a:pt x="152" y="328"/>
                  </a:cubicBezTo>
                  <a:cubicBezTo>
                    <a:pt x="152" y="328"/>
                    <a:pt x="153" y="327"/>
                    <a:pt x="153" y="327"/>
                  </a:cubicBezTo>
                  <a:moveTo>
                    <a:pt x="153" y="327"/>
                  </a:moveTo>
                  <a:cubicBezTo>
                    <a:pt x="153" y="327"/>
                    <a:pt x="154" y="326"/>
                    <a:pt x="154" y="326"/>
                  </a:cubicBezTo>
                  <a:cubicBezTo>
                    <a:pt x="154" y="326"/>
                    <a:pt x="153" y="327"/>
                    <a:pt x="153" y="327"/>
                  </a:cubicBezTo>
                  <a:moveTo>
                    <a:pt x="154" y="326"/>
                  </a:moveTo>
                  <a:cubicBezTo>
                    <a:pt x="155" y="326"/>
                    <a:pt x="155" y="325"/>
                    <a:pt x="155" y="325"/>
                  </a:cubicBezTo>
                  <a:cubicBezTo>
                    <a:pt x="155" y="325"/>
                    <a:pt x="155" y="326"/>
                    <a:pt x="154" y="326"/>
                  </a:cubicBezTo>
                  <a:moveTo>
                    <a:pt x="155" y="325"/>
                  </a:moveTo>
                  <a:cubicBezTo>
                    <a:pt x="156" y="325"/>
                    <a:pt x="156" y="325"/>
                    <a:pt x="157" y="325"/>
                  </a:cubicBezTo>
                  <a:cubicBezTo>
                    <a:pt x="156" y="325"/>
                    <a:pt x="156" y="325"/>
                    <a:pt x="155" y="325"/>
                  </a:cubicBezTo>
                  <a:moveTo>
                    <a:pt x="173" y="291"/>
                  </a:moveTo>
                  <a:cubicBezTo>
                    <a:pt x="172" y="290"/>
                    <a:pt x="172" y="288"/>
                    <a:pt x="171" y="286"/>
                  </a:cubicBezTo>
                  <a:cubicBezTo>
                    <a:pt x="165" y="285"/>
                    <a:pt x="165" y="285"/>
                    <a:pt x="165" y="285"/>
                  </a:cubicBezTo>
                  <a:cubicBezTo>
                    <a:pt x="171" y="286"/>
                    <a:pt x="171" y="286"/>
                    <a:pt x="171" y="286"/>
                  </a:cubicBezTo>
                  <a:cubicBezTo>
                    <a:pt x="171" y="284"/>
                    <a:pt x="170" y="283"/>
                    <a:pt x="170" y="283"/>
                  </a:cubicBezTo>
                  <a:cubicBezTo>
                    <a:pt x="182" y="270"/>
                    <a:pt x="182" y="270"/>
                    <a:pt x="182" y="270"/>
                  </a:cubicBezTo>
                  <a:cubicBezTo>
                    <a:pt x="182" y="271"/>
                    <a:pt x="182" y="271"/>
                    <a:pt x="183" y="272"/>
                  </a:cubicBezTo>
                  <a:cubicBezTo>
                    <a:pt x="189" y="267"/>
                    <a:pt x="189" y="267"/>
                    <a:pt x="189" y="267"/>
                  </a:cubicBezTo>
                  <a:cubicBezTo>
                    <a:pt x="183" y="272"/>
                    <a:pt x="183" y="272"/>
                    <a:pt x="183" y="272"/>
                  </a:cubicBezTo>
                  <a:cubicBezTo>
                    <a:pt x="189" y="267"/>
                    <a:pt x="189" y="267"/>
                    <a:pt x="189" y="267"/>
                  </a:cubicBezTo>
                  <a:cubicBezTo>
                    <a:pt x="201" y="251"/>
                    <a:pt x="201" y="251"/>
                    <a:pt x="201" y="251"/>
                  </a:cubicBezTo>
                  <a:cubicBezTo>
                    <a:pt x="189" y="267"/>
                    <a:pt x="189" y="267"/>
                    <a:pt x="189" y="267"/>
                  </a:cubicBezTo>
                  <a:cubicBezTo>
                    <a:pt x="190" y="269"/>
                    <a:pt x="191" y="271"/>
                    <a:pt x="192" y="273"/>
                  </a:cubicBezTo>
                  <a:cubicBezTo>
                    <a:pt x="178" y="298"/>
                    <a:pt x="178" y="298"/>
                    <a:pt x="178" y="298"/>
                  </a:cubicBezTo>
                  <a:cubicBezTo>
                    <a:pt x="173" y="291"/>
                    <a:pt x="173" y="291"/>
                    <a:pt x="173" y="291"/>
                  </a:cubicBezTo>
                  <a:moveTo>
                    <a:pt x="158" y="324"/>
                  </a:moveTo>
                  <a:cubicBezTo>
                    <a:pt x="158" y="324"/>
                    <a:pt x="157" y="325"/>
                    <a:pt x="157" y="325"/>
                  </a:cubicBezTo>
                  <a:cubicBezTo>
                    <a:pt x="157" y="325"/>
                    <a:pt x="158" y="324"/>
                    <a:pt x="158" y="324"/>
                  </a:cubicBezTo>
                  <a:moveTo>
                    <a:pt x="160" y="324"/>
                  </a:moveTo>
                  <a:cubicBezTo>
                    <a:pt x="160" y="324"/>
                    <a:pt x="159" y="324"/>
                    <a:pt x="158" y="324"/>
                  </a:cubicBezTo>
                  <a:cubicBezTo>
                    <a:pt x="159" y="324"/>
                    <a:pt x="160" y="324"/>
                    <a:pt x="160" y="324"/>
                  </a:cubicBezTo>
                  <a:moveTo>
                    <a:pt x="163" y="324"/>
                  </a:moveTo>
                  <a:cubicBezTo>
                    <a:pt x="160" y="324"/>
                    <a:pt x="160" y="324"/>
                    <a:pt x="160" y="324"/>
                  </a:cubicBezTo>
                  <a:cubicBezTo>
                    <a:pt x="161" y="324"/>
                    <a:pt x="162" y="324"/>
                    <a:pt x="163" y="324"/>
                  </a:cubicBezTo>
                  <a:moveTo>
                    <a:pt x="153" y="341"/>
                  </a:moveTo>
                  <a:cubicBezTo>
                    <a:pt x="163" y="324"/>
                    <a:pt x="163" y="324"/>
                    <a:pt x="163" y="324"/>
                  </a:cubicBezTo>
                  <a:cubicBezTo>
                    <a:pt x="160" y="329"/>
                    <a:pt x="156" y="335"/>
                    <a:pt x="153" y="341"/>
                  </a:cubicBezTo>
                  <a:moveTo>
                    <a:pt x="155" y="345"/>
                  </a:moveTo>
                  <a:cubicBezTo>
                    <a:pt x="171" y="334"/>
                    <a:pt x="171" y="334"/>
                    <a:pt x="171" y="334"/>
                  </a:cubicBezTo>
                  <a:cubicBezTo>
                    <a:pt x="170" y="333"/>
                    <a:pt x="169" y="332"/>
                    <a:pt x="168" y="331"/>
                  </a:cubicBezTo>
                  <a:cubicBezTo>
                    <a:pt x="155" y="343"/>
                    <a:pt x="155" y="343"/>
                    <a:pt x="155" y="343"/>
                  </a:cubicBezTo>
                  <a:cubicBezTo>
                    <a:pt x="154" y="342"/>
                    <a:pt x="154" y="341"/>
                    <a:pt x="153" y="341"/>
                  </a:cubicBezTo>
                  <a:cubicBezTo>
                    <a:pt x="158" y="333"/>
                    <a:pt x="164" y="325"/>
                    <a:pt x="169" y="318"/>
                  </a:cubicBezTo>
                  <a:cubicBezTo>
                    <a:pt x="168" y="317"/>
                    <a:pt x="168" y="316"/>
                    <a:pt x="167" y="314"/>
                  </a:cubicBezTo>
                  <a:cubicBezTo>
                    <a:pt x="159" y="318"/>
                    <a:pt x="159" y="318"/>
                    <a:pt x="159" y="318"/>
                  </a:cubicBezTo>
                  <a:cubicBezTo>
                    <a:pt x="167" y="314"/>
                    <a:pt x="167" y="314"/>
                    <a:pt x="167" y="314"/>
                  </a:cubicBezTo>
                  <a:cubicBezTo>
                    <a:pt x="175" y="311"/>
                    <a:pt x="175" y="311"/>
                    <a:pt x="175" y="311"/>
                  </a:cubicBezTo>
                  <a:cubicBezTo>
                    <a:pt x="180" y="318"/>
                    <a:pt x="180" y="318"/>
                    <a:pt x="180" y="318"/>
                  </a:cubicBezTo>
                  <a:cubicBezTo>
                    <a:pt x="171" y="334"/>
                    <a:pt x="171" y="334"/>
                    <a:pt x="171" y="334"/>
                  </a:cubicBezTo>
                  <a:cubicBezTo>
                    <a:pt x="155" y="345"/>
                    <a:pt x="155" y="345"/>
                    <a:pt x="155" y="345"/>
                  </a:cubicBezTo>
                  <a:moveTo>
                    <a:pt x="216" y="207"/>
                  </a:moveTo>
                  <a:cubicBezTo>
                    <a:pt x="217" y="207"/>
                    <a:pt x="217" y="207"/>
                    <a:pt x="217" y="207"/>
                  </a:cubicBezTo>
                  <a:cubicBezTo>
                    <a:pt x="217" y="207"/>
                    <a:pt x="217" y="207"/>
                    <a:pt x="216" y="207"/>
                  </a:cubicBezTo>
                  <a:moveTo>
                    <a:pt x="216" y="208"/>
                  </a:moveTo>
                  <a:cubicBezTo>
                    <a:pt x="216" y="208"/>
                    <a:pt x="216" y="208"/>
                    <a:pt x="216" y="207"/>
                  </a:cubicBezTo>
                  <a:cubicBezTo>
                    <a:pt x="216" y="208"/>
                    <a:pt x="216" y="208"/>
                    <a:pt x="216" y="208"/>
                  </a:cubicBezTo>
                  <a:moveTo>
                    <a:pt x="215" y="209"/>
                  </a:moveTo>
                  <a:cubicBezTo>
                    <a:pt x="215" y="209"/>
                    <a:pt x="215" y="208"/>
                    <a:pt x="216" y="208"/>
                  </a:cubicBezTo>
                  <a:cubicBezTo>
                    <a:pt x="215" y="208"/>
                    <a:pt x="215" y="209"/>
                    <a:pt x="215" y="209"/>
                  </a:cubicBezTo>
                  <a:moveTo>
                    <a:pt x="214" y="210"/>
                  </a:moveTo>
                  <a:cubicBezTo>
                    <a:pt x="214" y="209"/>
                    <a:pt x="215" y="209"/>
                    <a:pt x="215" y="209"/>
                  </a:cubicBezTo>
                  <a:cubicBezTo>
                    <a:pt x="215" y="209"/>
                    <a:pt x="214" y="209"/>
                    <a:pt x="214" y="210"/>
                  </a:cubicBezTo>
                  <a:moveTo>
                    <a:pt x="214" y="210"/>
                  </a:moveTo>
                  <a:cubicBezTo>
                    <a:pt x="214" y="210"/>
                    <a:pt x="214" y="210"/>
                    <a:pt x="214" y="210"/>
                  </a:cubicBezTo>
                  <a:cubicBezTo>
                    <a:pt x="214" y="210"/>
                    <a:pt x="214" y="210"/>
                    <a:pt x="214" y="210"/>
                  </a:cubicBezTo>
                  <a:moveTo>
                    <a:pt x="213" y="211"/>
                  </a:moveTo>
                  <a:cubicBezTo>
                    <a:pt x="213" y="210"/>
                    <a:pt x="214" y="210"/>
                    <a:pt x="214" y="210"/>
                  </a:cubicBezTo>
                  <a:cubicBezTo>
                    <a:pt x="214" y="210"/>
                    <a:pt x="213" y="210"/>
                    <a:pt x="213" y="211"/>
                  </a:cubicBezTo>
                  <a:moveTo>
                    <a:pt x="212" y="211"/>
                  </a:moveTo>
                  <a:cubicBezTo>
                    <a:pt x="212" y="211"/>
                    <a:pt x="213" y="211"/>
                    <a:pt x="213" y="211"/>
                  </a:cubicBezTo>
                  <a:cubicBezTo>
                    <a:pt x="213" y="211"/>
                    <a:pt x="213" y="211"/>
                    <a:pt x="213" y="211"/>
                  </a:cubicBezTo>
                  <a:moveTo>
                    <a:pt x="212" y="212"/>
                  </a:moveTo>
                  <a:cubicBezTo>
                    <a:pt x="212" y="212"/>
                    <a:pt x="212" y="211"/>
                    <a:pt x="212" y="211"/>
                  </a:cubicBezTo>
                  <a:cubicBezTo>
                    <a:pt x="212" y="211"/>
                    <a:pt x="212" y="212"/>
                    <a:pt x="212" y="212"/>
                  </a:cubicBezTo>
                  <a:moveTo>
                    <a:pt x="211" y="212"/>
                  </a:moveTo>
                  <a:cubicBezTo>
                    <a:pt x="211" y="212"/>
                    <a:pt x="212" y="212"/>
                    <a:pt x="212" y="212"/>
                  </a:cubicBezTo>
                  <a:cubicBezTo>
                    <a:pt x="212" y="212"/>
                    <a:pt x="211" y="212"/>
                    <a:pt x="211" y="212"/>
                  </a:cubicBezTo>
                  <a:moveTo>
                    <a:pt x="211" y="213"/>
                  </a:moveTo>
                  <a:cubicBezTo>
                    <a:pt x="211" y="213"/>
                    <a:pt x="211" y="213"/>
                    <a:pt x="211" y="212"/>
                  </a:cubicBezTo>
                  <a:cubicBezTo>
                    <a:pt x="211" y="213"/>
                    <a:pt x="211" y="213"/>
                    <a:pt x="211" y="213"/>
                  </a:cubicBezTo>
                  <a:moveTo>
                    <a:pt x="211" y="214"/>
                  </a:moveTo>
                  <a:cubicBezTo>
                    <a:pt x="211" y="214"/>
                    <a:pt x="211" y="213"/>
                    <a:pt x="211" y="213"/>
                  </a:cubicBezTo>
                  <a:cubicBezTo>
                    <a:pt x="211" y="213"/>
                    <a:pt x="211" y="214"/>
                    <a:pt x="211" y="214"/>
                  </a:cubicBezTo>
                  <a:moveTo>
                    <a:pt x="210" y="214"/>
                  </a:moveTo>
                  <a:cubicBezTo>
                    <a:pt x="210" y="214"/>
                    <a:pt x="210" y="214"/>
                    <a:pt x="211" y="214"/>
                  </a:cubicBezTo>
                  <a:cubicBezTo>
                    <a:pt x="210" y="214"/>
                    <a:pt x="210" y="214"/>
                    <a:pt x="210" y="214"/>
                  </a:cubicBezTo>
                  <a:moveTo>
                    <a:pt x="210" y="214"/>
                  </a:moveTo>
                  <a:cubicBezTo>
                    <a:pt x="210" y="214"/>
                    <a:pt x="210" y="214"/>
                    <a:pt x="210" y="214"/>
                  </a:cubicBezTo>
                  <a:cubicBezTo>
                    <a:pt x="210" y="214"/>
                    <a:pt x="210" y="214"/>
                    <a:pt x="210" y="214"/>
                  </a:cubicBezTo>
                  <a:moveTo>
                    <a:pt x="209" y="215"/>
                  </a:moveTo>
                  <a:cubicBezTo>
                    <a:pt x="210" y="215"/>
                    <a:pt x="210" y="215"/>
                    <a:pt x="210" y="215"/>
                  </a:cubicBezTo>
                  <a:cubicBezTo>
                    <a:pt x="209" y="215"/>
                    <a:pt x="209" y="215"/>
                    <a:pt x="209" y="215"/>
                  </a:cubicBezTo>
                  <a:moveTo>
                    <a:pt x="209" y="216"/>
                  </a:moveTo>
                  <a:cubicBezTo>
                    <a:pt x="209" y="215"/>
                    <a:pt x="209" y="215"/>
                    <a:pt x="209" y="215"/>
                  </a:cubicBezTo>
                  <a:cubicBezTo>
                    <a:pt x="209" y="215"/>
                    <a:pt x="209" y="215"/>
                    <a:pt x="209" y="216"/>
                  </a:cubicBezTo>
                  <a:moveTo>
                    <a:pt x="209" y="216"/>
                  </a:moveTo>
                  <a:cubicBezTo>
                    <a:pt x="209" y="216"/>
                    <a:pt x="209" y="216"/>
                    <a:pt x="209" y="216"/>
                  </a:cubicBezTo>
                  <a:cubicBezTo>
                    <a:pt x="209" y="216"/>
                    <a:pt x="209" y="216"/>
                    <a:pt x="209" y="216"/>
                  </a:cubicBezTo>
                  <a:moveTo>
                    <a:pt x="208" y="217"/>
                  </a:moveTo>
                  <a:cubicBezTo>
                    <a:pt x="208" y="216"/>
                    <a:pt x="208" y="216"/>
                    <a:pt x="208" y="216"/>
                  </a:cubicBezTo>
                  <a:cubicBezTo>
                    <a:pt x="208" y="216"/>
                    <a:pt x="208" y="216"/>
                    <a:pt x="208" y="217"/>
                  </a:cubicBezTo>
                  <a:moveTo>
                    <a:pt x="208" y="217"/>
                  </a:moveTo>
                  <a:cubicBezTo>
                    <a:pt x="208" y="217"/>
                    <a:pt x="208" y="217"/>
                    <a:pt x="208" y="217"/>
                  </a:cubicBezTo>
                  <a:cubicBezTo>
                    <a:pt x="208" y="217"/>
                    <a:pt x="208" y="217"/>
                    <a:pt x="208" y="217"/>
                  </a:cubicBezTo>
                  <a:moveTo>
                    <a:pt x="208" y="218"/>
                  </a:moveTo>
                  <a:cubicBezTo>
                    <a:pt x="208" y="217"/>
                    <a:pt x="208" y="217"/>
                    <a:pt x="208" y="217"/>
                  </a:cubicBezTo>
                  <a:cubicBezTo>
                    <a:pt x="208" y="217"/>
                    <a:pt x="208" y="217"/>
                    <a:pt x="208" y="218"/>
                  </a:cubicBezTo>
                  <a:moveTo>
                    <a:pt x="207" y="218"/>
                  </a:moveTo>
                  <a:cubicBezTo>
                    <a:pt x="208" y="218"/>
                    <a:pt x="208" y="218"/>
                    <a:pt x="208" y="218"/>
                  </a:cubicBezTo>
                  <a:cubicBezTo>
                    <a:pt x="208" y="218"/>
                    <a:pt x="208" y="218"/>
                    <a:pt x="207" y="218"/>
                  </a:cubicBezTo>
                  <a:moveTo>
                    <a:pt x="207" y="218"/>
                  </a:moveTo>
                  <a:cubicBezTo>
                    <a:pt x="207" y="218"/>
                    <a:pt x="207" y="218"/>
                    <a:pt x="207" y="218"/>
                  </a:cubicBezTo>
                  <a:cubicBezTo>
                    <a:pt x="207" y="218"/>
                    <a:pt x="207" y="218"/>
                    <a:pt x="207" y="218"/>
                  </a:cubicBezTo>
                  <a:moveTo>
                    <a:pt x="207" y="219"/>
                  </a:moveTo>
                  <a:cubicBezTo>
                    <a:pt x="207" y="218"/>
                    <a:pt x="207" y="218"/>
                    <a:pt x="207" y="218"/>
                  </a:cubicBezTo>
                  <a:cubicBezTo>
                    <a:pt x="207" y="218"/>
                    <a:pt x="207" y="218"/>
                    <a:pt x="207" y="219"/>
                  </a:cubicBezTo>
                  <a:moveTo>
                    <a:pt x="207" y="219"/>
                  </a:moveTo>
                  <a:cubicBezTo>
                    <a:pt x="207" y="219"/>
                    <a:pt x="207" y="219"/>
                    <a:pt x="207" y="219"/>
                  </a:cubicBezTo>
                  <a:cubicBezTo>
                    <a:pt x="207" y="219"/>
                    <a:pt x="207" y="219"/>
                    <a:pt x="207" y="219"/>
                  </a:cubicBezTo>
                  <a:moveTo>
                    <a:pt x="206" y="220"/>
                  </a:moveTo>
                  <a:cubicBezTo>
                    <a:pt x="206" y="219"/>
                    <a:pt x="207" y="219"/>
                    <a:pt x="207" y="219"/>
                  </a:cubicBezTo>
                  <a:cubicBezTo>
                    <a:pt x="207" y="219"/>
                    <a:pt x="206" y="219"/>
                    <a:pt x="206" y="220"/>
                  </a:cubicBezTo>
                  <a:moveTo>
                    <a:pt x="206" y="220"/>
                  </a:moveTo>
                  <a:cubicBezTo>
                    <a:pt x="206" y="220"/>
                    <a:pt x="206" y="220"/>
                    <a:pt x="206" y="220"/>
                  </a:cubicBezTo>
                  <a:cubicBezTo>
                    <a:pt x="206" y="220"/>
                    <a:pt x="206" y="220"/>
                    <a:pt x="206" y="220"/>
                  </a:cubicBezTo>
                  <a:moveTo>
                    <a:pt x="206" y="220"/>
                  </a:moveTo>
                  <a:cubicBezTo>
                    <a:pt x="206" y="220"/>
                    <a:pt x="206" y="220"/>
                    <a:pt x="206" y="220"/>
                  </a:cubicBezTo>
                  <a:cubicBezTo>
                    <a:pt x="206" y="220"/>
                    <a:pt x="206" y="220"/>
                    <a:pt x="206" y="220"/>
                  </a:cubicBezTo>
                  <a:moveTo>
                    <a:pt x="206" y="220"/>
                  </a:moveTo>
                  <a:cubicBezTo>
                    <a:pt x="206" y="220"/>
                    <a:pt x="205" y="220"/>
                    <a:pt x="205" y="220"/>
                  </a:cubicBezTo>
                  <a:cubicBezTo>
                    <a:pt x="205" y="220"/>
                    <a:pt x="206" y="220"/>
                    <a:pt x="206" y="220"/>
                  </a:cubicBezTo>
                  <a:moveTo>
                    <a:pt x="205" y="220"/>
                  </a:moveTo>
                  <a:cubicBezTo>
                    <a:pt x="205" y="221"/>
                    <a:pt x="205" y="221"/>
                    <a:pt x="205" y="221"/>
                  </a:cubicBezTo>
                  <a:cubicBezTo>
                    <a:pt x="205" y="220"/>
                    <a:pt x="205" y="220"/>
                    <a:pt x="205" y="220"/>
                  </a:cubicBezTo>
                  <a:moveTo>
                    <a:pt x="205" y="221"/>
                  </a:moveTo>
                  <a:cubicBezTo>
                    <a:pt x="205" y="221"/>
                    <a:pt x="205" y="222"/>
                    <a:pt x="205" y="222"/>
                  </a:cubicBezTo>
                  <a:cubicBezTo>
                    <a:pt x="205" y="222"/>
                    <a:pt x="205" y="221"/>
                    <a:pt x="205" y="221"/>
                  </a:cubicBezTo>
                  <a:moveTo>
                    <a:pt x="205" y="222"/>
                  </a:moveTo>
                  <a:cubicBezTo>
                    <a:pt x="205" y="222"/>
                    <a:pt x="205" y="222"/>
                    <a:pt x="205" y="222"/>
                  </a:cubicBezTo>
                  <a:cubicBezTo>
                    <a:pt x="205" y="222"/>
                    <a:pt x="205" y="222"/>
                    <a:pt x="205" y="222"/>
                  </a:cubicBezTo>
                  <a:moveTo>
                    <a:pt x="205" y="222"/>
                  </a:moveTo>
                  <a:cubicBezTo>
                    <a:pt x="205" y="222"/>
                    <a:pt x="205" y="222"/>
                    <a:pt x="204" y="222"/>
                  </a:cubicBezTo>
                  <a:cubicBezTo>
                    <a:pt x="205" y="222"/>
                    <a:pt x="205" y="222"/>
                    <a:pt x="205" y="222"/>
                  </a:cubicBezTo>
                  <a:moveTo>
                    <a:pt x="204" y="222"/>
                  </a:moveTo>
                  <a:cubicBezTo>
                    <a:pt x="204" y="222"/>
                    <a:pt x="204" y="222"/>
                    <a:pt x="204" y="223"/>
                  </a:cubicBezTo>
                  <a:cubicBezTo>
                    <a:pt x="204" y="222"/>
                    <a:pt x="204" y="222"/>
                    <a:pt x="204" y="222"/>
                  </a:cubicBezTo>
                  <a:moveTo>
                    <a:pt x="199" y="231"/>
                  </a:moveTo>
                  <a:cubicBezTo>
                    <a:pt x="204" y="225"/>
                    <a:pt x="211" y="216"/>
                    <a:pt x="217" y="210"/>
                  </a:cubicBezTo>
                  <a:cubicBezTo>
                    <a:pt x="211" y="216"/>
                    <a:pt x="204" y="225"/>
                    <a:pt x="199" y="231"/>
                  </a:cubicBezTo>
                  <a:moveTo>
                    <a:pt x="200" y="231"/>
                  </a:moveTo>
                  <a:cubicBezTo>
                    <a:pt x="199" y="231"/>
                    <a:pt x="199" y="231"/>
                    <a:pt x="199" y="231"/>
                  </a:cubicBezTo>
                  <a:cubicBezTo>
                    <a:pt x="199" y="231"/>
                    <a:pt x="200" y="231"/>
                    <a:pt x="200" y="231"/>
                  </a:cubicBezTo>
                  <a:moveTo>
                    <a:pt x="201" y="230"/>
                  </a:moveTo>
                  <a:cubicBezTo>
                    <a:pt x="201" y="230"/>
                    <a:pt x="200" y="231"/>
                    <a:pt x="200" y="231"/>
                  </a:cubicBezTo>
                  <a:cubicBezTo>
                    <a:pt x="200" y="231"/>
                    <a:pt x="201" y="230"/>
                    <a:pt x="201" y="230"/>
                  </a:cubicBezTo>
                  <a:moveTo>
                    <a:pt x="202" y="230"/>
                  </a:moveTo>
                  <a:cubicBezTo>
                    <a:pt x="202" y="230"/>
                    <a:pt x="201" y="230"/>
                    <a:pt x="201" y="230"/>
                  </a:cubicBezTo>
                  <a:cubicBezTo>
                    <a:pt x="201" y="230"/>
                    <a:pt x="202" y="230"/>
                    <a:pt x="202" y="230"/>
                  </a:cubicBezTo>
                  <a:moveTo>
                    <a:pt x="203" y="229"/>
                  </a:moveTo>
                  <a:cubicBezTo>
                    <a:pt x="203" y="229"/>
                    <a:pt x="202" y="229"/>
                    <a:pt x="202" y="230"/>
                  </a:cubicBezTo>
                  <a:cubicBezTo>
                    <a:pt x="202" y="229"/>
                    <a:pt x="203" y="229"/>
                    <a:pt x="203" y="229"/>
                  </a:cubicBezTo>
                  <a:moveTo>
                    <a:pt x="204" y="228"/>
                  </a:moveTo>
                  <a:cubicBezTo>
                    <a:pt x="204" y="228"/>
                    <a:pt x="203" y="228"/>
                    <a:pt x="203" y="229"/>
                  </a:cubicBezTo>
                  <a:cubicBezTo>
                    <a:pt x="203" y="228"/>
                    <a:pt x="204" y="228"/>
                    <a:pt x="204" y="228"/>
                  </a:cubicBezTo>
                  <a:moveTo>
                    <a:pt x="205" y="227"/>
                  </a:moveTo>
                  <a:cubicBezTo>
                    <a:pt x="205" y="227"/>
                    <a:pt x="205" y="228"/>
                    <a:pt x="204" y="228"/>
                  </a:cubicBezTo>
                  <a:cubicBezTo>
                    <a:pt x="205" y="228"/>
                    <a:pt x="205" y="227"/>
                    <a:pt x="205" y="227"/>
                  </a:cubicBezTo>
                  <a:moveTo>
                    <a:pt x="206" y="226"/>
                  </a:moveTo>
                  <a:cubicBezTo>
                    <a:pt x="206" y="226"/>
                    <a:pt x="205" y="227"/>
                    <a:pt x="205" y="227"/>
                  </a:cubicBezTo>
                  <a:cubicBezTo>
                    <a:pt x="205" y="227"/>
                    <a:pt x="206" y="226"/>
                    <a:pt x="206" y="226"/>
                  </a:cubicBezTo>
                  <a:moveTo>
                    <a:pt x="207" y="225"/>
                  </a:moveTo>
                  <a:cubicBezTo>
                    <a:pt x="207" y="226"/>
                    <a:pt x="206" y="226"/>
                    <a:pt x="206" y="226"/>
                  </a:cubicBezTo>
                  <a:cubicBezTo>
                    <a:pt x="206" y="226"/>
                    <a:pt x="207" y="226"/>
                    <a:pt x="207" y="225"/>
                  </a:cubicBezTo>
                  <a:moveTo>
                    <a:pt x="208" y="225"/>
                  </a:moveTo>
                  <a:cubicBezTo>
                    <a:pt x="208" y="225"/>
                    <a:pt x="207" y="225"/>
                    <a:pt x="207" y="225"/>
                  </a:cubicBezTo>
                  <a:cubicBezTo>
                    <a:pt x="207" y="225"/>
                    <a:pt x="208" y="225"/>
                    <a:pt x="208" y="225"/>
                  </a:cubicBezTo>
                  <a:moveTo>
                    <a:pt x="209" y="224"/>
                  </a:moveTo>
                  <a:cubicBezTo>
                    <a:pt x="209" y="224"/>
                    <a:pt x="208" y="224"/>
                    <a:pt x="208" y="225"/>
                  </a:cubicBezTo>
                  <a:cubicBezTo>
                    <a:pt x="208" y="224"/>
                    <a:pt x="209" y="224"/>
                    <a:pt x="209" y="224"/>
                  </a:cubicBezTo>
                  <a:moveTo>
                    <a:pt x="210" y="223"/>
                  </a:moveTo>
                  <a:cubicBezTo>
                    <a:pt x="210" y="223"/>
                    <a:pt x="209" y="223"/>
                    <a:pt x="209" y="224"/>
                  </a:cubicBezTo>
                  <a:cubicBezTo>
                    <a:pt x="209" y="223"/>
                    <a:pt x="210" y="223"/>
                    <a:pt x="210" y="223"/>
                  </a:cubicBezTo>
                  <a:moveTo>
                    <a:pt x="211" y="222"/>
                  </a:moveTo>
                  <a:cubicBezTo>
                    <a:pt x="211" y="222"/>
                    <a:pt x="210" y="223"/>
                    <a:pt x="210" y="223"/>
                  </a:cubicBezTo>
                  <a:cubicBezTo>
                    <a:pt x="210" y="223"/>
                    <a:pt x="211" y="222"/>
                    <a:pt x="211" y="222"/>
                  </a:cubicBezTo>
                  <a:moveTo>
                    <a:pt x="212" y="222"/>
                  </a:moveTo>
                  <a:cubicBezTo>
                    <a:pt x="211" y="222"/>
                    <a:pt x="211" y="222"/>
                    <a:pt x="211" y="222"/>
                  </a:cubicBezTo>
                  <a:cubicBezTo>
                    <a:pt x="211" y="222"/>
                    <a:pt x="211" y="222"/>
                    <a:pt x="212" y="222"/>
                  </a:cubicBezTo>
                  <a:moveTo>
                    <a:pt x="212" y="220"/>
                  </a:moveTo>
                  <a:cubicBezTo>
                    <a:pt x="212" y="221"/>
                    <a:pt x="212" y="221"/>
                    <a:pt x="212" y="222"/>
                  </a:cubicBezTo>
                  <a:cubicBezTo>
                    <a:pt x="212" y="221"/>
                    <a:pt x="212" y="221"/>
                    <a:pt x="212" y="220"/>
                  </a:cubicBezTo>
                  <a:moveTo>
                    <a:pt x="213" y="220"/>
                  </a:moveTo>
                  <a:cubicBezTo>
                    <a:pt x="213" y="220"/>
                    <a:pt x="213" y="220"/>
                    <a:pt x="212" y="220"/>
                  </a:cubicBezTo>
                  <a:cubicBezTo>
                    <a:pt x="213" y="220"/>
                    <a:pt x="213" y="220"/>
                    <a:pt x="213" y="220"/>
                  </a:cubicBezTo>
                  <a:moveTo>
                    <a:pt x="213" y="220"/>
                  </a:moveTo>
                  <a:cubicBezTo>
                    <a:pt x="214" y="220"/>
                    <a:pt x="214" y="219"/>
                    <a:pt x="214" y="219"/>
                  </a:cubicBezTo>
                  <a:cubicBezTo>
                    <a:pt x="214" y="219"/>
                    <a:pt x="214" y="220"/>
                    <a:pt x="213" y="220"/>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9"/>
                  </a:moveTo>
                  <a:cubicBezTo>
                    <a:pt x="315" y="238"/>
                    <a:pt x="315" y="238"/>
                    <a:pt x="315" y="238"/>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6" y="239"/>
                  </a:moveTo>
                  <a:cubicBezTo>
                    <a:pt x="315" y="239"/>
                    <a:pt x="315" y="239"/>
                    <a:pt x="315"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251" y="171"/>
                  </a:moveTo>
                  <a:cubicBezTo>
                    <a:pt x="255" y="167"/>
                    <a:pt x="260" y="163"/>
                    <a:pt x="264" y="160"/>
                  </a:cubicBezTo>
                  <a:cubicBezTo>
                    <a:pt x="264" y="160"/>
                    <a:pt x="264" y="161"/>
                    <a:pt x="264" y="162"/>
                  </a:cubicBezTo>
                  <a:cubicBezTo>
                    <a:pt x="251" y="171"/>
                    <a:pt x="251" y="171"/>
                    <a:pt x="251" y="171"/>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1" y="220"/>
                  </a:moveTo>
                  <a:cubicBezTo>
                    <a:pt x="321" y="220"/>
                    <a:pt x="320" y="221"/>
                    <a:pt x="320" y="222"/>
                  </a:cubicBezTo>
                  <a:cubicBezTo>
                    <a:pt x="320" y="221"/>
                    <a:pt x="321" y="221"/>
                    <a:pt x="321" y="221"/>
                  </a:cubicBezTo>
                  <a:moveTo>
                    <a:pt x="315" y="238"/>
                  </a:moveTo>
                  <a:cubicBezTo>
                    <a:pt x="313" y="235"/>
                    <a:pt x="317" y="229"/>
                    <a:pt x="320" y="222"/>
                  </a:cubicBezTo>
                  <a:cubicBezTo>
                    <a:pt x="316" y="230"/>
                    <a:pt x="313" y="236"/>
                    <a:pt x="315" y="238"/>
                  </a:cubicBezTo>
                  <a:cubicBezTo>
                    <a:pt x="315" y="238"/>
                    <a:pt x="315" y="238"/>
                    <a:pt x="315" y="238"/>
                  </a:cubicBezTo>
                  <a:moveTo>
                    <a:pt x="311" y="108"/>
                  </a:moveTo>
                  <a:cubicBezTo>
                    <a:pt x="325" y="97"/>
                    <a:pt x="325" y="97"/>
                    <a:pt x="325" y="97"/>
                  </a:cubicBezTo>
                  <a:cubicBezTo>
                    <a:pt x="311" y="108"/>
                    <a:pt x="311" y="108"/>
                    <a:pt x="311" y="108"/>
                  </a:cubicBezTo>
                  <a:moveTo>
                    <a:pt x="311" y="108"/>
                  </a:moveTo>
                  <a:cubicBezTo>
                    <a:pt x="312" y="109"/>
                    <a:pt x="312" y="109"/>
                    <a:pt x="312" y="109"/>
                  </a:cubicBezTo>
                  <a:cubicBezTo>
                    <a:pt x="311" y="108"/>
                    <a:pt x="311" y="108"/>
                    <a:pt x="311" y="108"/>
                  </a:cubicBezTo>
                  <a:moveTo>
                    <a:pt x="312" y="109"/>
                  </a:moveTo>
                  <a:cubicBezTo>
                    <a:pt x="323" y="100"/>
                    <a:pt x="323" y="100"/>
                    <a:pt x="323" y="100"/>
                  </a:cubicBezTo>
                  <a:cubicBezTo>
                    <a:pt x="312" y="109"/>
                    <a:pt x="312" y="109"/>
                    <a:pt x="312" y="109"/>
                  </a:cubicBezTo>
                  <a:moveTo>
                    <a:pt x="312" y="110"/>
                  </a:moveTo>
                  <a:cubicBezTo>
                    <a:pt x="312" y="110"/>
                    <a:pt x="312" y="109"/>
                    <a:pt x="312" y="109"/>
                  </a:cubicBezTo>
                  <a:cubicBezTo>
                    <a:pt x="312" y="109"/>
                    <a:pt x="312" y="109"/>
                    <a:pt x="312" y="109"/>
                  </a:cubicBezTo>
                  <a:moveTo>
                    <a:pt x="311" y="110"/>
                  </a:moveTo>
                  <a:cubicBezTo>
                    <a:pt x="311" y="110"/>
                    <a:pt x="312" y="110"/>
                    <a:pt x="312" y="110"/>
                  </a:cubicBezTo>
                  <a:cubicBezTo>
                    <a:pt x="312" y="110"/>
                    <a:pt x="311" y="110"/>
                    <a:pt x="311" y="110"/>
                  </a:cubicBezTo>
                  <a:moveTo>
                    <a:pt x="311" y="111"/>
                  </a:moveTo>
                  <a:cubicBezTo>
                    <a:pt x="311" y="111"/>
                    <a:pt x="311" y="110"/>
                    <a:pt x="311" y="110"/>
                  </a:cubicBezTo>
                  <a:cubicBezTo>
                    <a:pt x="311" y="110"/>
                    <a:pt x="311" y="111"/>
                    <a:pt x="311" y="111"/>
                  </a:cubicBezTo>
                  <a:moveTo>
                    <a:pt x="311" y="111"/>
                  </a:moveTo>
                  <a:cubicBezTo>
                    <a:pt x="311" y="111"/>
                    <a:pt x="311" y="111"/>
                    <a:pt x="311" y="111"/>
                  </a:cubicBezTo>
                  <a:cubicBezTo>
                    <a:pt x="311" y="111"/>
                    <a:pt x="311" y="111"/>
                    <a:pt x="311" y="111"/>
                  </a:cubicBezTo>
                  <a:moveTo>
                    <a:pt x="311" y="111"/>
                  </a:moveTo>
                  <a:cubicBezTo>
                    <a:pt x="311" y="111"/>
                    <a:pt x="311" y="111"/>
                    <a:pt x="311" y="111"/>
                  </a:cubicBezTo>
                  <a:cubicBezTo>
                    <a:pt x="311" y="111"/>
                    <a:pt x="311" y="111"/>
                    <a:pt x="311" y="111"/>
                  </a:cubicBezTo>
                  <a:moveTo>
                    <a:pt x="312" y="111"/>
                  </a:moveTo>
                  <a:cubicBezTo>
                    <a:pt x="311" y="111"/>
                    <a:pt x="311" y="111"/>
                    <a:pt x="311" y="111"/>
                  </a:cubicBezTo>
                  <a:cubicBezTo>
                    <a:pt x="312" y="111"/>
                    <a:pt x="312" y="111"/>
                    <a:pt x="312" y="111"/>
                  </a:cubicBezTo>
                  <a:moveTo>
                    <a:pt x="312" y="111"/>
                  </a:moveTo>
                  <a:cubicBezTo>
                    <a:pt x="312" y="111"/>
                    <a:pt x="312" y="111"/>
                    <a:pt x="312" y="111"/>
                  </a:cubicBezTo>
                  <a:cubicBezTo>
                    <a:pt x="312" y="111"/>
                    <a:pt x="312" y="111"/>
                    <a:pt x="312" y="111"/>
                  </a:cubicBezTo>
                  <a:moveTo>
                    <a:pt x="313" y="111"/>
                  </a:moveTo>
                  <a:cubicBezTo>
                    <a:pt x="312" y="111"/>
                    <a:pt x="312" y="111"/>
                    <a:pt x="312" y="111"/>
                  </a:cubicBezTo>
                  <a:cubicBezTo>
                    <a:pt x="313" y="111"/>
                    <a:pt x="313" y="111"/>
                    <a:pt x="313" y="111"/>
                  </a:cubicBezTo>
                  <a:moveTo>
                    <a:pt x="313" y="111"/>
                  </a:moveTo>
                  <a:cubicBezTo>
                    <a:pt x="313" y="111"/>
                    <a:pt x="313" y="111"/>
                    <a:pt x="313" y="111"/>
                  </a:cubicBezTo>
                  <a:cubicBezTo>
                    <a:pt x="313" y="111"/>
                    <a:pt x="313" y="111"/>
                    <a:pt x="313" y="111"/>
                  </a:cubicBezTo>
                  <a:moveTo>
                    <a:pt x="315" y="110"/>
                  </a:moveTo>
                  <a:cubicBezTo>
                    <a:pt x="314" y="110"/>
                    <a:pt x="314" y="111"/>
                    <a:pt x="313" y="111"/>
                  </a:cubicBezTo>
                  <a:cubicBezTo>
                    <a:pt x="314" y="111"/>
                    <a:pt x="314" y="110"/>
                    <a:pt x="315" y="110"/>
                  </a:cubicBezTo>
                  <a:moveTo>
                    <a:pt x="316" y="109"/>
                  </a:moveTo>
                  <a:cubicBezTo>
                    <a:pt x="316" y="110"/>
                    <a:pt x="315" y="110"/>
                    <a:pt x="315" y="110"/>
                  </a:cubicBezTo>
                  <a:cubicBezTo>
                    <a:pt x="315" y="110"/>
                    <a:pt x="316" y="110"/>
                    <a:pt x="316" y="109"/>
                  </a:cubicBezTo>
                  <a:moveTo>
                    <a:pt x="318" y="109"/>
                  </a:moveTo>
                  <a:cubicBezTo>
                    <a:pt x="317" y="109"/>
                    <a:pt x="317" y="109"/>
                    <a:pt x="316" y="109"/>
                  </a:cubicBezTo>
                  <a:cubicBezTo>
                    <a:pt x="317" y="109"/>
                    <a:pt x="317" y="109"/>
                    <a:pt x="318" y="109"/>
                  </a:cubicBezTo>
                  <a:moveTo>
                    <a:pt x="320" y="107"/>
                  </a:moveTo>
                  <a:cubicBezTo>
                    <a:pt x="319" y="108"/>
                    <a:pt x="318" y="108"/>
                    <a:pt x="318" y="109"/>
                  </a:cubicBezTo>
                  <a:cubicBezTo>
                    <a:pt x="318" y="108"/>
                    <a:pt x="319" y="108"/>
                    <a:pt x="320" y="107"/>
                  </a:cubicBezTo>
                  <a:moveTo>
                    <a:pt x="322" y="106"/>
                  </a:moveTo>
                  <a:cubicBezTo>
                    <a:pt x="321" y="107"/>
                    <a:pt x="320" y="107"/>
                    <a:pt x="320" y="107"/>
                  </a:cubicBezTo>
                  <a:cubicBezTo>
                    <a:pt x="320" y="107"/>
                    <a:pt x="321" y="107"/>
                    <a:pt x="322" y="106"/>
                  </a:cubicBezTo>
                  <a:moveTo>
                    <a:pt x="325" y="105"/>
                  </a:moveTo>
                  <a:cubicBezTo>
                    <a:pt x="324" y="105"/>
                    <a:pt x="323" y="106"/>
                    <a:pt x="322" y="106"/>
                  </a:cubicBezTo>
                  <a:cubicBezTo>
                    <a:pt x="324" y="105"/>
                    <a:pt x="326" y="104"/>
                    <a:pt x="328" y="103"/>
                  </a:cubicBezTo>
                  <a:cubicBezTo>
                    <a:pt x="327" y="103"/>
                    <a:pt x="325" y="104"/>
                    <a:pt x="325" y="105"/>
                  </a:cubicBezTo>
                  <a:moveTo>
                    <a:pt x="387" y="55"/>
                  </a:moveTo>
                  <a:cubicBezTo>
                    <a:pt x="389" y="54"/>
                    <a:pt x="391" y="52"/>
                    <a:pt x="394" y="51"/>
                  </a:cubicBezTo>
                  <a:cubicBezTo>
                    <a:pt x="391" y="52"/>
                    <a:pt x="389" y="54"/>
                    <a:pt x="387" y="55"/>
                  </a:cubicBezTo>
                  <a:moveTo>
                    <a:pt x="387" y="55"/>
                  </a:moveTo>
                  <a:cubicBezTo>
                    <a:pt x="385" y="56"/>
                    <a:pt x="383" y="57"/>
                    <a:pt x="381" y="58"/>
                  </a:cubicBezTo>
                  <a:cubicBezTo>
                    <a:pt x="383" y="57"/>
                    <a:pt x="385" y="56"/>
                    <a:pt x="387" y="55"/>
                  </a:cubicBezTo>
                  <a:moveTo>
                    <a:pt x="366" y="68"/>
                  </a:moveTo>
                  <a:cubicBezTo>
                    <a:pt x="381" y="58"/>
                    <a:pt x="381" y="58"/>
                    <a:pt x="381" y="58"/>
                  </a:cubicBezTo>
                  <a:cubicBezTo>
                    <a:pt x="366" y="68"/>
                    <a:pt x="366" y="68"/>
                    <a:pt x="366" y="68"/>
                  </a:cubicBezTo>
                  <a:moveTo>
                    <a:pt x="370" y="68"/>
                  </a:moveTo>
                  <a:cubicBezTo>
                    <a:pt x="365" y="70"/>
                    <a:pt x="365" y="70"/>
                    <a:pt x="365" y="70"/>
                  </a:cubicBezTo>
                  <a:cubicBezTo>
                    <a:pt x="366" y="69"/>
                    <a:pt x="367" y="68"/>
                    <a:pt x="368" y="68"/>
                  </a:cubicBezTo>
                  <a:cubicBezTo>
                    <a:pt x="366" y="68"/>
                    <a:pt x="366" y="68"/>
                    <a:pt x="366" y="68"/>
                  </a:cubicBezTo>
                  <a:cubicBezTo>
                    <a:pt x="368" y="68"/>
                    <a:pt x="368" y="68"/>
                    <a:pt x="368" y="68"/>
                  </a:cubicBezTo>
                  <a:cubicBezTo>
                    <a:pt x="369" y="66"/>
                    <a:pt x="371" y="65"/>
                    <a:pt x="373" y="64"/>
                  </a:cubicBezTo>
                  <a:cubicBezTo>
                    <a:pt x="377" y="61"/>
                    <a:pt x="379" y="60"/>
                    <a:pt x="384" y="57"/>
                  </a:cubicBezTo>
                  <a:cubicBezTo>
                    <a:pt x="384" y="57"/>
                    <a:pt x="384" y="57"/>
                    <a:pt x="384" y="57"/>
                  </a:cubicBezTo>
                  <a:cubicBezTo>
                    <a:pt x="384" y="57"/>
                    <a:pt x="387" y="56"/>
                    <a:pt x="387" y="56"/>
                  </a:cubicBezTo>
                  <a:cubicBezTo>
                    <a:pt x="387" y="56"/>
                    <a:pt x="385" y="56"/>
                    <a:pt x="384" y="57"/>
                  </a:cubicBezTo>
                  <a:cubicBezTo>
                    <a:pt x="387" y="56"/>
                    <a:pt x="389" y="55"/>
                    <a:pt x="391" y="54"/>
                  </a:cubicBezTo>
                  <a:cubicBezTo>
                    <a:pt x="390" y="54"/>
                    <a:pt x="389" y="55"/>
                    <a:pt x="389" y="56"/>
                  </a:cubicBezTo>
                  <a:cubicBezTo>
                    <a:pt x="377" y="64"/>
                    <a:pt x="377" y="64"/>
                    <a:pt x="377" y="64"/>
                  </a:cubicBezTo>
                  <a:cubicBezTo>
                    <a:pt x="375" y="65"/>
                    <a:pt x="372" y="66"/>
                    <a:pt x="370" y="68"/>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4" y="65"/>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5"/>
                    <a:pt x="393" y="65"/>
                  </a:cubicBezTo>
                  <a:cubicBezTo>
                    <a:pt x="393" y="65"/>
                    <a:pt x="393" y="65"/>
                    <a:pt x="393" y="65"/>
                  </a:cubicBezTo>
                  <a:moveTo>
                    <a:pt x="393" y="65"/>
                  </a:moveTo>
                  <a:cubicBezTo>
                    <a:pt x="393" y="65"/>
                    <a:pt x="393" y="65"/>
                    <a:pt x="393" y="65"/>
                  </a:cubicBezTo>
                  <a:cubicBezTo>
                    <a:pt x="393" y="65"/>
                    <a:pt x="393" y="65"/>
                    <a:pt x="393" y="65"/>
                  </a:cubicBezTo>
                  <a:moveTo>
                    <a:pt x="287" y="334"/>
                  </a:moveTo>
                  <a:cubicBezTo>
                    <a:pt x="300" y="315"/>
                    <a:pt x="314" y="296"/>
                    <a:pt x="328" y="279"/>
                  </a:cubicBezTo>
                  <a:cubicBezTo>
                    <a:pt x="325" y="273"/>
                    <a:pt x="325" y="273"/>
                    <a:pt x="325" y="273"/>
                  </a:cubicBezTo>
                  <a:cubicBezTo>
                    <a:pt x="331" y="258"/>
                    <a:pt x="340" y="238"/>
                    <a:pt x="347" y="223"/>
                  </a:cubicBezTo>
                  <a:cubicBezTo>
                    <a:pt x="327" y="234"/>
                    <a:pt x="327" y="234"/>
                    <a:pt x="327" y="234"/>
                  </a:cubicBezTo>
                  <a:cubicBezTo>
                    <a:pt x="321" y="220"/>
                    <a:pt x="321" y="220"/>
                    <a:pt x="321" y="220"/>
                  </a:cubicBezTo>
                  <a:cubicBezTo>
                    <a:pt x="327" y="213"/>
                    <a:pt x="334" y="207"/>
                    <a:pt x="341" y="201"/>
                  </a:cubicBezTo>
                  <a:cubicBezTo>
                    <a:pt x="337" y="195"/>
                    <a:pt x="337" y="195"/>
                    <a:pt x="344" y="184"/>
                  </a:cubicBezTo>
                  <a:cubicBezTo>
                    <a:pt x="343" y="182"/>
                    <a:pt x="343" y="181"/>
                    <a:pt x="343" y="180"/>
                  </a:cubicBezTo>
                  <a:cubicBezTo>
                    <a:pt x="339" y="177"/>
                    <a:pt x="336" y="174"/>
                    <a:pt x="333" y="172"/>
                  </a:cubicBezTo>
                  <a:cubicBezTo>
                    <a:pt x="311" y="191"/>
                    <a:pt x="294" y="215"/>
                    <a:pt x="272" y="235"/>
                  </a:cubicBezTo>
                  <a:cubicBezTo>
                    <a:pt x="265" y="241"/>
                    <a:pt x="257" y="241"/>
                    <a:pt x="250" y="245"/>
                  </a:cubicBezTo>
                  <a:cubicBezTo>
                    <a:pt x="257" y="240"/>
                    <a:pt x="257" y="240"/>
                    <a:pt x="257" y="240"/>
                  </a:cubicBezTo>
                  <a:cubicBezTo>
                    <a:pt x="250" y="245"/>
                    <a:pt x="250" y="245"/>
                    <a:pt x="250" y="245"/>
                  </a:cubicBezTo>
                  <a:cubicBezTo>
                    <a:pt x="248" y="248"/>
                    <a:pt x="246" y="250"/>
                    <a:pt x="244" y="252"/>
                  </a:cubicBezTo>
                  <a:cubicBezTo>
                    <a:pt x="239" y="260"/>
                    <a:pt x="239" y="260"/>
                    <a:pt x="239" y="260"/>
                  </a:cubicBezTo>
                  <a:cubicBezTo>
                    <a:pt x="244" y="252"/>
                    <a:pt x="244" y="252"/>
                    <a:pt x="244" y="252"/>
                  </a:cubicBezTo>
                  <a:cubicBezTo>
                    <a:pt x="230" y="264"/>
                    <a:pt x="230" y="264"/>
                    <a:pt x="230" y="264"/>
                  </a:cubicBezTo>
                  <a:cubicBezTo>
                    <a:pt x="229" y="263"/>
                    <a:pt x="228" y="262"/>
                    <a:pt x="227" y="261"/>
                  </a:cubicBezTo>
                  <a:cubicBezTo>
                    <a:pt x="249" y="230"/>
                    <a:pt x="249" y="230"/>
                    <a:pt x="249" y="230"/>
                  </a:cubicBezTo>
                  <a:cubicBezTo>
                    <a:pt x="248" y="229"/>
                    <a:pt x="246" y="226"/>
                    <a:pt x="245" y="224"/>
                  </a:cubicBezTo>
                  <a:cubicBezTo>
                    <a:pt x="250" y="216"/>
                    <a:pt x="250" y="216"/>
                    <a:pt x="250" y="216"/>
                  </a:cubicBezTo>
                  <a:cubicBezTo>
                    <a:pt x="252" y="208"/>
                    <a:pt x="254" y="198"/>
                    <a:pt x="257" y="189"/>
                  </a:cubicBezTo>
                  <a:cubicBezTo>
                    <a:pt x="265" y="181"/>
                    <a:pt x="265" y="181"/>
                    <a:pt x="265" y="181"/>
                  </a:cubicBezTo>
                  <a:cubicBezTo>
                    <a:pt x="270" y="174"/>
                    <a:pt x="270" y="174"/>
                    <a:pt x="270" y="174"/>
                  </a:cubicBezTo>
                  <a:cubicBezTo>
                    <a:pt x="270" y="173"/>
                    <a:pt x="270" y="172"/>
                    <a:pt x="270" y="171"/>
                  </a:cubicBezTo>
                  <a:cubicBezTo>
                    <a:pt x="277" y="166"/>
                    <a:pt x="284" y="160"/>
                    <a:pt x="291" y="154"/>
                  </a:cubicBezTo>
                  <a:cubicBezTo>
                    <a:pt x="320" y="137"/>
                    <a:pt x="320" y="137"/>
                    <a:pt x="320" y="137"/>
                  </a:cubicBezTo>
                  <a:cubicBezTo>
                    <a:pt x="291" y="154"/>
                    <a:pt x="291" y="154"/>
                    <a:pt x="291" y="154"/>
                  </a:cubicBezTo>
                  <a:cubicBezTo>
                    <a:pt x="322" y="138"/>
                    <a:pt x="322" y="138"/>
                    <a:pt x="322" y="138"/>
                  </a:cubicBezTo>
                  <a:cubicBezTo>
                    <a:pt x="324" y="137"/>
                    <a:pt x="327" y="135"/>
                    <a:pt x="329" y="133"/>
                  </a:cubicBezTo>
                  <a:cubicBezTo>
                    <a:pt x="335" y="122"/>
                    <a:pt x="335" y="122"/>
                    <a:pt x="335" y="122"/>
                  </a:cubicBezTo>
                  <a:cubicBezTo>
                    <a:pt x="329" y="133"/>
                    <a:pt x="329" y="133"/>
                    <a:pt x="329" y="133"/>
                  </a:cubicBezTo>
                  <a:cubicBezTo>
                    <a:pt x="341" y="133"/>
                    <a:pt x="341" y="133"/>
                    <a:pt x="341" y="133"/>
                  </a:cubicBezTo>
                  <a:cubicBezTo>
                    <a:pt x="347" y="129"/>
                    <a:pt x="347" y="129"/>
                    <a:pt x="347" y="129"/>
                  </a:cubicBezTo>
                  <a:cubicBezTo>
                    <a:pt x="341" y="133"/>
                    <a:pt x="341" y="133"/>
                    <a:pt x="341" y="133"/>
                  </a:cubicBezTo>
                  <a:cubicBezTo>
                    <a:pt x="329" y="133"/>
                    <a:pt x="329" y="133"/>
                    <a:pt x="329" y="133"/>
                  </a:cubicBezTo>
                  <a:cubicBezTo>
                    <a:pt x="327" y="135"/>
                    <a:pt x="324" y="137"/>
                    <a:pt x="322" y="138"/>
                  </a:cubicBezTo>
                  <a:cubicBezTo>
                    <a:pt x="332" y="139"/>
                    <a:pt x="332" y="139"/>
                    <a:pt x="332" y="139"/>
                  </a:cubicBezTo>
                  <a:cubicBezTo>
                    <a:pt x="347" y="130"/>
                    <a:pt x="347" y="130"/>
                    <a:pt x="347" y="130"/>
                  </a:cubicBezTo>
                  <a:cubicBezTo>
                    <a:pt x="350" y="128"/>
                    <a:pt x="352" y="127"/>
                    <a:pt x="355" y="125"/>
                  </a:cubicBezTo>
                  <a:cubicBezTo>
                    <a:pt x="354" y="123"/>
                    <a:pt x="353" y="121"/>
                    <a:pt x="352" y="119"/>
                  </a:cubicBezTo>
                  <a:cubicBezTo>
                    <a:pt x="353" y="121"/>
                    <a:pt x="354" y="123"/>
                    <a:pt x="355" y="125"/>
                  </a:cubicBezTo>
                  <a:cubicBezTo>
                    <a:pt x="374" y="119"/>
                    <a:pt x="374" y="119"/>
                    <a:pt x="374" y="119"/>
                  </a:cubicBezTo>
                  <a:cubicBezTo>
                    <a:pt x="366" y="126"/>
                    <a:pt x="366" y="126"/>
                    <a:pt x="366" y="126"/>
                  </a:cubicBezTo>
                  <a:cubicBezTo>
                    <a:pt x="367" y="126"/>
                    <a:pt x="367" y="127"/>
                    <a:pt x="367" y="127"/>
                  </a:cubicBezTo>
                  <a:cubicBezTo>
                    <a:pt x="368" y="127"/>
                    <a:pt x="368" y="128"/>
                    <a:pt x="368" y="128"/>
                  </a:cubicBezTo>
                  <a:cubicBezTo>
                    <a:pt x="384" y="119"/>
                    <a:pt x="384" y="119"/>
                    <a:pt x="384" y="119"/>
                  </a:cubicBezTo>
                  <a:cubicBezTo>
                    <a:pt x="368" y="128"/>
                    <a:pt x="368" y="128"/>
                    <a:pt x="368" y="128"/>
                  </a:cubicBezTo>
                  <a:cubicBezTo>
                    <a:pt x="371" y="131"/>
                    <a:pt x="371" y="131"/>
                    <a:pt x="371" y="131"/>
                  </a:cubicBezTo>
                  <a:cubicBezTo>
                    <a:pt x="384" y="119"/>
                    <a:pt x="384" y="119"/>
                    <a:pt x="384" y="119"/>
                  </a:cubicBezTo>
                  <a:cubicBezTo>
                    <a:pt x="401" y="109"/>
                    <a:pt x="401" y="109"/>
                    <a:pt x="401" y="109"/>
                  </a:cubicBezTo>
                  <a:cubicBezTo>
                    <a:pt x="400" y="109"/>
                    <a:pt x="400" y="108"/>
                    <a:pt x="399" y="107"/>
                  </a:cubicBezTo>
                  <a:cubicBezTo>
                    <a:pt x="388" y="107"/>
                    <a:pt x="388" y="107"/>
                    <a:pt x="388" y="107"/>
                  </a:cubicBezTo>
                  <a:cubicBezTo>
                    <a:pt x="379" y="112"/>
                    <a:pt x="379" y="112"/>
                    <a:pt x="379" y="112"/>
                  </a:cubicBezTo>
                  <a:cubicBezTo>
                    <a:pt x="371" y="116"/>
                    <a:pt x="371" y="116"/>
                    <a:pt x="371" y="116"/>
                  </a:cubicBezTo>
                  <a:cubicBezTo>
                    <a:pt x="370" y="115"/>
                    <a:pt x="370" y="114"/>
                    <a:pt x="369" y="113"/>
                  </a:cubicBezTo>
                  <a:cubicBezTo>
                    <a:pt x="375" y="109"/>
                    <a:pt x="380" y="106"/>
                    <a:pt x="385" y="103"/>
                  </a:cubicBezTo>
                  <a:cubicBezTo>
                    <a:pt x="392" y="97"/>
                    <a:pt x="392" y="97"/>
                    <a:pt x="392" y="97"/>
                  </a:cubicBezTo>
                  <a:cubicBezTo>
                    <a:pt x="383" y="100"/>
                    <a:pt x="383" y="100"/>
                    <a:pt x="383" y="100"/>
                  </a:cubicBezTo>
                  <a:cubicBezTo>
                    <a:pt x="391" y="92"/>
                    <a:pt x="391" y="92"/>
                    <a:pt x="391" y="92"/>
                  </a:cubicBezTo>
                  <a:cubicBezTo>
                    <a:pt x="400" y="85"/>
                    <a:pt x="400" y="85"/>
                    <a:pt x="400" y="85"/>
                  </a:cubicBezTo>
                  <a:cubicBezTo>
                    <a:pt x="406" y="80"/>
                    <a:pt x="406" y="80"/>
                    <a:pt x="406" y="80"/>
                  </a:cubicBezTo>
                  <a:cubicBezTo>
                    <a:pt x="414" y="74"/>
                    <a:pt x="414" y="74"/>
                    <a:pt x="414" y="74"/>
                  </a:cubicBezTo>
                  <a:cubicBezTo>
                    <a:pt x="413" y="74"/>
                    <a:pt x="413" y="72"/>
                    <a:pt x="413" y="71"/>
                  </a:cubicBezTo>
                  <a:cubicBezTo>
                    <a:pt x="413" y="70"/>
                    <a:pt x="413" y="70"/>
                    <a:pt x="413" y="70"/>
                  </a:cubicBezTo>
                  <a:cubicBezTo>
                    <a:pt x="421" y="65"/>
                    <a:pt x="421" y="65"/>
                    <a:pt x="421" y="65"/>
                  </a:cubicBezTo>
                  <a:cubicBezTo>
                    <a:pt x="421" y="63"/>
                    <a:pt x="422" y="61"/>
                    <a:pt x="422" y="59"/>
                  </a:cubicBezTo>
                  <a:cubicBezTo>
                    <a:pt x="413" y="69"/>
                    <a:pt x="413" y="69"/>
                    <a:pt x="413" y="69"/>
                  </a:cubicBezTo>
                  <a:cubicBezTo>
                    <a:pt x="397" y="76"/>
                    <a:pt x="397" y="76"/>
                    <a:pt x="397" y="76"/>
                  </a:cubicBezTo>
                  <a:cubicBezTo>
                    <a:pt x="389" y="84"/>
                    <a:pt x="389" y="84"/>
                    <a:pt x="389" y="84"/>
                  </a:cubicBezTo>
                  <a:cubicBezTo>
                    <a:pt x="381" y="92"/>
                    <a:pt x="381" y="92"/>
                    <a:pt x="381" y="92"/>
                  </a:cubicBezTo>
                  <a:cubicBezTo>
                    <a:pt x="398" y="84"/>
                    <a:pt x="398" y="84"/>
                    <a:pt x="398" y="84"/>
                  </a:cubicBezTo>
                  <a:cubicBezTo>
                    <a:pt x="381" y="92"/>
                    <a:pt x="381" y="92"/>
                    <a:pt x="381" y="92"/>
                  </a:cubicBezTo>
                  <a:cubicBezTo>
                    <a:pt x="373" y="95"/>
                    <a:pt x="373" y="95"/>
                    <a:pt x="373" y="95"/>
                  </a:cubicBezTo>
                  <a:cubicBezTo>
                    <a:pt x="371" y="96"/>
                    <a:pt x="368" y="97"/>
                    <a:pt x="366" y="99"/>
                  </a:cubicBezTo>
                  <a:cubicBezTo>
                    <a:pt x="365" y="99"/>
                    <a:pt x="365" y="99"/>
                    <a:pt x="365" y="98"/>
                  </a:cubicBezTo>
                  <a:cubicBezTo>
                    <a:pt x="373" y="93"/>
                    <a:pt x="381" y="89"/>
                    <a:pt x="389" y="84"/>
                  </a:cubicBezTo>
                  <a:cubicBezTo>
                    <a:pt x="397" y="76"/>
                    <a:pt x="397" y="76"/>
                    <a:pt x="397" y="76"/>
                  </a:cubicBezTo>
                  <a:cubicBezTo>
                    <a:pt x="396" y="75"/>
                    <a:pt x="396" y="75"/>
                    <a:pt x="396" y="75"/>
                  </a:cubicBezTo>
                  <a:cubicBezTo>
                    <a:pt x="373" y="89"/>
                    <a:pt x="373" y="89"/>
                    <a:pt x="373" y="89"/>
                  </a:cubicBezTo>
                  <a:cubicBezTo>
                    <a:pt x="373" y="86"/>
                    <a:pt x="374" y="81"/>
                    <a:pt x="376" y="77"/>
                  </a:cubicBezTo>
                  <a:cubicBezTo>
                    <a:pt x="387" y="68"/>
                    <a:pt x="387" y="68"/>
                    <a:pt x="387" y="68"/>
                  </a:cubicBezTo>
                  <a:cubicBezTo>
                    <a:pt x="392" y="66"/>
                    <a:pt x="392" y="66"/>
                    <a:pt x="392" y="66"/>
                  </a:cubicBezTo>
                  <a:cubicBezTo>
                    <a:pt x="402" y="60"/>
                    <a:pt x="402" y="60"/>
                    <a:pt x="402" y="60"/>
                  </a:cubicBezTo>
                  <a:cubicBezTo>
                    <a:pt x="401" y="61"/>
                    <a:pt x="401" y="61"/>
                    <a:pt x="401" y="61"/>
                  </a:cubicBezTo>
                  <a:cubicBezTo>
                    <a:pt x="399" y="62"/>
                    <a:pt x="397" y="62"/>
                    <a:pt x="396" y="63"/>
                  </a:cubicBezTo>
                  <a:cubicBezTo>
                    <a:pt x="399" y="62"/>
                    <a:pt x="399" y="62"/>
                    <a:pt x="402" y="60"/>
                  </a:cubicBezTo>
                  <a:cubicBezTo>
                    <a:pt x="399" y="62"/>
                    <a:pt x="396" y="64"/>
                    <a:pt x="392" y="66"/>
                  </a:cubicBezTo>
                  <a:cubicBezTo>
                    <a:pt x="392" y="67"/>
                    <a:pt x="392" y="68"/>
                    <a:pt x="392" y="68"/>
                  </a:cubicBezTo>
                  <a:cubicBezTo>
                    <a:pt x="391" y="70"/>
                    <a:pt x="391" y="71"/>
                    <a:pt x="390" y="72"/>
                  </a:cubicBezTo>
                  <a:cubicBezTo>
                    <a:pt x="391" y="71"/>
                    <a:pt x="391" y="70"/>
                    <a:pt x="392" y="68"/>
                  </a:cubicBezTo>
                  <a:cubicBezTo>
                    <a:pt x="382" y="74"/>
                    <a:pt x="381" y="75"/>
                    <a:pt x="379" y="76"/>
                  </a:cubicBezTo>
                  <a:cubicBezTo>
                    <a:pt x="383" y="75"/>
                    <a:pt x="384" y="75"/>
                    <a:pt x="406" y="66"/>
                  </a:cubicBezTo>
                  <a:cubicBezTo>
                    <a:pt x="406" y="65"/>
                    <a:pt x="406" y="64"/>
                    <a:pt x="406" y="63"/>
                  </a:cubicBezTo>
                  <a:cubicBezTo>
                    <a:pt x="424" y="52"/>
                    <a:pt x="424" y="52"/>
                    <a:pt x="424" y="52"/>
                  </a:cubicBezTo>
                  <a:cubicBezTo>
                    <a:pt x="441" y="41"/>
                    <a:pt x="441" y="41"/>
                    <a:pt x="441" y="41"/>
                  </a:cubicBezTo>
                  <a:cubicBezTo>
                    <a:pt x="442" y="40"/>
                    <a:pt x="442" y="40"/>
                    <a:pt x="442" y="39"/>
                  </a:cubicBezTo>
                  <a:cubicBezTo>
                    <a:pt x="434" y="43"/>
                    <a:pt x="426" y="47"/>
                    <a:pt x="418" y="51"/>
                  </a:cubicBezTo>
                  <a:cubicBezTo>
                    <a:pt x="426" y="47"/>
                    <a:pt x="434" y="43"/>
                    <a:pt x="442" y="39"/>
                  </a:cubicBezTo>
                  <a:cubicBezTo>
                    <a:pt x="434" y="42"/>
                    <a:pt x="434" y="42"/>
                    <a:pt x="434" y="42"/>
                  </a:cubicBezTo>
                  <a:cubicBezTo>
                    <a:pt x="435" y="42"/>
                    <a:pt x="435" y="41"/>
                    <a:pt x="436" y="40"/>
                  </a:cubicBezTo>
                  <a:cubicBezTo>
                    <a:pt x="436" y="39"/>
                    <a:pt x="437" y="38"/>
                    <a:pt x="438" y="37"/>
                  </a:cubicBezTo>
                  <a:cubicBezTo>
                    <a:pt x="449" y="29"/>
                    <a:pt x="449" y="29"/>
                    <a:pt x="449" y="29"/>
                  </a:cubicBezTo>
                  <a:cubicBezTo>
                    <a:pt x="450" y="29"/>
                    <a:pt x="450" y="28"/>
                    <a:pt x="451" y="27"/>
                  </a:cubicBezTo>
                  <a:cubicBezTo>
                    <a:pt x="438" y="32"/>
                    <a:pt x="438" y="32"/>
                    <a:pt x="438" y="32"/>
                  </a:cubicBezTo>
                  <a:cubicBezTo>
                    <a:pt x="451" y="27"/>
                    <a:pt x="451" y="27"/>
                    <a:pt x="451" y="27"/>
                  </a:cubicBezTo>
                  <a:cubicBezTo>
                    <a:pt x="461" y="22"/>
                    <a:pt x="461" y="22"/>
                    <a:pt x="461" y="22"/>
                  </a:cubicBezTo>
                  <a:cubicBezTo>
                    <a:pt x="448" y="26"/>
                    <a:pt x="448" y="26"/>
                    <a:pt x="448" y="26"/>
                  </a:cubicBezTo>
                  <a:cubicBezTo>
                    <a:pt x="423" y="39"/>
                    <a:pt x="423" y="39"/>
                    <a:pt x="423" y="39"/>
                  </a:cubicBezTo>
                  <a:cubicBezTo>
                    <a:pt x="406" y="48"/>
                    <a:pt x="406" y="48"/>
                    <a:pt x="406" y="48"/>
                  </a:cubicBezTo>
                  <a:cubicBezTo>
                    <a:pt x="407" y="47"/>
                    <a:pt x="408" y="46"/>
                    <a:pt x="410" y="45"/>
                  </a:cubicBezTo>
                  <a:cubicBezTo>
                    <a:pt x="396" y="54"/>
                    <a:pt x="396" y="54"/>
                    <a:pt x="396" y="54"/>
                  </a:cubicBezTo>
                  <a:cubicBezTo>
                    <a:pt x="391" y="57"/>
                    <a:pt x="386" y="60"/>
                    <a:pt x="381" y="63"/>
                  </a:cubicBezTo>
                  <a:cubicBezTo>
                    <a:pt x="377" y="66"/>
                    <a:pt x="374" y="70"/>
                    <a:pt x="372" y="75"/>
                  </a:cubicBezTo>
                  <a:cubicBezTo>
                    <a:pt x="377" y="70"/>
                    <a:pt x="383" y="64"/>
                    <a:pt x="388" y="59"/>
                  </a:cubicBezTo>
                  <a:cubicBezTo>
                    <a:pt x="403" y="51"/>
                    <a:pt x="403" y="51"/>
                    <a:pt x="403" y="51"/>
                  </a:cubicBezTo>
                  <a:cubicBezTo>
                    <a:pt x="402" y="52"/>
                    <a:pt x="402" y="53"/>
                    <a:pt x="401" y="54"/>
                  </a:cubicBezTo>
                  <a:cubicBezTo>
                    <a:pt x="392" y="59"/>
                    <a:pt x="392" y="59"/>
                    <a:pt x="392" y="59"/>
                  </a:cubicBezTo>
                  <a:cubicBezTo>
                    <a:pt x="391" y="60"/>
                    <a:pt x="391" y="60"/>
                    <a:pt x="390" y="61"/>
                  </a:cubicBezTo>
                  <a:cubicBezTo>
                    <a:pt x="394" y="63"/>
                    <a:pt x="394" y="63"/>
                    <a:pt x="394" y="63"/>
                  </a:cubicBezTo>
                  <a:cubicBezTo>
                    <a:pt x="394" y="64"/>
                    <a:pt x="394" y="64"/>
                    <a:pt x="394" y="64"/>
                  </a:cubicBezTo>
                  <a:cubicBezTo>
                    <a:pt x="390" y="61"/>
                    <a:pt x="390" y="61"/>
                    <a:pt x="390" y="61"/>
                  </a:cubicBezTo>
                  <a:cubicBezTo>
                    <a:pt x="388" y="64"/>
                    <a:pt x="387" y="66"/>
                    <a:pt x="386" y="68"/>
                  </a:cubicBezTo>
                  <a:cubicBezTo>
                    <a:pt x="378" y="73"/>
                    <a:pt x="370" y="77"/>
                    <a:pt x="363" y="82"/>
                  </a:cubicBezTo>
                  <a:cubicBezTo>
                    <a:pt x="372" y="75"/>
                    <a:pt x="372" y="75"/>
                    <a:pt x="372" y="75"/>
                  </a:cubicBezTo>
                  <a:cubicBezTo>
                    <a:pt x="374" y="70"/>
                    <a:pt x="377" y="66"/>
                    <a:pt x="381" y="63"/>
                  </a:cubicBezTo>
                  <a:cubicBezTo>
                    <a:pt x="386" y="60"/>
                    <a:pt x="391" y="57"/>
                    <a:pt x="396" y="54"/>
                  </a:cubicBezTo>
                  <a:cubicBezTo>
                    <a:pt x="410" y="45"/>
                    <a:pt x="410" y="45"/>
                    <a:pt x="410" y="45"/>
                  </a:cubicBezTo>
                  <a:cubicBezTo>
                    <a:pt x="419" y="37"/>
                    <a:pt x="431" y="29"/>
                    <a:pt x="445" y="22"/>
                  </a:cubicBezTo>
                  <a:cubicBezTo>
                    <a:pt x="425" y="33"/>
                    <a:pt x="398" y="48"/>
                    <a:pt x="378" y="60"/>
                  </a:cubicBezTo>
                  <a:cubicBezTo>
                    <a:pt x="322" y="98"/>
                    <a:pt x="311" y="105"/>
                    <a:pt x="266" y="145"/>
                  </a:cubicBezTo>
                  <a:cubicBezTo>
                    <a:pt x="211" y="197"/>
                    <a:pt x="206" y="202"/>
                    <a:pt x="172" y="243"/>
                  </a:cubicBezTo>
                  <a:cubicBezTo>
                    <a:pt x="124" y="308"/>
                    <a:pt x="122" y="310"/>
                    <a:pt x="99" y="351"/>
                  </a:cubicBezTo>
                  <a:cubicBezTo>
                    <a:pt x="83" y="379"/>
                    <a:pt x="88" y="409"/>
                    <a:pt x="118" y="438"/>
                  </a:cubicBezTo>
                  <a:cubicBezTo>
                    <a:pt x="122" y="435"/>
                    <a:pt x="122" y="435"/>
                    <a:pt x="122" y="435"/>
                  </a:cubicBezTo>
                  <a:cubicBezTo>
                    <a:pt x="128" y="430"/>
                    <a:pt x="128" y="430"/>
                    <a:pt x="128" y="430"/>
                  </a:cubicBezTo>
                  <a:cubicBezTo>
                    <a:pt x="134" y="424"/>
                    <a:pt x="134" y="424"/>
                    <a:pt x="134" y="424"/>
                  </a:cubicBezTo>
                  <a:cubicBezTo>
                    <a:pt x="135" y="425"/>
                    <a:pt x="136" y="425"/>
                    <a:pt x="136" y="426"/>
                  </a:cubicBezTo>
                  <a:cubicBezTo>
                    <a:pt x="148" y="423"/>
                    <a:pt x="148" y="423"/>
                    <a:pt x="148" y="423"/>
                  </a:cubicBezTo>
                  <a:cubicBezTo>
                    <a:pt x="155" y="417"/>
                    <a:pt x="155" y="417"/>
                    <a:pt x="155" y="417"/>
                  </a:cubicBezTo>
                  <a:cubicBezTo>
                    <a:pt x="157" y="419"/>
                    <a:pt x="160" y="421"/>
                    <a:pt x="163" y="423"/>
                  </a:cubicBezTo>
                  <a:cubicBezTo>
                    <a:pt x="167" y="415"/>
                    <a:pt x="172" y="407"/>
                    <a:pt x="176" y="399"/>
                  </a:cubicBezTo>
                  <a:cubicBezTo>
                    <a:pt x="178" y="396"/>
                    <a:pt x="179" y="394"/>
                    <a:pt x="181" y="391"/>
                  </a:cubicBezTo>
                  <a:cubicBezTo>
                    <a:pt x="180" y="390"/>
                    <a:pt x="179" y="390"/>
                    <a:pt x="178" y="389"/>
                  </a:cubicBezTo>
                  <a:cubicBezTo>
                    <a:pt x="178" y="388"/>
                    <a:pt x="177" y="388"/>
                    <a:pt x="176" y="387"/>
                  </a:cubicBezTo>
                  <a:cubicBezTo>
                    <a:pt x="177" y="384"/>
                    <a:pt x="179" y="382"/>
                    <a:pt x="181" y="379"/>
                  </a:cubicBezTo>
                  <a:cubicBezTo>
                    <a:pt x="180" y="379"/>
                    <a:pt x="179" y="378"/>
                    <a:pt x="178" y="378"/>
                  </a:cubicBezTo>
                  <a:cubicBezTo>
                    <a:pt x="176" y="376"/>
                    <a:pt x="175" y="375"/>
                    <a:pt x="174" y="374"/>
                  </a:cubicBezTo>
                  <a:cubicBezTo>
                    <a:pt x="175" y="375"/>
                    <a:pt x="176" y="376"/>
                    <a:pt x="178" y="378"/>
                  </a:cubicBezTo>
                  <a:cubicBezTo>
                    <a:pt x="186" y="372"/>
                    <a:pt x="186" y="372"/>
                    <a:pt x="186" y="372"/>
                  </a:cubicBezTo>
                  <a:cubicBezTo>
                    <a:pt x="193" y="355"/>
                    <a:pt x="193" y="355"/>
                    <a:pt x="193" y="355"/>
                  </a:cubicBezTo>
                  <a:cubicBezTo>
                    <a:pt x="192" y="353"/>
                    <a:pt x="190" y="353"/>
                    <a:pt x="189" y="351"/>
                  </a:cubicBezTo>
                  <a:cubicBezTo>
                    <a:pt x="189" y="351"/>
                    <a:pt x="189" y="351"/>
                    <a:pt x="189" y="351"/>
                  </a:cubicBezTo>
                  <a:cubicBezTo>
                    <a:pt x="189" y="351"/>
                    <a:pt x="189" y="351"/>
                    <a:pt x="189" y="351"/>
                  </a:cubicBezTo>
                  <a:cubicBezTo>
                    <a:pt x="197" y="344"/>
                    <a:pt x="197" y="344"/>
                    <a:pt x="197" y="344"/>
                  </a:cubicBezTo>
                  <a:cubicBezTo>
                    <a:pt x="193" y="355"/>
                    <a:pt x="193" y="355"/>
                    <a:pt x="193" y="355"/>
                  </a:cubicBezTo>
                  <a:cubicBezTo>
                    <a:pt x="186" y="372"/>
                    <a:pt x="186" y="372"/>
                    <a:pt x="186" y="372"/>
                  </a:cubicBezTo>
                  <a:cubicBezTo>
                    <a:pt x="184" y="374"/>
                    <a:pt x="182" y="377"/>
                    <a:pt x="181" y="379"/>
                  </a:cubicBezTo>
                  <a:cubicBezTo>
                    <a:pt x="179" y="382"/>
                    <a:pt x="177" y="384"/>
                    <a:pt x="176" y="387"/>
                  </a:cubicBezTo>
                  <a:cubicBezTo>
                    <a:pt x="177" y="388"/>
                    <a:pt x="178" y="388"/>
                    <a:pt x="178" y="389"/>
                  </a:cubicBezTo>
                  <a:cubicBezTo>
                    <a:pt x="188" y="374"/>
                    <a:pt x="188" y="374"/>
                    <a:pt x="188" y="374"/>
                  </a:cubicBezTo>
                  <a:cubicBezTo>
                    <a:pt x="198" y="369"/>
                    <a:pt x="198" y="369"/>
                    <a:pt x="198" y="369"/>
                  </a:cubicBezTo>
                  <a:cubicBezTo>
                    <a:pt x="199" y="370"/>
                    <a:pt x="200" y="370"/>
                    <a:pt x="201" y="371"/>
                  </a:cubicBezTo>
                  <a:cubicBezTo>
                    <a:pt x="221" y="364"/>
                    <a:pt x="221" y="364"/>
                    <a:pt x="221" y="364"/>
                  </a:cubicBezTo>
                  <a:cubicBezTo>
                    <a:pt x="232" y="376"/>
                    <a:pt x="232" y="376"/>
                    <a:pt x="232" y="376"/>
                  </a:cubicBezTo>
                  <a:cubicBezTo>
                    <a:pt x="221" y="364"/>
                    <a:pt x="221" y="364"/>
                    <a:pt x="221" y="364"/>
                  </a:cubicBezTo>
                  <a:cubicBezTo>
                    <a:pt x="201" y="371"/>
                    <a:pt x="201" y="371"/>
                    <a:pt x="201" y="371"/>
                  </a:cubicBezTo>
                  <a:cubicBezTo>
                    <a:pt x="221" y="372"/>
                    <a:pt x="221" y="372"/>
                    <a:pt x="221" y="372"/>
                  </a:cubicBezTo>
                  <a:cubicBezTo>
                    <a:pt x="209" y="399"/>
                    <a:pt x="209" y="399"/>
                    <a:pt x="209" y="399"/>
                  </a:cubicBezTo>
                  <a:cubicBezTo>
                    <a:pt x="227" y="396"/>
                    <a:pt x="227" y="396"/>
                    <a:pt x="227" y="396"/>
                  </a:cubicBezTo>
                  <a:cubicBezTo>
                    <a:pt x="243" y="386"/>
                    <a:pt x="243" y="386"/>
                    <a:pt x="243" y="386"/>
                  </a:cubicBezTo>
                  <a:cubicBezTo>
                    <a:pt x="238" y="371"/>
                    <a:pt x="238" y="371"/>
                    <a:pt x="238" y="371"/>
                  </a:cubicBezTo>
                  <a:cubicBezTo>
                    <a:pt x="238" y="363"/>
                    <a:pt x="238" y="363"/>
                    <a:pt x="238" y="363"/>
                  </a:cubicBezTo>
                  <a:cubicBezTo>
                    <a:pt x="242" y="353"/>
                    <a:pt x="242" y="353"/>
                    <a:pt x="242" y="353"/>
                  </a:cubicBezTo>
                  <a:cubicBezTo>
                    <a:pt x="243" y="350"/>
                    <a:pt x="245" y="347"/>
                    <a:pt x="247" y="345"/>
                  </a:cubicBezTo>
                  <a:cubicBezTo>
                    <a:pt x="243" y="337"/>
                    <a:pt x="243" y="337"/>
                    <a:pt x="243" y="337"/>
                  </a:cubicBezTo>
                  <a:cubicBezTo>
                    <a:pt x="238" y="338"/>
                    <a:pt x="238" y="338"/>
                    <a:pt x="238" y="338"/>
                  </a:cubicBezTo>
                  <a:cubicBezTo>
                    <a:pt x="243" y="337"/>
                    <a:pt x="243" y="337"/>
                    <a:pt x="243" y="337"/>
                  </a:cubicBezTo>
                  <a:cubicBezTo>
                    <a:pt x="247" y="345"/>
                    <a:pt x="247" y="345"/>
                    <a:pt x="247" y="345"/>
                  </a:cubicBezTo>
                  <a:cubicBezTo>
                    <a:pt x="254" y="340"/>
                    <a:pt x="254" y="340"/>
                    <a:pt x="254" y="340"/>
                  </a:cubicBezTo>
                  <a:cubicBezTo>
                    <a:pt x="243" y="321"/>
                    <a:pt x="243" y="321"/>
                    <a:pt x="243" y="321"/>
                  </a:cubicBezTo>
                  <a:cubicBezTo>
                    <a:pt x="245" y="319"/>
                    <a:pt x="246" y="316"/>
                    <a:pt x="248" y="314"/>
                  </a:cubicBezTo>
                  <a:cubicBezTo>
                    <a:pt x="246" y="312"/>
                    <a:pt x="245" y="312"/>
                    <a:pt x="243" y="311"/>
                  </a:cubicBezTo>
                  <a:cubicBezTo>
                    <a:pt x="214" y="334"/>
                    <a:pt x="214" y="334"/>
                    <a:pt x="214" y="334"/>
                  </a:cubicBezTo>
                  <a:cubicBezTo>
                    <a:pt x="243" y="311"/>
                    <a:pt x="243" y="311"/>
                    <a:pt x="243" y="311"/>
                  </a:cubicBezTo>
                  <a:cubicBezTo>
                    <a:pt x="245" y="312"/>
                    <a:pt x="246" y="312"/>
                    <a:pt x="248" y="314"/>
                  </a:cubicBezTo>
                  <a:cubicBezTo>
                    <a:pt x="256" y="313"/>
                    <a:pt x="256" y="313"/>
                    <a:pt x="256" y="313"/>
                  </a:cubicBezTo>
                  <a:cubicBezTo>
                    <a:pt x="264" y="319"/>
                    <a:pt x="274" y="326"/>
                    <a:pt x="282" y="332"/>
                  </a:cubicBezTo>
                  <a:cubicBezTo>
                    <a:pt x="283" y="332"/>
                    <a:pt x="285" y="333"/>
                    <a:pt x="287" y="334"/>
                  </a:cubicBezTo>
                  <a:moveTo>
                    <a:pt x="448" y="26"/>
                  </a:moveTo>
                  <a:cubicBezTo>
                    <a:pt x="461" y="22"/>
                    <a:pt x="461" y="22"/>
                    <a:pt x="461" y="22"/>
                  </a:cubicBezTo>
                  <a:cubicBezTo>
                    <a:pt x="462" y="22"/>
                    <a:pt x="463" y="21"/>
                    <a:pt x="463" y="20"/>
                  </a:cubicBezTo>
                  <a:cubicBezTo>
                    <a:pt x="466" y="18"/>
                    <a:pt x="469" y="15"/>
                    <a:pt x="472" y="13"/>
                  </a:cubicBezTo>
                  <a:cubicBezTo>
                    <a:pt x="466" y="15"/>
                    <a:pt x="466" y="15"/>
                    <a:pt x="466" y="15"/>
                  </a:cubicBezTo>
                  <a:cubicBezTo>
                    <a:pt x="460" y="17"/>
                    <a:pt x="460" y="17"/>
                    <a:pt x="460" y="17"/>
                  </a:cubicBezTo>
                  <a:cubicBezTo>
                    <a:pt x="457" y="18"/>
                    <a:pt x="455" y="19"/>
                    <a:pt x="452" y="21"/>
                  </a:cubicBezTo>
                  <a:cubicBezTo>
                    <a:pt x="437" y="30"/>
                    <a:pt x="437" y="30"/>
                    <a:pt x="437" y="30"/>
                  </a:cubicBezTo>
                  <a:cubicBezTo>
                    <a:pt x="451" y="24"/>
                    <a:pt x="451" y="24"/>
                    <a:pt x="451" y="24"/>
                  </a:cubicBezTo>
                  <a:cubicBezTo>
                    <a:pt x="450" y="25"/>
                    <a:pt x="449" y="25"/>
                    <a:pt x="448" y="26"/>
                  </a:cubicBezTo>
                  <a:moveTo>
                    <a:pt x="422" y="59"/>
                  </a:moveTo>
                  <a:cubicBezTo>
                    <a:pt x="430" y="55"/>
                    <a:pt x="438" y="51"/>
                    <a:pt x="447" y="47"/>
                  </a:cubicBezTo>
                  <a:cubicBezTo>
                    <a:pt x="439" y="47"/>
                    <a:pt x="439" y="47"/>
                    <a:pt x="439" y="47"/>
                  </a:cubicBezTo>
                  <a:cubicBezTo>
                    <a:pt x="434" y="50"/>
                    <a:pt x="429" y="53"/>
                    <a:pt x="424" y="55"/>
                  </a:cubicBezTo>
                  <a:cubicBezTo>
                    <a:pt x="422" y="56"/>
                    <a:pt x="422" y="56"/>
                    <a:pt x="422" y="56"/>
                  </a:cubicBezTo>
                  <a:cubicBezTo>
                    <a:pt x="422" y="56"/>
                    <a:pt x="422" y="56"/>
                    <a:pt x="422" y="56"/>
                  </a:cubicBezTo>
                  <a:cubicBezTo>
                    <a:pt x="423" y="56"/>
                    <a:pt x="423" y="57"/>
                    <a:pt x="422" y="59"/>
                  </a:cubicBezTo>
                  <a:moveTo>
                    <a:pt x="422" y="59"/>
                  </a:moveTo>
                  <a:cubicBezTo>
                    <a:pt x="422" y="61"/>
                    <a:pt x="421" y="63"/>
                    <a:pt x="421" y="65"/>
                  </a:cubicBezTo>
                  <a:cubicBezTo>
                    <a:pt x="446" y="51"/>
                    <a:pt x="446" y="51"/>
                    <a:pt x="446" y="51"/>
                  </a:cubicBezTo>
                  <a:cubicBezTo>
                    <a:pt x="446" y="50"/>
                    <a:pt x="446" y="48"/>
                    <a:pt x="447" y="47"/>
                  </a:cubicBezTo>
                  <a:cubicBezTo>
                    <a:pt x="438" y="51"/>
                    <a:pt x="430" y="55"/>
                    <a:pt x="422" y="59"/>
                  </a:cubicBezTo>
                  <a:moveTo>
                    <a:pt x="413" y="71"/>
                  </a:moveTo>
                  <a:cubicBezTo>
                    <a:pt x="416" y="70"/>
                    <a:pt x="419" y="68"/>
                    <a:pt x="422" y="67"/>
                  </a:cubicBezTo>
                  <a:cubicBezTo>
                    <a:pt x="413" y="70"/>
                    <a:pt x="413" y="70"/>
                    <a:pt x="413" y="70"/>
                  </a:cubicBezTo>
                  <a:cubicBezTo>
                    <a:pt x="413" y="70"/>
                    <a:pt x="413" y="70"/>
                    <a:pt x="413" y="71"/>
                  </a:cubicBezTo>
                  <a:moveTo>
                    <a:pt x="431" y="69"/>
                  </a:moveTo>
                  <a:cubicBezTo>
                    <a:pt x="448" y="61"/>
                    <a:pt x="448" y="61"/>
                    <a:pt x="448" y="61"/>
                  </a:cubicBezTo>
                  <a:cubicBezTo>
                    <a:pt x="448" y="61"/>
                    <a:pt x="448" y="61"/>
                    <a:pt x="448" y="60"/>
                  </a:cubicBezTo>
                  <a:cubicBezTo>
                    <a:pt x="447" y="58"/>
                    <a:pt x="447" y="57"/>
                    <a:pt x="447" y="55"/>
                  </a:cubicBezTo>
                  <a:cubicBezTo>
                    <a:pt x="430" y="62"/>
                    <a:pt x="430" y="62"/>
                    <a:pt x="430" y="62"/>
                  </a:cubicBezTo>
                  <a:cubicBezTo>
                    <a:pt x="430" y="63"/>
                    <a:pt x="430" y="63"/>
                    <a:pt x="430" y="64"/>
                  </a:cubicBezTo>
                  <a:cubicBezTo>
                    <a:pt x="430" y="63"/>
                    <a:pt x="430" y="63"/>
                    <a:pt x="430" y="62"/>
                  </a:cubicBezTo>
                  <a:cubicBezTo>
                    <a:pt x="427" y="64"/>
                    <a:pt x="424" y="65"/>
                    <a:pt x="422" y="67"/>
                  </a:cubicBezTo>
                  <a:cubicBezTo>
                    <a:pt x="419" y="68"/>
                    <a:pt x="416" y="70"/>
                    <a:pt x="413" y="71"/>
                  </a:cubicBezTo>
                  <a:cubicBezTo>
                    <a:pt x="413" y="72"/>
                    <a:pt x="413" y="74"/>
                    <a:pt x="414" y="74"/>
                  </a:cubicBezTo>
                  <a:cubicBezTo>
                    <a:pt x="430" y="65"/>
                    <a:pt x="430" y="65"/>
                    <a:pt x="430" y="65"/>
                  </a:cubicBezTo>
                  <a:cubicBezTo>
                    <a:pt x="431" y="69"/>
                    <a:pt x="431" y="69"/>
                    <a:pt x="431" y="69"/>
                  </a:cubicBezTo>
                  <a:moveTo>
                    <a:pt x="441" y="41"/>
                  </a:moveTo>
                  <a:cubicBezTo>
                    <a:pt x="424" y="52"/>
                    <a:pt x="424" y="52"/>
                    <a:pt x="424" y="52"/>
                  </a:cubicBezTo>
                  <a:cubicBezTo>
                    <a:pt x="450" y="39"/>
                    <a:pt x="450" y="39"/>
                    <a:pt x="450" y="39"/>
                  </a:cubicBezTo>
                  <a:cubicBezTo>
                    <a:pt x="441" y="41"/>
                    <a:pt x="441" y="41"/>
                    <a:pt x="441" y="41"/>
                  </a:cubicBezTo>
                  <a:moveTo>
                    <a:pt x="385" y="155"/>
                  </a:moveTo>
                  <a:cubicBezTo>
                    <a:pt x="389" y="151"/>
                    <a:pt x="394" y="148"/>
                    <a:pt x="399" y="144"/>
                  </a:cubicBezTo>
                  <a:cubicBezTo>
                    <a:pt x="394" y="148"/>
                    <a:pt x="389" y="151"/>
                    <a:pt x="385" y="155"/>
                  </a:cubicBezTo>
                  <a:moveTo>
                    <a:pt x="385" y="155"/>
                  </a:moveTo>
                  <a:cubicBezTo>
                    <a:pt x="387" y="157"/>
                    <a:pt x="388" y="158"/>
                    <a:pt x="390" y="159"/>
                  </a:cubicBezTo>
                  <a:cubicBezTo>
                    <a:pt x="388" y="158"/>
                    <a:pt x="387" y="157"/>
                    <a:pt x="385" y="155"/>
                  </a:cubicBezTo>
                  <a:moveTo>
                    <a:pt x="417" y="112"/>
                  </a:moveTo>
                  <a:cubicBezTo>
                    <a:pt x="410" y="119"/>
                    <a:pt x="410" y="119"/>
                    <a:pt x="410" y="119"/>
                  </a:cubicBezTo>
                  <a:cubicBezTo>
                    <a:pt x="417" y="112"/>
                    <a:pt x="417" y="112"/>
                    <a:pt x="417" y="112"/>
                  </a:cubicBezTo>
                  <a:moveTo>
                    <a:pt x="403" y="176"/>
                  </a:moveTo>
                  <a:cubicBezTo>
                    <a:pt x="413" y="171"/>
                    <a:pt x="413" y="171"/>
                    <a:pt x="413" y="171"/>
                  </a:cubicBezTo>
                  <a:cubicBezTo>
                    <a:pt x="424" y="158"/>
                    <a:pt x="424" y="158"/>
                    <a:pt x="424" y="158"/>
                  </a:cubicBezTo>
                  <a:cubicBezTo>
                    <a:pt x="422" y="148"/>
                    <a:pt x="422" y="148"/>
                    <a:pt x="422" y="148"/>
                  </a:cubicBezTo>
                  <a:cubicBezTo>
                    <a:pt x="421" y="137"/>
                    <a:pt x="421" y="137"/>
                    <a:pt x="421" y="137"/>
                  </a:cubicBezTo>
                  <a:cubicBezTo>
                    <a:pt x="432" y="134"/>
                    <a:pt x="432" y="134"/>
                    <a:pt x="432" y="134"/>
                  </a:cubicBezTo>
                  <a:cubicBezTo>
                    <a:pt x="444" y="124"/>
                    <a:pt x="444" y="124"/>
                    <a:pt x="444" y="124"/>
                  </a:cubicBezTo>
                  <a:cubicBezTo>
                    <a:pt x="451" y="104"/>
                    <a:pt x="451" y="104"/>
                    <a:pt x="451" y="104"/>
                  </a:cubicBezTo>
                  <a:cubicBezTo>
                    <a:pt x="440" y="109"/>
                    <a:pt x="440" y="109"/>
                    <a:pt x="440" y="109"/>
                  </a:cubicBezTo>
                  <a:cubicBezTo>
                    <a:pt x="439" y="108"/>
                    <a:pt x="438" y="107"/>
                    <a:pt x="437" y="107"/>
                  </a:cubicBezTo>
                  <a:cubicBezTo>
                    <a:pt x="442" y="99"/>
                    <a:pt x="442" y="99"/>
                    <a:pt x="442" y="99"/>
                  </a:cubicBezTo>
                  <a:cubicBezTo>
                    <a:pt x="449" y="93"/>
                    <a:pt x="449" y="93"/>
                    <a:pt x="449" y="93"/>
                  </a:cubicBezTo>
                  <a:cubicBezTo>
                    <a:pt x="456" y="87"/>
                    <a:pt x="456" y="87"/>
                    <a:pt x="456" y="87"/>
                  </a:cubicBezTo>
                  <a:cubicBezTo>
                    <a:pt x="455" y="87"/>
                    <a:pt x="454" y="86"/>
                    <a:pt x="453" y="85"/>
                  </a:cubicBezTo>
                  <a:cubicBezTo>
                    <a:pt x="454" y="86"/>
                    <a:pt x="455" y="87"/>
                    <a:pt x="456" y="87"/>
                  </a:cubicBezTo>
                  <a:cubicBezTo>
                    <a:pt x="462" y="83"/>
                    <a:pt x="464" y="80"/>
                    <a:pt x="459" y="76"/>
                  </a:cubicBezTo>
                  <a:cubicBezTo>
                    <a:pt x="458" y="75"/>
                    <a:pt x="456" y="74"/>
                    <a:pt x="455" y="73"/>
                  </a:cubicBezTo>
                  <a:cubicBezTo>
                    <a:pt x="451" y="74"/>
                    <a:pt x="448" y="76"/>
                    <a:pt x="446" y="77"/>
                  </a:cubicBezTo>
                  <a:cubicBezTo>
                    <a:pt x="447" y="78"/>
                    <a:pt x="448" y="79"/>
                    <a:pt x="448" y="80"/>
                  </a:cubicBezTo>
                  <a:cubicBezTo>
                    <a:pt x="443" y="83"/>
                    <a:pt x="438" y="87"/>
                    <a:pt x="432" y="90"/>
                  </a:cubicBezTo>
                  <a:cubicBezTo>
                    <a:pt x="434" y="91"/>
                    <a:pt x="436" y="93"/>
                    <a:pt x="437" y="95"/>
                  </a:cubicBezTo>
                  <a:cubicBezTo>
                    <a:pt x="436" y="93"/>
                    <a:pt x="434" y="91"/>
                    <a:pt x="432" y="90"/>
                  </a:cubicBezTo>
                  <a:cubicBezTo>
                    <a:pt x="438" y="87"/>
                    <a:pt x="443" y="83"/>
                    <a:pt x="448" y="80"/>
                  </a:cubicBezTo>
                  <a:cubicBezTo>
                    <a:pt x="448" y="79"/>
                    <a:pt x="447" y="78"/>
                    <a:pt x="446" y="77"/>
                  </a:cubicBezTo>
                  <a:cubicBezTo>
                    <a:pt x="445" y="76"/>
                    <a:pt x="445" y="76"/>
                    <a:pt x="445" y="76"/>
                  </a:cubicBezTo>
                  <a:cubicBezTo>
                    <a:pt x="412" y="93"/>
                    <a:pt x="412" y="93"/>
                    <a:pt x="412" y="93"/>
                  </a:cubicBezTo>
                  <a:cubicBezTo>
                    <a:pt x="445" y="76"/>
                    <a:pt x="445" y="76"/>
                    <a:pt x="445" y="76"/>
                  </a:cubicBezTo>
                  <a:cubicBezTo>
                    <a:pt x="445" y="75"/>
                    <a:pt x="444" y="75"/>
                    <a:pt x="444" y="74"/>
                  </a:cubicBezTo>
                  <a:cubicBezTo>
                    <a:pt x="426" y="83"/>
                    <a:pt x="426" y="83"/>
                    <a:pt x="426" y="83"/>
                  </a:cubicBezTo>
                  <a:cubicBezTo>
                    <a:pt x="452" y="69"/>
                    <a:pt x="452" y="69"/>
                    <a:pt x="452" y="69"/>
                  </a:cubicBezTo>
                  <a:cubicBezTo>
                    <a:pt x="441" y="70"/>
                    <a:pt x="441" y="70"/>
                    <a:pt x="441" y="70"/>
                  </a:cubicBezTo>
                  <a:cubicBezTo>
                    <a:pt x="442" y="70"/>
                    <a:pt x="442" y="71"/>
                    <a:pt x="442" y="72"/>
                  </a:cubicBezTo>
                  <a:cubicBezTo>
                    <a:pt x="411" y="93"/>
                    <a:pt x="411" y="93"/>
                    <a:pt x="411" y="93"/>
                  </a:cubicBezTo>
                  <a:cubicBezTo>
                    <a:pt x="442" y="72"/>
                    <a:pt x="442" y="72"/>
                    <a:pt x="442" y="72"/>
                  </a:cubicBezTo>
                  <a:cubicBezTo>
                    <a:pt x="442" y="71"/>
                    <a:pt x="442" y="70"/>
                    <a:pt x="441" y="70"/>
                  </a:cubicBezTo>
                  <a:cubicBezTo>
                    <a:pt x="441" y="69"/>
                    <a:pt x="441" y="69"/>
                    <a:pt x="441" y="69"/>
                  </a:cubicBezTo>
                  <a:cubicBezTo>
                    <a:pt x="432" y="72"/>
                    <a:pt x="432" y="72"/>
                    <a:pt x="432" y="72"/>
                  </a:cubicBezTo>
                  <a:cubicBezTo>
                    <a:pt x="427" y="75"/>
                    <a:pt x="421" y="78"/>
                    <a:pt x="416" y="81"/>
                  </a:cubicBezTo>
                  <a:cubicBezTo>
                    <a:pt x="421" y="78"/>
                    <a:pt x="427" y="75"/>
                    <a:pt x="432" y="72"/>
                  </a:cubicBezTo>
                  <a:cubicBezTo>
                    <a:pt x="427" y="75"/>
                    <a:pt x="421" y="78"/>
                    <a:pt x="416" y="81"/>
                  </a:cubicBezTo>
                  <a:cubicBezTo>
                    <a:pt x="401" y="91"/>
                    <a:pt x="401" y="91"/>
                    <a:pt x="401" y="91"/>
                  </a:cubicBezTo>
                  <a:cubicBezTo>
                    <a:pt x="402" y="94"/>
                    <a:pt x="402" y="94"/>
                    <a:pt x="402" y="94"/>
                  </a:cubicBezTo>
                  <a:cubicBezTo>
                    <a:pt x="402" y="95"/>
                    <a:pt x="403" y="97"/>
                    <a:pt x="404" y="97"/>
                  </a:cubicBezTo>
                  <a:cubicBezTo>
                    <a:pt x="398" y="101"/>
                    <a:pt x="393" y="104"/>
                    <a:pt x="388" y="107"/>
                  </a:cubicBezTo>
                  <a:cubicBezTo>
                    <a:pt x="399" y="107"/>
                    <a:pt x="399" y="107"/>
                    <a:pt x="399" y="107"/>
                  </a:cubicBezTo>
                  <a:cubicBezTo>
                    <a:pt x="404" y="109"/>
                    <a:pt x="411" y="111"/>
                    <a:pt x="417" y="112"/>
                  </a:cubicBezTo>
                  <a:cubicBezTo>
                    <a:pt x="410" y="119"/>
                    <a:pt x="410" y="119"/>
                    <a:pt x="410" y="119"/>
                  </a:cubicBezTo>
                  <a:cubicBezTo>
                    <a:pt x="411" y="119"/>
                    <a:pt x="411" y="119"/>
                    <a:pt x="412" y="120"/>
                  </a:cubicBezTo>
                  <a:cubicBezTo>
                    <a:pt x="407" y="127"/>
                    <a:pt x="407" y="127"/>
                    <a:pt x="407" y="127"/>
                  </a:cubicBezTo>
                  <a:cubicBezTo>
                    <a:pt x="403" y="136"/>
                    <a:pt x="403" y="136"/>
                    <a:pt x="403" y="136"/>
                  </a:cubicBezTo>
                  <a:cubicBezTo>
                    <a:pt x="387" y="146"/>
                    <a:pt x="387" y="146"/>
                    <a:pt x="387" y="146"/>
                  </a:cubicBezTo>
                  <a:cubicBezTo>
                    <a:pt x="379" y="151"/>
                    <a:pt x="372" y="158"/>
                    <a:pt x="365" y="163"/>
                  </a:cubicBezTo>
                  <a:cubicBezTo>
                    <a:pt x="358" y="191"/>
                    <a:pt x="358" y="191"/>
                    <a:pt x="358" y="191"/>
                  </a:cubicBezTo>
                  <a:cubicBezTo>
                    <a:pt x="373" y="177"/>
                    <a:pt x="373" y="177"/>
                    <a:pt x="373" y="177"/>
                  </a:cubicBezTo>
                  <a:cubicBezTo>
                    <a:pt x="373" y="191"/>
                    <a:pt x="373" y="191"/>
                    <a:pt x="373" y="191"/>
                  </a:cubicBezTo>
                  <a:cubicBezTo>
                    <a:pt x="383" y="185"/>
                    <a:pt x="383" y="185"/>
                    <a:pt x="383" y="185"/>
                  </a:cubicBezTo>
                  <a:cubicBezTo>
                    <a:pt x="389" y="168"/>
                    <a:pt x="389" y="168"/>
                    <a:pt x="389" y="168"/>
                  </a:cubicBezTo>
                  <a:cubicBezTo>
                    <a:pt x="394" y="164"/>
                    <a:pt x="399" y="160"/>
                    <a:pt x="403" y="157"/>
                  </a:cubicBezTo>
                  <a:cubicBezTo>
                    <a:pt x="402" y="156"/>
                    <a:pt x="401" y="155"/>
                    <a:pt x="399" y="154"/>
                  </a:cubicBezTo>
                  <a:cubicBezTo>
                    <a:pt x="401" y="155"/>
                    <a:pt x="402" y="156"/>
                    <a:pt x="403" y="157"/>
                  </a:cubicBezTo>
                  <a:cubicBezTo>
                    <a:pt x="404" y="157"/>
                    <a:pt x="405" y="158"/>
                    <a:pt x="405" y="158"/>
                  </a:cubicBezTo>
                  <a:cubicBezTo>
                    <a:pt x="406" y="158"/>
                    <a:pt x="406" y="158"/>
                    <a:pt x="406" y="158"/>
                  </a:cubicBezTo>
                  <a:cubicBezTo>
                    <a:pt x="413" y="168"/>
                    <a:pt x="413" y="168"/>
                    <a:pt x="413" y="168"/>
                  </a:cubicBezTo>
                  <a:cubicBezTo>
                    <a:pt x="406" y="158"/>
                    <a:pt x="406" y="158"/>
                    <a:pt x="406" y="158"/>
                  </a:cubicBezTo>
                  <a:cubicBezTo>
                    <a:pt x="403" y="166"/>
                    <a:pt x="403" y="166"/>
                    <a:pt x="403" y="166"/>
                  </a:cubicBezTo>
                  <a:cubicBezTo>
                    <a:pt x="399" y="173"/>
                    <a:pt x="399" y="173"/>
                    <a:pt x="399" y="173"/>
                  </a:cubicBezTo>
                  <a:cubicBezTo>
                    <a:pt x="400" y="174"/>
                    <a:pt x="402" y="175"/>
                    <a:pt x="403" y="176"/>
                  </a:cubicBezTo>
                  <a:moveTo>
                    <a:pt x="1158" y="3"/>
                  </a:moveTo>
                  <a:cubicBezTo>
                    <a:pt x="1155" y="2"/>
                    <a:pt x="1153" y="1"/>
                    <a:pt x="1150" y="0"/>
                  </a:cubicBezTo>
                  <a:cubicBezTo>
                    <a:pt x="1151" y="0"/>
                    <a:pt x="1152" y="1"/>
                    <a:pt x="1152" y="1"/>
                  </a:cubicBezTo>
                  <a:cubicBezTo>
                    <a:pt x="1155" y="2"/>
                    <a:pt x="1157" y="3"/>
                    <a:pt x="1160" y="4"/>
                  </a:cubicBezTo>
                  <a:cubicBezTo>
                    <a:pt x="1159" y="4"/>
                    <a:pt x="1158" y="3"/>
                    <a:pt x="1158" y="3"/>
                  </a:cubicBezTo>
                  <a:moveTo>
                    <a:pt x="1166" y="8"/>
                  </a:moveTo>
                  <a:cubicBezTo>
                    <a:pt x="1161" y="6"/>
                    <a:pt x="1156" y="4"/>
                    <a:pt x="1150" y="2"/>
                  </a:cubicBezTo>
                  <a:cubicBezTo>
                    <a:pt x="1152" y="3"/>
                    <a:pt x="1154" y="5"/>
                    <a:pt x="1156" y="6"/>
                  </a:cubicBezTo>
                  <a:cubicBezTo>
                    <a:pt x="1159" y="8"/>
                    <a:pt x="1161" y="10"/>
                    <a:pt x="1164" y="12"/>
                  </a:cubicBezTo>
                  <a:cubicBezTo>
                    <a:pt x="1170" y="15"/>
                    <a:pt x="1175" y="16"/>
                    <a:pt x="1180" y="19"/>
                  </a:cubicBezTo>
                  <a:cubicBezTo>
                    <a:pt x="1178" y="17"/>
                    <a:pt x="1175" y="15"/>
                    <a:pt x="1173" y="13"/>
                  </a:cubicBezTo>
                  <a:cubicBezTo>
                    <a:pt x="1171" y="11"/>
                    <a:pt x="1169" y="9"/>
                    <a:pt x="1166" y="8"/>
                  </a:cubicBezTo>
                  <a:moveTo>
                    <a:pt x="463" y="42"/>
                  </a:moveTo>
                  <a:cubicBezTo>
                    <a:pt x="469" y="39"/>
                    <a:pt x="475" y="37"/>
                    <a:pt x="480" y="35"/>
                  </a:cubicBezTo>
                  <a:cubicBezTo>
                    <a:pt x="475" y="37"/>
                    <a:pt x="469" y="39"/>
                    <a:pt x="463" y="42"/>
                  </a:cubicBezTo>
                  <a:cubicBezTo>
                    <a:pt x="469" y="39"/>
                    <a:pt x="475" y="37"/>
                    <a:pt x="480" y="35"/>
                  </a:cubicBezTo>
                  <a:cubicBezTo>
                    <a:pt x="480" y="34"/>
                    <a:pt x="480" y="34"/>
                    <a:pt x="480" y="34"/>
                  </a:cubicBezTo>
                  <a:cubicBezTo>
                    <a:pt x="481" y="33"/>
                    <a:pt x="481" y="32"/>
                    <a:pt x="481" y="32"/>
                  </a:cubicBezTo>
                  <a:cubicBezTo>
                    <a:pt x="475" y="34"/>
                    <a:pt x="469" y="37"/>
                    <a:pt x="463" y="39"/>
                  </a:cubicBezTo>
                  <a:cubicBezTo>
                    <a:pt x="463" y="39"/>
                    <a:pt x="463" y="40"/>
                    <a:pt x="463" y="40"/>
                  </a:cubicBezTo>
                  <a:cubicBezTo>
                    <a:pt x="463" y="41"/>
                    <a:pt x="463" y="42"/>
                    <a:pt x="463" y="42"/>
                  </a:cubicBezTo>
                  <a:cubicBezTo>
                    <a:pt x="463" y="42"/>
                    <a:pt x="463" y="41"/>
                    <a:pt x="463" y="40"/>
                  </a:cubicBezTo>
                  <a:cubicBezTo>
                    <a:pt x="463" y="41"/>
                    <a:pt x="463" y="42"/>
                    <a:pt x="463" y="42"/>
                  </a:cubicBezTo>
                  <a:moveTo>
                    <a:pt x="462" y="67"/>
                  </a:moveTo>
                  <a:cubicBezTo>
                    <a:pt x="463" y="69"/>
                    <a:pt x="464" y="70"/>
                    <a:pt x="466" y="72"/>
                  </a:cubicBezTo>
                  <a:cubicBezTo>
                    <a:pt x="470" y="60"/>
                    <a:pt x="470" y="60"/>
                    <a:pt x="470" y="60"/>
                  </a:cubicBezTo>
                  <a:cubicBezTo>
                    <a:pt x="469" y="55"/>
                    <a:pt x="471" y="52"/>
                    <a:pt x="481" y="42"/>
                  </a:cubicBezTo>
                  <a:cubicBezTo>
                    <a:pt x="474" y="46"/>
                    <a:pt x="464" y="53"/>
                    <a:pt x="456" y="57"/>
                  </a:cubicBezTo>
                  <a:cubicBezTo>
                    <a:pt x="457" y="60"/>
                    <a:pt x="459" y="64"/>
                    <a:pt x="462" y="67"/>
                  </a:cubicBezTo>
                  <a:moveTo>
                    <a:pt x="1398" y="429"/>
                  </a:moveTo>
                  <a:cubicBezTo>
                    <a:pt x="1398" y="430"/>
                    <a:pt x="1399" y="430"/>
                    <a:pt x="1399" y="431"/>
                  </a:cubicBezTo>
                  <a:cubicBezTo>
                    <a:pt x="1399" y="430"/>
                    <a:pt x="1398" y="430"/>
                    <a:pt x="1398" y="429"/>
                  </a:cubicBezTo>
                  <a:moveTo>
                    <a:pt x="1400" y="432"/>
                  </a:moveTo>
                  <a:cubicBezTo>
                    <a:pt x="1400" y="432"/>
                    <a:pt x="1399" y="431"/>
                    <a:pt x="1399" y="431"/>
                  </a:cubicBezTo>
                  <a:cubicBezTo>
                    <a:pt x="1399" y="431"/>
                    <a:pt x="1400" y="432"/>
                    <a:pt x="1400" y="432"/>
                  </a:cubicBezTo>
                  <a:moveTo>
                    <a:pt x="1402" y="433"/>
                  </a:moveTo>
                  <a:cubicBezTo>
                    <a:pt x="1401" y="433"/>
                    <a:pt x="1401" y="432"/>
                    <a:pt x="1400" y="432"/>
                  </a:cubicBezTo>
                  <a:cubicBezTo>
                    <a:pt x="1401" y="432"/>
                    <a:pt x="1401" y="433"/>
                    <a:pt x="1402" y="433"/>
                  </a:cubicBezTo>
                  <a:moveTo>
                    <a:pt x="1402" y="435"/>
                  </a:moveTo>
                  <a:cubicBezTo>
                    <a:pt x="1402" y="434"/>
                    <a:pt x="1402" y="434"/>
                    <a:pt x="1402" y="433"/>
                  </a:cubicBezTo>
                  <a:cubicBezTo>
                    <a:pt x="1402" y="434"/>
                    <a:pt x="1402" y="434"/>
                    <a:pt x="1402" y="435"/>
                  </a:cubicBezTo>
                  <a:moveTo>
                    <a:pt x="1403" y="436"/>
                  </a:moveTo>
                  <a:cubicBezTo>
                    <a:pt x="1403" y="436"/>
                    <a:pt x="1403" y="435"/>
                    <a:pt x="1402" y="435"/>
                  </a:cubicBezTo>
                  <a:cubicBezTo>
                    <a:pt x="1403" y="435"/>
                    <a:pt x="1403" y="436"/>
                    <a:pt x="1403" y="436"/>
                  </a:cubicBezTo>
                  <a:moveTo>
                    <a:pt x="1404" y="437"/>
                  </a:moveTo>
                  <a:cubicBezTo>
                    <a:pt x="1404" y="437"/>
                    <a:pt x="1404" y="436"/>
                    <a:pt x="1403" y="436"/>
                  </a:cubicBezTo>
                  <a:cubicBezTo>
                    <a:pt x="1404" y="436"/>
                    <a:pt x="1404" y="437"/>
                    <a:pt x="1404" y="437"/>
                  </a:cubicBezTo>
                  <a:moveTo>
                    <a:pt x="1405" y="438"/>
                  </a:moveTo>
                  <a:cubicBezTo>
                    <a:pt x="1405" y="438"/>
                    <a:pt x="1404" y="437"/>
                    <a:pt x="1404" y="437"/>
                  </a:cubicBezTo>
                  <a:cubicBezTo>
                    <a:pt x="1404" y="437"/>
                    <a:pt x="1405" y="438"/>
                    <a:pt x="1405" y="438"/>
                  </a:cubicBezTo>
                  <a:moveTo>
                    <a:pt x="1406" y="439"/>
                  </a:moveTo>
                  <a:cubicBezTo>
                    <a:pt x="1406" y="439"/>
                    <a:pt x="1405" y="439"/>
                    <a:pt x="1405" y="438"/>
                  </a:cubicBezTo>
                  <a:cubicBezTo>
                    <a:pt x="1405" y="439"/>
                    <a:pt x="1406" y="439"/>
                    <a:pt x="1406" y="439"/>
                  </a:cubicBezTo>
                  <a:moveTo>
                    <a:pt x="1407" y="440"/>
                  </a:moveTo>
                  <a:cubicBezTo>
                    <a:pt x="1407" y="440"/>
                    <a:pt x="1407" y="440"/>
                    <a:pt x="1406" y="439"/>
                  </a:cubicBezTo>
                  <a:cubicBezTo>
                    <a:pt x="1407" y="440"/>
                    <a:pt x="1407" y="440"/>
                    <a:pt x="1407" y="440"/>
                  </a:cubicBezTo>
                  <a:moveTo>
                    <a:pt x="1408" y="441"/>
                  </a:moveTo>
                  <a:cubicBezTo>
                    <a:pt x="1408" y="441"/>
                    <a:pt x="1407" y="440"/>
                    <a:pt x="1407" y="440"/>
                  </a:cubicBezTo>
                  <a:cubicBezTo>
                    <a:pt x="1407" y="440"/>
                    <a:pt x="1408" y="441"/>
                    <a:pt x="1408" y="441"/>
                  </a:cubicBezTo>
                  <a:moveTo>
                    <a:pt x="1409" y="442"/>
                  </a:moveTo>
                  <a:cubicBezTo>
                    <a:pt x="1409" y="442"/>
                    <a:pt x="1409" y="441"/>
                    <a:pt x="1408" y="441"/>
                  </a:cubicBezTo>
                  <a:cubicBezTo>
                    <a:pt x="1409" y="441"/>
                    <a:pt x="1409" y="442"/>
                    <a:pt x="1409" y="442"/>
                  </a:cubicBezTo>
                  <a:moveTo>
                    <a:pt x="1410" y="443"/>
                  </a:moveTo>
                  <a:cubicBezTo>
                    <a:pt x="1410" y="443"/>
                    <a:pt x="1409" y="442"/>
                    <a:pt x="1409" y="442"/>
                  </a:cubicBezTo>
                  <a:cubicBezTo>
                    <a:pt x="1409" y="442"/>
                    <a:pt x="1410" y="443"/>
                    <a:pt x="1410" y="443"/>
                  </a:cubicBezTo>
                  <a:moveTo>
                    <a:pt x="1411" y="443"/>
                  </a:moveTo>
                  <a:cubicBezTo>
                    <a:pt x="1410" y="443"/>
                    <a:pt x="1410" y="443"/>
                    <a:pt x="1410" y="443"/>
                  </a:cubicBezTo>
                  <a:cubicBezTo>
                    <a:pt x="1411" y="443"/>
                    <a:pt x="1411" y="443"/>
                    <a:pt x="1411" y="443"/>
                  </a:cubicBezTo>
                  <a:moveTo>
                    <a:pt x="1412" y="443"/>
                  </a:moveTo>
                  <a:cubicBezTo>
                    <a:pt x="1412" y="443"/>
                    <a:pt x="1411" y="443"/>
                    <a:pt x="1411" y="443"/>
                  </a:cubicBezTo>
                  <a:cubicBezTo>
                    <a:pt x="1411" y="443"/>
                    <a:pt x="1412" y="443"/>
                    <a:pt x="1412" y="443"/>
                  </a:cubicBezTo>
                  <a:moveTo>
                    <a:pt x="1413" y="443"/>
                  </a:moveTo>
                  <a:cubicBezTo>
                    <a:pt x="1412" y="443"/>
                    <a:pt x="1412" y="443"/>
                    <a:pt x="1412" y="443"/>
                  </a:cubicBezTo>
                  <a:cubicBezTo>
                    <a:pt x="1412" y="443"/>
                    <a:pt x="1412" y="443"/>
                    <a:pt x="1413" y="443"/>
                  </a:cubicBezTo>
                  <a:moveTo>
                    <a:pt x="1414" y="443"/>
                  </a:moveTo>
                  <a:cubicBezTo>
                    <a:pt x="1413" y="443"/>
                    <a:pt x="1413" y="443"/>
                    <a:pt x="1413" y="443"/>
                  </a:cubicBezTo>
                  <a:cubicBezTo>
                    <a:pt x="1413" y="443"/>
                    <a:pt x="1413" y="443"/>
                    <a:pt x="1414" y="443"/>
                  </a:cubicBezTo>
                  <a:moveTo>
                    <a:pt x="1415" y="442"/>
                  </a:moveTo>
                  <a:cubicBezTo>
                    <a:pt x="1414" y="443"/>
                    <a:pt x="1414" y="443"/>
                    <a:pt x="1414" y="443"/>
                  </a:cubicBezTo>
                  <a:cubicBezTo>
                    <a:pt x="1414" y="443"/>
                    <a:pt x="1414" y="443"/>
                    <a:pt x="1415" y="442"/>
                  </a:cubicBezTo>
                  <a:moveTo>
                    <a:pt x="1416" y="442"/>
                  </a:moveTo>
                  <a:cubicBezTo>
                    <a:pt x="1415" y="442"/>
                    <a:pt x="1415" y="442"/>
                    <a:pt x="1415" y="442"/>
                  </a:cubicBezTo>
                  <a:cubicBezTo>
                    <a:pt x="1415" y="442"/>
                    <a:pt x="1415" y="442"/>
                    <a:pt x="1416" y="442"/>
                  </a:cubicBezTo>
                  <a:moveTo>
                    <a:pt x="1416" y="441"/>
                  </a:moveTo>
                  <a:cubicBezTo>
                    <a:pt x="1416" y="441"/>
                    <a:pt x="1416" y="441"/>
                    <a:pt x="1416" y="442"/>
                  </a:cubicBezTo>
                  <a:cubicBezTo>
                    <a:pt x="1416" y="441"/>
                    <a:pt x="1416" y="441"/>
                    <a:pt x="1416" y="441"/>
                  </a:cubicBezTo>
                  <a:moveTo>
                    <a:pt x="1416" y="440"/>
                  </a:moveTo>
                  <a:cubicBezTo>
                    <a:pt x="1416" y="440"/>
                    <a:pt x="1416" y="440"/>
                    <a:pt x="1416" y="441"/>
                  </a:cubicBezTo>
                  <a:cubicBezTo>
                    <a:pt x="1416" y="440"/>
                    <a:pt x="1416" y="440"/>
                    <a:pt x="1416" y="440"/>
                  </a:cubicBezTo>
                  <a:moveTo>
                    <a:pt x="1416" y="439"/>
                  </a:moveTo>
                  <a:cubicBezTo>
                    <a:pt x="1416" y="439"/>
                    <a:pt x="1416" y="439"/>
                    <a:pt x="1416" y="440"/>
                  </a:cubicBezTo>
                  <a:cubicBezTo>
                    <a:pt x="1416" y="439"/>
                    <a:pt x="1416" y="439"/>
                    <a:pt x="1416" y="439"/>
                  </a:cubicBezTo>
                  <a:moveTo>
                    <a:pt x="1416" y="437"/>
                  </a:moveTo>
                  <a:cubicBezTo>
                    <a:pt x="1416" y="438"/>
                    <a:pt x="1416" y="438"/>
                    <a:pt x="1416" y="439"/>
                  </a:cubicBezTo>
                  <a:cubicBezTo>
                    <a:pt x="1416" y="438"/>
                    <a:pt x="1416" y="438"/>
                    <a:pt x="1416" y="437"/>
                  </a:cubicBezTo>
                  <a:moveTo>
                    <a:pt x="1416" y="436"/>
                  </a:moveTo>
                  <a:cubicBezTo>
                    <a:pt x="1416" y="437"/>
                    <a:pt x="1416" y="437"/>
                    <a:pt x="1416" y="437"/>
                  </a:cubicBezTo>
                  <a:cubicBezTo>
                    <a:pt x="1416" y="437"/>
                    <a:pt x="1416" y="437"/>
                    <a:pt x="1416" y="436"/>
                  </a:cubicBezTo>
                  <a:moveTo>
                    <a:pt x="1416" y="435"/>
                  </a:moveTo>
                  <a:cubicBezTo>
                    <a:pt x="1416" y="436"/>
                    <a:pt x="1416" y="436"/>
                    <a:pt x="1416" y="436"/>
                  </a:cubicBezTo>
                  <a:cubicBezTo>
                    <a:pt x="1416" y="436"/>
                    <a:pt x="1416" y="436"/>
                    <a:pt x="1416" y="435"/>
                  </a:cubicBezTo>
                  <a:moveTo>
                    <a:pt x="1416" y="434"/>
                  </a:moveTo>
                  <a:cubicBezTo>
                    <a:pt x="1416" y="434"/>
                    <a:pt x="1416" y="435"/>
                    <a:pt x="1416" y="435"/>
                  </a:cubicBezTo>
                  <a:cubicBezTo>
                    <a:pt x="1416" y="435"/>
                    <a:pt x="1416" y="434"/>
                    <a:pt x="1416" y="434"/>
                  </a:cubicBezTo>
                  <a:moveTo>
                    <a:pt x="1415" y="432"/>
                  </a:moveTo>
                  <a:cubicBezTo>
                    <a:pt x="1416" y="432"/>
                    <a:pt x="1416" y="433"/>
                    <a:pt x="1416" y="434"/>
                  </a:cubicBezTo>
                  <a:cubicBezTo>
                    <a:pt x="1416" y="433"/>
                    <a:pt x="1416" y="432"/>
                    <a:pt x="1415" y="432"/>
                  </a:cubicBezTo>
                  <a:moveTo>
                    <a:pt x="1415" y="431"/>
                  </a:moveTo>
                  <a:cubicBezTo>
                    <a:pt x="1415" y="431"/>
                    <a:pt x="1415" y="432"/>
                    <a:pt x="1415" y="432"/>
                  </a:cubicBezTo>
                  <a:cubicBezTo>
                    <a:pt x="1415" y="432"/>
                    <a:pt x="1415" y="431"/>
                    <a:pt x="1415" y="431"/>
                  </a:cubicBezTo>
                  <a:moveTo>
                    <a:pt x="1415" y="431"/>
                  </a:moveTo>
                  <a:cubicBezTo>
                    <a:pt x="1415" y="430"/>
                    <a:pt x="1414" y="429"/>
                    <a:pt x="1414" y="429"/>
                  </a:cubicBezTo>
                  <a:cubicBezTo>
                    <a:pt x="1414" y="429"/>
                    <a:pt x="1415" y="430"/>
                    <a:pt x="1415" y="431"/>
                  </a:cubicBezTo>
                  <a:moveTo>
                    <a:pt x="1414" y="427"/>
                  </a:moveTo>
                  <a:cubicBezTo>
                    <a:pt x="1414" y="428"/>
                    <a:pt x="1414" y="428"/>
                    <a:pt x="1414" y="429"/>
                  </a:cubicBezTo>
                  <a:cubicBezTo>
                    <a:pt x="1414" y="428"/>
                    <a:pt x="1414" y="428"/>
                    <a:pt x="1414" y="427"/>
                  </a:cubicBezTo>
                  <a:moveTo>
                    <a:pt x="1414" y="427"/>
                  </a:moveTo>
                  <a:cubicBezTo>
                    <a:pt x="1414" y="427"/>
                    <a:pt x="1413" y="426"/>
                    <a:pt x="1413" y="426"/>
                  </a:cubicBezTo>
                  <a:cubicBezTo>
                    <a:pt x="1413" y="426"/>
                    <a:pt x="1414" y="427"/>
                    <a:pt x="1414" y="427"/>
                  </a:cubicBezTo>
                  <a:moveTo>
                    <a:pt x="1413" y="426"/>
                  </a:moveTo>
                  <a:cubicBezTo>
                    <a:pt x="1413" y="426"/>
                    <a:pt x="1413" y="425"/>
                    <a:pt x="1413" y="425"/>
                  </a:cubicBezTo>
                  <a:cubicBezTo>
                    <a:pt x="1413" y="425"/>
                    <a:pt x="1413" y="426"/>
                    <a:pt x="1413" y="426"/>
                  </a:cubicBezTo>
                  <a:moveTo>
                    <a:pt x="1413" y="425"/>
                  </a:moveTo>
                  <a:cubicBezTo>
                    <a:pt x="1413" y="424"/>
                    <a:pt x="1412" y="424"/>
                    <a:pt x="1412" y="423"/>
                  </a:cubicBezTo>
                  <a:cubicBezTo>
                    <a:pt x="1412" y="424"/>
                    <a:pt x="1413" y="424"/>
                    <a:pt x="1413" y="425"/>
                  </a:cubicBezTo>
                  <a:moveTo>
                    <a:pt x="1374" y="410"/>
                  </a:moveTo>
                  <a:cubicBezTo>
                    <a:pt x="1375" y="407"/>
                    <a:pt x="1376" y="402"/>
                    <a:pt x="1377" y="399"/>
                  </a:cubicBezTo>
                  <a:cubicBezTo>
                    <a:pt x="1376" y="402"/>
                    <a:pt x="1375" y="407"/>
                    <a:pt x="1374" y="410"/>
                  </a:cubicBezTo>
                  <a:moveTo>
                    <a:pt x="1380" y="398"/>
                  </a:moveTo>
                  <a:cubicBezTo>
                    <a:pt x="1379" y="398"/>
                    <a:pt x="1378" y="398"/>
                    <a:pt x="1377" y="399"/>
                  </a:cubicBezTo>
                  <a:cubicBezTo>
                    <a:pt x="1378" y="398"/>
                    <a:pt x="1379" y="398"/>
                    <a:pt x="1380" y="398"/>
                  </a:cubicBezTo>
                  <a:moveTo>
                    <a:pt x="1382" y="397"/>
                  </a:moveTo>
                  <a:cubicBezTo>
                    <a:pt x="1382" y="397"/>
                    <a:pt x="1381" y="397"/>
                    <a:pt x="1380" y="398"/>
                  </a:cubicBezTo>
                  <a:cubicBezTo>
                    <a:pt x="1381" y="397"/>
                    <a:pt x="1382" y="397"/>
                    <a:pt x="1382" y="397"/>
                  </a:cubicBezTo>
                  <a:moveTo>
                    <a:pt x="1382" y="397"/>
                  </a:moveTo>
                  <a:cubicBezTo>
                    <a:pt x="1383" y="396"/>
                    <a:pt x="1384" y="396"/>
                    <a:pt x="1384" y="396"/>
                  </a:cubicBezTo>
                  <a:cubicBezTo>
                    <a:pt x="1384" y="396"/>
                    <a:pt x="1383" y="396"/>
                    <a:pt x="1382" y="397"/>
                  </a:cubicBezTo>
                  <a:moveTo>
                    <a:pt x="1387" y="395"/>
                  </a:moveTo>
                  <a:cubicBezTo>
                    <a:pt x="1386" y="395"/>
                    <a:pt x="1385" y="396"/>
                    <a:pt x="1384" y="396"/>
                  </a:cubicBezTo>
                  <a:cubicBezTo>
                    <a:pt x="1385" y="396"/>
                    <a:pt x="1386" y="395"/>
                    <a:pt x="1387" y="395"/>
                  </a:cubicBezTo>
                  <a:moveTo>
                    <a:pt x="1389" y="395"/>
                  </a:moveTo>
                  <a:cubicBezTo>
                    <a:pt x="1388" y="395"/>
                    <a:pt x="1387" y="395"/>
                    <a:pt x="1387" y="395"/>
                  </a:cubicBezTo>
                  <a:cubicBezTo>
                    <a:pt x="1387" y="395"/>
                    <a:pt x="1388" y="395"/>
                    <a:pt x="1389" y="395"/>
                  </a:cubicBezTo>
                  <a:moveTo>
                    <a:pt x="1390" y="395"/>
                  </a:moveTo>
                  <a:cubicBezTo>
                    <a:pt x="1389" y="395"/>
                    <a:pt x="1389" y="395"/>
                    <a:pt x="1389" y="395"/>
                  </a:cubicBezTo>
                  <a:cubicBezTo>
                    <a:pt x="1389" y="395"/>
                    <a:pt x="1389" y="395"/>
                    <a:pt x="1390" y="395"/>
                  </a:cubicBezTo>
                  <a:moveTo>
                    <a:pt x="1392" y="394"/>
                  </a:moveTo>
                  <a:cubicBezTo>
                    <a:pt x="1391" y="395"/>
                    <a:pt x="1391" y="395"/>
                    <a:pt x="1390" y="395"/>
                  </a:cubicBezTo>
                  <a:cubicBezTo>
                    <a:pt x="1391" y="395"/>
                    <a:pt x="1391" y="395"/>
                    <a:pt x="1392" y="394"/>
                  </a:cubicBezTo>
                  <a:moveTo>
                    <a:pt x="1392" y="394"/>
                  </a:moveTo>
                  <a:cubicBezTo>
                    <a:pt x="1392" y="394"/>
                    <a:pt x="1392" y="394"/>
                    <a:pt x="1392" y="394"/>
                  </a:cubicBezTo>
                  <a:cubicBezTo>
                    <a:pt x="1392" y="394"/>
                    <a:pt x="1392" y="394"/>
                    <a:pt x="1392" y="394"/>
                  </a:cubicBezTo>
                  <a:moveTo>
                    <a:pt x="1392" y="394"/>
                  </a:moveTo>
                  <a:cubicBezTo>
                    <a:pt x="1392" y="394"/>
                    <a:pt x="1392" y="394"/>
                    <a:pt x="1392" y="394"/>
                  </a:cubicBezTo>
                  <a:cubicBezTo>
                    <a:pt x="1392" y="394"/>
                    <a:pt x="1392" y="394"/>
                    <a:pt x="1392" y="394"/>
                  </a:cubicBezTo>
                  <a:moveTo>
                    <a:pt x="1393" y="394"/>
                  </a:moveTo>
                  <a:cubicBezTo>
                    <a:pt x="1392" y="394"/>
                    <a:pt x="1392" y="394"/>
                    <a:pt x="1392" y="394"/>
                  </a:cubicBezTo>
                  <a:cubicBezTo>
                    <a:pt x="1392" y="394"/>
                    <a:pt x="1392"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4" y="393"/>
                  </a:moveTo>
                  <a:cubicBezTo>
                    <a:pt x="1394" y="393"/>
                    <a:pt x="1393" y="394"/>
                    <a:pt x="1393" y="394"/>
                  </a:cubicBezTo>
                  <a:cubicBezTo>
                    <a:pt x="1393" y="394"/>
                    <a:pt x="1394" y="393"/>
                    <a:pt x="1394" y="393"/>
                  </a:cubicBezTo>
                  <a:moveTo>
                    <a:pt x="1395" y="392"/>
                  </a:moveTo>
                  <a:cubicBezTo>
                    <a:pt x="1395" y="392"/>
                    <a:pt x="1395" y="393"/>
                    <a:pt x="1394" y="393"/>
                  </a:cubicBezTo>
                  <a:cubicBezTo>
                    <a:pt x="1395" y="393"/>
                    <a:pt x="1395" y="392"/>
                    <a:pt x="1395" y="392"/>
                  </a:cubicBezTo>
                  <a:moveTo>
                    <a:pt x="1396" y="390"/>
                  </a:moveTo>
                  <a:cubicBezTo>
                    <a:pt x="1396" y="391"/>
                    <a:pt x="1395" y="391"/>
                    <a:pt x="1395" y="392"/>
                  </a:cubicBezTo>
                  <a:cubicBezTo>
                    <a:pt x="1395" y="391"/>
                    <a:pt x="1396" y="391"/>
                    <a:pt x="1396" y="390"/>
                  </a:cubicBezTo>
                  <a:moveTo>
                    <a:pt x="1396" y="388"/>
                  </a:moveTo>
                  <a:cubicBezTo>
                    <a:pt x="1396" y="389"/>
                    <a:pt x="1396" y="390"/>
                    <a:pt x="1396" y="390"/>
                  </a:cubicBezTo>
                  <a:cubicBezTo>
                    <a:pt x="1396" y="390"/>
                    <a:pt x="1396" y="389"/>
                    <a:pt x="1396" y="388"/>
                  </a:cubicBezTo>
                  <a:moveTo>
                    <a:pt x="1396" y="386"/>
                  </a:moveTo>
                  <a:cubicBezTo>
                    <a:pt x="1396" y="387"/>
                    <a:pt x="1396" y="387"/>
                    <a:pt x="1396" y="388"/>
                  </a:cubicBezTo>
                  <a:cubicBezTo>
                    <a:pt x="1396" y="387"/>
                    <a:pt x="1396" y="387"/>
                    <a:pt x="1396" y="386"/>
                  </a:cubicBezTo>
                  <a:moveTo>
                    <a:pt x="1395" y="383"/>
                  </a:moveTo>
                  <a:cubicBezTo>
                    <a:pt x="1395" y="384"/>
                    <a:pt x="1395" y="385"/>
                    <a:pt x="1396" y="386"/>
                  </a:cubicBezTo>
                  <a:cubicBezTo>
                    <a:pt x="1395" y="385"/>
                    <a:pt x="1395" y="384"/>
                    <a:pt x="1395" y="383"/>
                  </a:cubicBezTo>
                  <a:moveTo>
                    <a:pt x="1394" y="378"/>
                  </a:moveTo>
                  <a:cubicBezTo>
                    <a:pt x="1394" y="380"/>
                    <a:pt x="1395" y="382"/>
                    <a:pt x="1395" y="383"/>
                  </a:cubicBezTo>
                  <a:cubicBezTo>
                    <a:pt x="1395" y="382"/>
                    <a:pt x="1394" y="380"/>
                    <a:pt x="1394" y="378"/>
                  </a:cubicBezTo>
                  <a:moveTo>
                    <a:pt x="1392" y="374"/>
                  </a:moveTo>
                  <a:cubicBezTo>
                    <a:pt x="1393" y="375"/>
                    <a:pt x="1393" y="377"/>
                    <a:pt x="1394" y="378"/>
                  </a:cubicBezTo>
                  <a:cubicBezTo>
                    <a:pt x="1393" y="377"/>
                    <a:pt x="1393" y="375"/>
                    <a:pt x="1392" y="374"/>
                  </a:cubicBezTo>
                  <a:moveTo>
                    <a:pt x="1392" y="374"/>
                  </a:moveTo>
                  <a:cubicBezTo>
                    <a:pt x="1392" y="374"/>
                    <a:pt x="1392" y="374"/>
                    <a:pt x="1392" y="374"/>
                  </a:cubicBezTo>
                  <a:cubicBezTo>
                    <a:pt x="1392" y="374"/>
                    <a:pt x="1392" y="374"/>
                    <a:pt x="1392" y="374"/>
                  </a:cubicBezTo>
                  <a:moveTo>
                    <a:pt x="1392" y="374"/>
                  </a:moveTo>
                  <a:cubicBezTo>
                    <a:pt x="1392" y="374"/>
                    <a:pt x="1392" y="374"/>
                    <a:pt x="1392" y="374"/>
                  </a:cubicBezTo>
                  <a:cubicBezTo>
                    <a:pt x="1392" y="374"/>
                    <a:pt x="1392" y="374"/>
                    <a:pt x="1392" y="374"/>
                  </a:cubicBezTo>
                  <a:moveTo>
                    <a:pt x="1392" y="373"/>
                  </a:moveTo>
                  <a:cubicBezTo>
                    <a:pt x="1392" y="374"/>
                    <a:pt x="1392" y="374"/>
                    <a:pt x="1392" y="374"/>
                  </a:cubicBezTo>
                  <a:cubicBezTo>
                    <a:pt x="1392" y="374"/>
                    <a:pt x="1392" y="374"/>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434" y="260"/>
                  </a:moveTo>
                  <a:cubicBezTo>
                    <a:pt x="1434" y="261"/>
                    <a:pt x="1434" y="261"/>
                    <a:pt x="1434" y="261"/>
                  </a:cubicBezTo>
                  <a:cubicBezTo>
                    <a:pt x="1434" y="261"/>
                    <a:pt x="1434" y="261"/>
                    <a:pt x="1434" y="260"/>
                  </a:cubicBezTo>
                  <a:moveTo>
                    <a:pt x="1435" y="259"/>
                  </a:moveTo>
                  <a:cubicBezTo>
                    <a:pt x="1434" y="260"/>
                    <a:pt x="1434" y="260"/>
                    <a:pt x="1434" y="260"/>
                  </a:cubicBezTo>
                  <a:cubicBezTo>
                    <a:pt x="1434" y="260"/>
                    <a:pt x="1434" y="260"/>
                    <a:pt x="1435" y="259"/>
                  </a:cubicBezTo>
                  <a:moveTo>
                    <a:pt x="1435" y="259"/>
                  </a:moveTo>
                  <a:cubicBezTo>
                    <a:pt x="1435" y="259"/>
                    <a:pt x="1435" y="259"/>
                    <a:pt x="1435" y="259"/>
                  </a:cubicBezTo>
                  <a:cubicBezTo>
                    <a:pt x="1435" y="259"/>
                    <a:pt x="1435" y="259"/>
                    <a:pt x="1435" y="259"/>
                  </a:cubicBezTo>
                  <a:moveTo>
                    <a:pt x="1435" y="258"/>
                  </a:moveTo>
                  <a:cubicBezTo>
                    <a:pt x="1435" y="258"/>
                    <a:pt x="1435" y="258"/>
                    <a:pt x="1435" y="259"/>
                  </a:cubicBezTo>
                  <a:cubicBezTo>
                    <a:pt x="1435" y="258"/>
                    <a:pt x="1435" y="258"/>
                    <a:pt x="1435" y="258"/>
                  </a:cubicBezTo>
                  <a:moveTo>
                    <a:pt x="1435" y="257"/>
                  </a:moveTo>
                  <a:cubicBezTo>
                    <a:pt x="1435" y="257"/>
                    <a:pt x="1435" y="257"/>
                    <a:pt x="1435" y="258"/>
                  </a:cubicBezTo>
                  <a:cubicBezTo>
                    <a:pt x="1435" y="257"/>
                    <a:pt x="1435" y="257"/>
                    <a:pt x="1435" y="257"/>
                  </a:cubicBezTo>
                  <a:moveTo>
                    <a:pt x="1435" y="256"/>
                  </a:moveTo>
                  <a:cubicBezTo>
                    <a:pt x="1435" y="256"/>
                    <a:pt x="1435" y="256"/>
                    <a:pt x="1435" y="257"/>
                  </a:cubicBezTo>
                  <a:cubicBezTo>
                    <a:pt x="1435" y="256"/>
                    <a:pt x="1435" y="256"/>
                    <a:pt x="1435" y="256"/>
                  </a:cubicBezTo>
                  <a:moveTo>
                    <a:pt x="1435" y="255"/>
                  </a:moveTo>
                  <a:cubicBezTo>
                    <a:pt x="1435" y="255"/>
                    <a:pt x="1435" y="255"/>
                    <a:pt x="1435" y="256"/>
                  </a:cubicBezTo>
                  <a:cubicBezTo>
                    <a:pt x="1435" y="255"/>
                    <a:pt x="1435" y="255"/>
                    <a:pt x="1435" y="255"/>
                  </a:cubicBezTo>
                  <a:moveTo>
                    <a:pt x="1435" y="254"/>
                  </a:moveTo>
                  <a:cubicBezTo>
                    <a:pt x="1435" y="254"/>
                    <a:pt x="1435" y="254"/>
                    <a:pt x="1435" y="255"/>
                  </a:cubicBezTo>
                  <a:cubicBezTo>
                    <a:pt x="1435" y="254"/>
                    <a:pt x="1435" y="254"/>
                    <a:pt x="1435" y="254"/>
                  </a:cubicBezTo>
                  <a:moveTo>
                    <a:pt x="1435" y="253"/>
                  </a:moveTo>
                  <a:cubicBezTo>
                    <a:pt x="1435" y="253"/>
                    <a:pt x="1435" y="253"/>
                    <a:pt x="1435" y="254"/>
                  </a:cubicBezTo>
                  <a:cubicBezTo>
                    <a:pt x="1435" y="253"/>
                    <a:pt x="1435" y="253"/>
                    <a:pt x="1435" y="253"/>
                  </a:cubicBezTo>
                  <a:moveTo>
                    <a:pt x="1434" y="251"/>
                  </a:moveTo>
                  <a:cubicBezTo>
                    <a:pt x="1435" y="252"/>
                    <a:pt x="1435" y="252"/>
                    <a:pt x="1435" y="253"/>
                  </a:cubicBezTo>
                  <a:cubicBezTo>
                    <a:pt x="1435" y="252"/>
                    <a:pt x="1435" y="252"/>
                    <a:pt x="1434" y="251"/>
                  </a:cubicBezTo>
                  <a:moveTo>
                    <a:pt x="1434" y="250"/>
                  </a:moveTo>
                  <a:cubicBezTo>
                    <a:pt x="1434" y="251"/>
                    <a:pt x="1434" y="251"/>
                    <a:pt x="1434" y="251"/>
                  </a:cubicBezTo>
                  <a:cubicBezTo>
                    <a:pt x="1434" y="251"/>
                    <a:pt x="1434" y="251"/>
                    <a:pt x="1434" y="250"/>
                  </a:cubicBezTo>
                  <a:moveTo>
                    <a:pt x="1434" y="249"/>
                  </a:moveTo>
                  <a:cubicBezTo>
                    <a:pt x="1434" y="249"/>
                    <a:pt x="1434" y="250"/>
                    <a:pt x="1434" y="250"/>
                  </a:cubicBezTo>
                  <a:cubicBezTo>
                    <a:pt x="1434" y="250"/>
                    <a:pt x="1434" y="249"/>
                    <a:pt x="1434" y="249"/>
                  </a:cubicBezTo>
                  <a:moveTo>
                    <a:pt x="1433" y="248"/>
                  </a:moveTo>
                  <a:cubicBezTo>
                    <a:pt x="1433" y="248"/>
                    <a:pt x="1434" y="249"/>
                    <a:pt x="1434" y="249"/>
                  </a:cubicBezTo>
                  <a:cubicBezTo>
                    <a:pt x="1434" y="249"/>
                    <a:pt x="1433" y="248"/>
                    <a:pt x="1433" y="248"/>
                  </a:cubicBezTo>
                  <a:moveTo>
                    <a:pt x="1433" y="246"/>
                  </a:moveTo>
                  <a:cubicBezTo>
                    <a:pt x="1433" y="246"/>
                    <a:pt x="1433" y="247"/>
                    <a:pt x="1433" y="248"/>
                  </a:cubicBezTo>
                  <a:cubicBezTo>
                    <a:pt x="1433" y="247"/>
                    <a:pt x="1433" y="246"/>
                    <a:pt x="1433" y="246"/>
                  </a:cubicBezTo>
                  <a:moveTo>
                    <a:pt x="1432" y="245"/>
                  </a:moveTo>
                  <a:cubicBezTo>
                    <a:pt x="1433" y="245"/>
                    <a:pt x="1433" y="246"/>
                    <a:pt x="1433" y="246"/>
                  </a:cubicBezTo>
                  <a:cubicBezTo>
                    <a:pt x="1433" y="246"/>
                    <a:pt x="1433" y="245"/>
                    <a:pt x="1432" y="245"/>
                  </a:cubicBezTo>
                  <a:moveTo>
                    <a:pt x="1431" y="243"/>
                  </a:moveTo>
                  <a:cubicBezTo>
                    <a:pt x="1432" y="244"/>
                    <a:pt x="1432" y="244"/>
                    <a:pt x="1432" y="245"/>
                  </a:cubicBezTo>
                  <a:cubicBezTo>
                    <a:pt x="1432" y="244"/>
                    <a:pt x="1432" y="244"/>
                    <a:pt x="1431" y="243"/>
                  </a:cubicBezTo>
                  <a:moveTo>
                    <a:pt x="1430" y="242"/>
                  </a:moveTo>
                  <a:cubicBezTo>
                    <a:pt x="1431" y="242"/>
                    <a:pt x="1431" y="243"/>
                    <a:pt x="1431" y="243"/>
                  </a:cubicBezTo>
                  <a:cubicBezTo>
                    <a:pt x="1431" y="243"/>
                    <a:pt x="1431" y="242"/>
                    <a:pt x="1430" y="242"/>
                  </a:cubicBezTo>
                  <a:moveTo>
                    <a:pt x="1430" y="240"/>
                  </a:moveTo>
                  <a:cubicBezTo>
                    <a:pt x="1430" y="241"/>
                    <a:pt x="1430" y="241"/>
                    <a:pt x="1430" y="242"/>
                  </a:cubicBezTo>
                  <a:cubicBezTo>
                    <a:pt x="1430" y="241"/>
                    <a:pt x="1430" y="241"/>
                    <a:pt x="1430" y="240"/>
                  </a:cubicBezTo>
                  <a:moveTo>
                    <a:pt x="1429" y="239"/>
                  </a:moveTo>
                  <a:cubicBezTo>
                    <a:pt x="1429" y="239"/>
                    <a:pt x="1429" y="240"/>
                    <a:pt x="1430" y="240"/>
                  </a:cubicBezTo>
                  <a:cubicBezTo>
                    <a:pt x="1429" y="240"/>
                    <a:pt x="1429" y="239"/>
                    <a:pt x="1429" y="239"/>
                  </a:cubicBezTo>
                  <a:moveTo>
                    <a:pt x="1427" y="237"/>
                  </a:moveTo>
                  <a:cubicBezTo>
                    <a:pt x="1428" y="237"/>
                    <a:pt x="1428" y="238"/>
                    <a:pt x="1429" y="239"/>
                  </a:cubicBezTo>
                  <a:cubicBezTo>
                    <a:pt x="1428" y="238"/>
                    <a:pt x="1428" y="237"/>
                    <a:pt x="1427" y="237"/>
                  </a:cubicBezTo>
                  <a:moveTo>
                    <a:pt x="1426" y="235"/>
                  </a:moveTo>
                  <a:cubicBezTo>
                    <a:pt x="1426" y="235"/>
                    <a:pt x="1427" y="236"/>
                    <a:pt x="1427" y="237"/>
                  </a:cubicBezTo>
                  <a:cubicBezTo>
                    <a:pt x="1427" y="236"/>
                    <a:pt x="1426" y="235"/>
                    <a:pt x="1426" y="235"/>
                  </a:cubicBezTo>
                  <a:moveTo>
                    <a:pt x="1425" y="233"/>
                  </a:moveTo>
                  <a:cubicBezTo>
                    <a:pt x="1425" y="233"/>
                    <a:pt x="1426" y="234"/>
                    <a:pt x="1426" y="235"/>
                  </a:cubicBezTo>
                  <a:cubicBezTo>
                    <a:pt x="1426" y="234"/>
                    <a:pt x="1425" y="233"/>
                    <a:pt x="1425" y="233"/>
                  </a:cubicBezTo>
                  <a:moveTo>
                    <a:pt x="1423" y="231"/>
                  </a:moveTo>
                  <a:cubicBezTo>
                    <a:pt x="1424" y="231"/>
                    <a:pt x="1425" y="232"/>
                    <a:pt x="1425" y="233"/>
                  </a:cubicBezTo>
                  <a:cubicBezTo>
                    <a:pt x="1425" y="232"/>
                    <a:pt x="1424" y="231"/>
                    <a:pt x="1423" y="231"/>
                  </a:cubicBezTo>
                  <a:moveTo>
                    <a:pt x="1422" y="229"/>
                  </a:moveTo>
                  <a:cubicBezTo>
                    <a:pt x="1422" y="230"/>
                    <a:pt x="1423" y="230"/>
                    <a:pt x="1423" y="231"/>
                  </a:cubicBezTo>
                  <a:cubicBezTo>
                    <a:pt x="1423" y="230"/>
                    <a:pt x="1422" y="230"/>
                    <a:pt x="1422" y="229"/>
                  </a:cubicBezTo>
                  <a:moveTo>
                    <a:pt x="1420" y="227"/>
                  </a:moveTo>
                  <a:cubicBezTo>
                    <a:pt x="1421" y="227"/>
                    <a:pt x="1421" y="228"/>
                    <a:pt x="1422" y="229"/>
                  </a:cubicBezTo>
                  <a:cubicBezTo>
                    <a:pt x="1421" y="228"/>
                    <a:pt x="1421" y="227"/>
                    <a:pt x="1420" y="227"/>
                  </a:cubicBezTo>
                  <a:moveTo>
                    <a:pt x="1418" y="224"/>
                  </a:moveTo>
                  <a:cubicBezTo>
                    <a:pt x="1419" y="225"/>
                    <a:pt x="1419" y="226"/>
                    <a:pt x="1420" y="227"/>
                  </a:cubicBezTo>
                  <a:cubicBezTo>
                    <a:pt x="1419" y="226"/>
                    <a:pt x="1419" y="225"/>
                    <a:pt x="1418" y="224"/>
                  </a:cubicBezTo>
                  <a:moveTo>
                    <a:pt x="1416" y="222"/>
                  </a:moveTo>
                  <a:cubicBezTo>
                    <a:pt x="1416" y="223"/>
                    <a:pt x="1417" y="224"/>
                    <a:pt x="1418" y="224"/>
                  </a:cubicBezTo>
                  <a:cubicBezTo>
                    <a:pt x="1417" y="224"/>
                    <a:pt x="1416" y="223"/>
                    <a:pt x="1416" y="222"/>
                  </a:cubicBezTo>
                  <a:moveTo>
                    <a:pt x="1414" y="220"/>
                  </a:moveTo>
                  <a:cubicBezTo>
                    <a:pt x="1415" y="220"/>
                    <a:pt x="1416" y="222"/>
                    <a:pt x="1416" y="222"/>
                  </a:cubicBezTo>
                  <a:cubicBezTo>
                    <a:pt x="1416" y="222"/>
                    <a:pt x="1415" y="220"/>
                    <a:pt x="1414" y="220"/>
                  </a:cubicBezTo>
                  <a:moveTo>
                    <a:pt x="1412" y="218"/>
                  </a:moveTo>
                  <a:cubicBezTo>
                    <a:pt x="1412" y="218"/>
                    <a:pt x="1413" y="219"/>
                    <a:pt x="1414" y="220"/>
                  </a:cubicBezTo>
                  <a:cubicBezTo>
                    <a:pt x="1413" y="219"/>
                    <a:pt x="1412" y="218"/>
                    <a:pt x="1412" y="218"/>
                  </a:cubicBezTo>
                  <a:moveTo>
                    <a:pt x="1409" y="215"/>
                  </a:moveTo>
                  <a:cubicBezTo>
                    <a:pt x="1410" y="215"/>
                    <a:pt x="1411" y="217"/>
                    <a:pt x="1412" y="218"/>
                  </a:cubicBezTo>
                  <a:cubicBezTo>
                    <a:pt x="1411" y="217"/>
                    <a:pt x="1410" y="215"/>
                    <a:pt x="1409" y="215"/>
                  </a:cubicBezTo>
                  <a:moveTo>
                    <a:pt x="1407" y="212"/>
                  </a:moveTo>
                  <a:cubicBezTo>
                    <a:pt x="1407" y="213"/>
                    <a:pt x="1409" y="214"/>
                    <a:pt x="1409" y="215"/>
                  </a:cubicBezTo>
                  <a:cubicBezTo>
                    <a:pt x="1409" y="214"/>
                    <a:pt x="1407" y="213"/>
                    <a:pt x="1407" y="212"/>
                  </a:cubicBezTo>
                  <a:moveTo>
                    <a:pt x="1407" y="212"/>
                  </a:moveTo>
                  <a:cubicBezTo>
                    <a:pt x="1406" y="211"/>
                    <a:pt x="1404" y="210"/>
                    <a:pt x="1404" y="210"/>
                  </a:cubicBezTo>
                  <a:cubicBezTo>
                    <a:pt x="1404" y="210"/>
                    <a:pt x="1406" y="211"/>
                    <a:pt x="1407" y="212"/>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6"/>
                  </a:moveTo>
                  <a:cubicBezTo>
                    <a:pt x="1187" y="177"/>
                    <a:pt x="1187" y="177"/>
                    <a:pt x="1187" y="177"/>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cubicBezTo>
                    <a:pt x="1187" y="176"/>
                    <a:pt x="1187" y="176"/>
                    <a:pt x="1187" y="176"/>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7" y="177"/>
                    <a:pt x="1187" y="177"/>
                    <a:pt x="1187" y="177"/>
                  </a:cubicBezTo>
                  <a:cubicBezTo>
                    <a:pt x="1187" y="177"/>
                    <a:pt x="1187" y="177"/>
                    <a:pt x="1186" y="177"/>
                  </a:cubicBezTo>
                  <a:moveTo>
                    <a:pt x="1187" y="177"/>
                  </a:moveTo>
                  <a:cubicBezTo>
                    <a:pt x="1187" y="177"/>
                    <a:pt x="1187" y="177"/>
                    <a:pt x="1187" y="177"/>
                  </a:cubicBezTo>
                  <a:cubicBezTo>
                    <a:pt x="1187" y="177"/>
                    <a:pt x="1187" y="177"/>
                    <a:pt x="1187" y="177"/>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1" y="178"/>
                  </a:moveTo>
                  <a:cubicBezTo>
                    <a:pt x="1180" y="178"/>
                    <a:pt x="1180" y="178"/>
                    <a:pt x="1180"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2" y="178"/>
                    <a:pt x="1182" y="178"/>
                    <a:pt x="1182" y="178"/>
                  </a:cubicBezTo>
                  <a:cubicBezTo>
                    <a:pt x="1182" y="178"/>
                    <a:pt x="1182" y="178"/>
                    <a:pt x="1181"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3" y="178"/>
                    <a:pt x="1183" y="178"/>
                    <a:pt x="1183" y="178"/>
                  </a:cubicBezTo>
                  <a:cubicBezTo>
                    <a:pt x="1182" y="178"/>
                    <a:pt x="1182" y="178"/>
                    <a:pt x="1182"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4" y="178"/>
                    <a:pt x="1184" y="178"/>
                    <a:pt x="1184" y="178"/>
                  </a:cubicBezTo>
                  <a:cubicBezTo>
                    <a:pt x="1183" y="178"/>
                    <a:pt x="1183" y="178"/>
                    <a:pt x="1183" y="178"/>
                  </a:cubicBezTo>
                  <a:moveTo>
                    <a:pt x="1184" y="177"/>
                  </a:moveTo>
                  <a:cubicBezTo>
                    <a:pt x="1184" y="177"/>
                    <a:pt x="1184" y="177"/>
                    <a:pt x="1184" y="178"/>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9" y="179"/>
                  </a:moveTo>
                  <a:cubicBezTo>
                    <a:pt x="1178" y="179"/>
                    <a:pt x="1178" y="179"/>
                    <a:pt x="1178"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cubicBezTo>
                    <a:pt x="1179" y="179"/>
                    <a:pt x="1179" y="179"/>
                    <a:pt x="1179" y="179"/>
                  </a:cubicBezTo>
                  <a:cubicBezTo>
                    <a:pt x="1179" y="179"/>
                    <a:pt x="1179" y="179"/>
                    <a:pt x="1179" y="179"/>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162" y="111"/>
                  </a:moveTo>
                  <a:cubicBezTo>
                    <a:pt x="1162" y="111"/>
                    <a:pt x="1161" y="110"/>
                    <a:pt x="1161" y="110"/>
                  </a:cubicBezTo>
                  <a:cubicBezTo>
                    <a:pt x="1161" y="110"/>
                    <a:pt x="1162" y="111"/>
                    <a:pt x="1162" y="111"/>
                  </a:cubicBezTo>
                  <a:moveTo>
                    <a:pt x="1164" y="111"/>
                  </a:moveTo>
                  <a:cubicBezTo>
                    <a:pt x="1163" y="111"/>
                    <a:pt x="1163" y="111"/>
                    <a:pt x="1162" y="111"/>
                  </a:cubicBezTo>
                  <a:cubicBezTo>
                    <a:pt x="1163" y="111"/>
                    <a:pt x="1163" y="111"/>
                    <a:pt x="1164" y="111"/>
                  </a:cubicBezTo>
                  <a:moveTo>
                    <a:pt x="1165" y="112"/>
                  </a:moveTo>
                  <a:cubicBezTo>
                    <a:pt x="1164" y="112"/>
                    <a:pt x="1164" y="112"/>
                    <a:pt x="1164" y="111"/>
                  </a:cubicBezTo>
                  <a:cubicBezTo>
                    <a:pt x="1164" y="112"/>
                    <a:pt x="1164" y="112"/>
                    <a:pt x="1165" y="112"/>
                  </a:cubicBezTo>
                  <a:moveTo>
                    <a:pt x="1166" y="112"/>
                  </a:moveTo>
                  <a:cubicBezTo>
                    <a:pt x="1166" y="112"/>
                    <a:pt x="1165" y="112"/>
                    <a:pt x="1165" y="112"/>
                  </a:cubicBezTo>
                  <a:cubicBezTo>
                    <a:pt x="1165" y="112"/>
                    <a:pt x="1166" y="112"/>
                    <a:pt x="1166" y="112"/>
                  </a:cubicBezTo>
                  <a:moveTo>
                    <a:pt x="1167" y="113"/>
                  </a:moveTo>
                  <a:cubicBezTo>
                    <a:pt x="1167" y="113"/>
                    <a:pt x="1167" y="112"/>
                    <a:pt x="1166" y="112"/>
                  </a:cubicBezTo>
                  <a:cubicBezTo>
                    <a:pt x="1167" y="112"/>
                    <a:pt x="1167" y="113"/>
                    <a:pt x="1167" y="113"/>
                  </a:cubicBezTo>
                  <a:moveTo>
                    <a:pt x="1168" y="113"/>
                  </a:moveTo>
                  <a:cubicBezTo>
                    <a:pt x="1168" y="113"/>
                    <a:pt x="1167" y="113"/>
                    <a:pt x="1167" y="113"/>
                  </a:cubicBezTo>
                  <a:cubicBezTo>
                    <a:pt x="1167" y="113"/>
                    <a:pt x="1168" y="113"/>
                    <a:pt x="1168" y="113"/>
                  </a:cubicBezTo>
                  <a:moveTo>
                    <a:pt x="1169" y="114"/>
                  </a:moveTo>
                  <a:cubicBezTo>
                    <a:pt x="1169" y="114"/>
                    <a:pt x="1168" y="114"/>
                    <a:pt x="1168" y="113"/>
                  </a:cubicBezTo>
                  <a:cubicBezTo>
                    <a:pt x="1168" y="114"/>
                    <a:pt x="1169" y="114"/>
                    <a:pt x="1169" y="114"/>
                  </a:cubicBezTo>
                  <a:moveTo>
                    <a:pt x="1170" y="114"/>
                  </a:moveTo>
                  <a:cubicBezTo>
                    <a:pt x="1170" y="114"/>
                    <a:pt x="1170" y="114"/>
                    <a:pt x="1169" y="114"/>
                  </a:cubicBezTo>
                  <a:cubicBezTo>
                    <a:pt x="1170" y="114"/>
                    <a:pt x="1170" y="114"/>
                    <a:pt x="1170" y="114"/>
                  </a:cubicBezTo>
                  <a:moveTo>
                    <a:pt x="1171" y="115"/>
                  </a:moveTo>
                  <a:cubicBezTo>
                    <a:pt x="1170" y="114"/>
                    <a:pt x="1170" y="114"/>
                    <a:pt x="1170" y="114"/>
                  </a:cubicBezTo>
                  <a:cubicBezTo>
                    <a:pt x="1170" y="114"/>
                    <a:pt x="1170" y="114"/>
                    <a:pt x="1171" y="115"/>
                  </a:cubicBezTo>
                  <a:moveTo>
                    <a:pt x="1172" y="115"/>
                  </a:moveTo>
                  <a:cubicBezTo>
                    <a:pt x="1171" y="115"/>
                    <a:pt x="1171" y="115"/>
                    <a:pt x="1171" y="115"/>
                  </a:cubicBezTo>
                  <a:cubicBezTo>
                    <a:pt x="1171" y="115"/>
                    <a:pt x="1171" y="115"/>
                    <a:pt x="1172" y="115"/>
                  </a:cubicBezTo>
                  <a:moveTo>
                    <a:pt x="1172" y="115"/>
                  </a:moveTo>
                  <a:cubicBezTo>
                    <a:pt x="1172" y="115"/>
                    <a:pt x="1172" y="115"/>
                    <a:pt x="1172" y="115"/>
                  </a:cubicBezTo>
                  <a:cubicBezTo>
                    <a:pt x="1172" y="115"/>
                    <a:pt x="1172" y="115"/>
                    <a:pt x="1172" y="115"/>
                  </a:cubicBezTo>
                  <a:moveTo>
                    <a:pt x="1173" y="116"/>
                  </a:moveTo>
                  <a:cubicBezTo>
                    <a:pt x="1173" y="115"/>
                    <a:pt x="1173" y="115"/>
                    <a:pt x="1172" y="115"/>
                  </a:cubicBezTo>
                  <a:cubicBezTo>
                    <a:pt x="1173" y="115"/>
                    <a:pt x="1173" y="115"/>
                    <a:pt x="1173" y="116"/>
                  </a:cubicBezTo>
                  <a:moveTo>
                    <a:pt x="1174" y="116"/>
                  </a:moveTo>
                  <a:cubicBezTo>
                    <a:pt x="1174" y="116"/>
                    <a:pt x="1173" y="116"/>
                    <a:pt x="1173" y="116"/>
                  </a:cubicBezTo>
                  <a:cubicBezTo>
                    <a:pt x="1173" y="116"/>
                    <a:pt x="1174" y="116"/>
                    <a:pt x="1174" y="116"/>
                  </a:cubicBezTo>
                  <a:moveTo>
                    <a:pt x="1175" y="116"/>
                  </a:moveTo>
                  <a:cubicBezTo>
                    <a:pt x="1174" y="116"/>
                    <a:pt x="1174" y="116"/>
                    <a:pt x="1174" y="116"/>
                  </a:cubicBezTo>
                  <a:cubicBezTo>
                    <a:pt x="1174" y="116"/>
                    <a:pt x="1174" y="116"/>
                    <a:pt x="1175" y="116"/>
                  </a:cubicBezTo>
                  <a:moveTo>
                    <a:pt x="1175" y="116"/>
                  </a:moveTo>
                  <a:cubicBezTo>
                    <a:pt x="1175" y="116"/>
                    <a:pt x="1175" y="116"/>
                    <a:pt x="1175" y="116"/>
                  </a:cubicBezTo>
                  <a:cubicBezTo>
                    <a:pt x="1175" y="116"/>
                    <a:pt x="1175" y="116"/>
                    <a:pt x="1175" y="116"/>
                  </a:cubicBezTo>
                  <a:moveTo>
                    <a:pt x="1175" y="116"/>
                  </a:moveTo>
                  <a:cubicBezTo>
                    <a:pt x="1175" y="116"/>
                    <a:pt x="1175" y="116"/>
                    <a:pt x="1175" y="116"/>
                  </a:cubicBezTo>
                  <a:cubicBezTo>
                    <a:pt x="1175" y="116"/>
                    <a:pt x="1175" y="116"/>
                    <a:pt x="1175" y="116"/>
                  </a:cubicBezTo>
                  <a:moveTo>
                    <a:pt x="1176" y="116"/>
                  </a:moveTo>
                  <a:cubicBezTo>
                    <a:pt x="1176" y="116"/>
                    <a:pt x="1176" y="116"/>
                    <a:pt x="1175" y="116"/>
                  </a:cubicBezTo>
                  <a:cubicBezTo>
                    <a:pt x="1176" y="116"/>
                    <a:pt x="1176" y="116"/>
                    <a:pt x="1176" y="116"/>
                  </a:cubicBezTo>
                  <a:moveTo>
                    <a:pt x="1177" y="117"/>
                  </a:moveTo>
                  <a:cubicBezTo>
                    <a:pt x="1176" y="116"/>
                    <a:pt x="1176" y="116"/>
                    <a:pt x="1176" y="116"/>
                  </a:cubicBezTo>
                  <a:cubicBezTo>
                    <a:pt x="1176" y="116"/>
                    <a:pt x="1176" y="116"/>
                    <a:pt x="1177" y="117"/>
                  </a:cubicBezTo>
                  <a:moveTo>
                    <a:pt x="1177" y="117"/>
                  </a:moveTo>
                  <a:cubicBezTo>
                    <a:pt x="1177" y="117"/>
                    <a:pt x="1177" y="117"/>
                    <a:pt x="1177" y="117"/>
                  </a:cubicBezTo>
                  <a:cubicBezTo>
                    <a:pt x="1177" y="117"/>
                    <a:pt x="1177" y="117"/>
                    <a:pt x="1177" y="117"/>
                  </a:cubicBezTo>
                  <a:moveTo>
                    <a:pt x="1177" y="117"/>
                  </a:moveTo>
                  <a:cubicBezTo>
                    <a:pt x="1177" y="117"/>
                    <a:pt x="1177" y="117"/>
                    <a:pt x="1177" y="117"/>
                  </a:cubicBezTo>
                  <a:cubicBezTo>
                    <a:pt x="1177" y="117"/>
                    <a:pt x="1177" y="117"/>
                    <a:pt x="1177" y="117"/>
                  </a:cubicBezTo>
                  <a:moveTo>
                    <a:pt x="1178" y="117"/>
                  </a:moveTo>
                  <a:cubicBezTo>
                    <a:pt x="1178" y="117"/>
                    <a:pt x="1178" y="117"/>
                    <a:pt x="1177" y="117"/>
                  </a:cubicBezTo>
                  <a:cubicBezTo>
                    <a:pt x="1178" y="117"/>
                    <a:pt x="1178" y="117"/>
                    <a:pt x="1178" y="117"/>
                  </a:cubicBezTo>
                  <a:moveTo>
                    <a:pt x="1178" y="117"/>
                  </a:moveTo>
                  <a:cubicBezTo>
                    <a:pt x="1178" y="117"/>
                    <a:pt x="1178" y="117"/>
                    <a:pt x="1178" y="117"/>
                  </a:cubicBezTo>
                  <a:cubicBezTo>
                    <a:pt x="1178" y="117"/>
                    <a:pt x="1178" y="117"/>
                    <a:pt x="1178" y="117"/>
                  </a:cubicBezTo>
                  <a:moveTo>
                    <a:pt x="1178" y="117"/>
                  </a:moveTo>
                  <a:cubicBezTo>
                    <a:pt x="1178" y="117"/>
                    <a:pt x="1178" y="117"/>
                    <a:pt x="1178" y="117"/>
                  </a:cubicBezTo>
                  <a:cubicBezTo>
                    <a:pt x="1178" y="117"/>
                    <a:pt x="1178" y="117"/>
                    <a:pt x="1178" y="117"/>
                  </a:cubicBezTo>
                  <a:moveTo>
                    <a:pt x="1179" y="117"/>
                  </a:moveTo>
                  <a:cubicBezTo>
                    <a:pt x="1178" y="117"/>
                    <a:pt x="1178" y="117"/>
                    <a:pt x="1178"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80" y="117"/>
                  </a:cubicBezTo>
                  <a:cubicBezTo>
                    <a:pt x="1179" y="117"/>
                    <a:pt x="1179" y="117"/>
                    <a:pt x="1179"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1" y="117"/>
                    <a:pt x="1181" y="117"/>
                    <a:pt x="1181" y="117"/>
                  </a:cubicBezTo>
                  <a:cubicBezTo>
                    <a:pt x="1180" y="117"/>
                    <a:pt x="1180" y="117"/>
                    <a:pt x="1180" y="117"/>
                  </a:cubicBezTo>
                  <a:moveTo>
                    <a:pt x="1181" y="117"/>
                  </a:moveTo>
                  <a:cubicBezTo>
                    <a:pt x="1181" y="117"/>
                    <a:pt x="1181" y="117"/>
                    <a:pt x="1181" y="117"/>
                  </a:cubicBezTo>
                  <a:cubicBezTo>
                    <a:pt x="1181" y="117"/>
                    <a:pt x="1181" y="117"/>
                    <a:pt x="1181" y="117"/>
                  </a:cubicBezTo>
                  <a:moveTo>
                    <a:pt x="1181" y="117"/>
                  </a:moveTo>
                  <a:cubicBezTo>
                    <a:pt x="1181" y="117"/>
                    <a:pt x="1181" y="117"/>
                    <a:pt x="1181" y="117"/>
                  </a:cubicBezTo>
                  <a:cubicBezTo>
                    <a:pt x="1181" y="117"/>
                    <a:pt x="1181" y="117"/>
                    <a:pt x="1181" y="117"/>
                  </a:cubicBezTo>
                  <a:moveTo>
                    <a:pt x="1181" y="117"/>
                  </a:moveTo>
                  <a:cubicBezTo>
                    <a:pt x="1181" y="117"/>
                    <a:pt x="1181" y="117"/>
                    <a:pt x="1182" y="117"/>
                  </a:cubicBezTo>
                  <a:cubicBezTo>
                    <a:pt x="1181" y="117"/>
                    <a:pt x="1181" y="117"/>
                    <a:pt x="1181" y="117"/>
                  </a:cubicBezTo>
                  <a:moveTo>
                    <a:pt x="1182" y="117"/>
                  </a:moveTo>
                  <a:cubicBezTo>
                    <a:pt x="1182" y="117"/>
                    <a:pt x="1182" y="117"/>
                    <a:pt x="1182" y="117"/>
                  </a:cubicBezTo>
                  <a:cubicBezTo>
                    <a:pt x="1182" y="117"/>
                    <a:pt x="1182" y="117"/>
                    <a:pt x="1182" y="117"/>
                  </a:cubicBezTo>
                  <a:moveTo>
                    <a:pt x="1182" y="118"/>
                  </a:moveTo>
                  <a:cubicBezTo>
                    <a:pt x="1182" y="118"/>
                    <a:pt x="1182" y="118"/>
                    <a:pt x="1182" y="118"/>
                  </a:cubicBezTo>
                  <a:cubicBezTo>
                    <a:pt x="1182" y="118"/>
                    <a:pt x="1182" y="118"/>
                    <a:pt x="1182" y="118"/>
                  </a:cubicBezTo>
                  <a:moveTo>
                    <a:pt x="1182" y="118"/>
                  </a:moveTo>
                  <a:cubicBezTo>
                    <a:pt x="1182" y="118"/>
                    <a:pt x="1182" y="118"/>
                    <a:pt x="1182" y="118"/>
                  </a:cubicBezTo>
                  <a:cubicBezTo>
                    <a:pt x="1182" y="118"/>
                    <a:pt x="1182" y="118"/>
                    <a:pt x="1182" y="118"/>
                  </a:cubicBezTo>
                  <a:moveTo>
                    <a:pt x="1183" y="118"/>
                  </a:moveTo>
                  <a:cubicBezTo>
                    <a:pt x="1182" y="118"/>
                    <a:pt x="1182" y="118"/>
                    <a:pt x="1182" y="118"/>
                  </a:cubicBezTo>
                  <a:cubicBezTo>
                    <a:pt x="1183" y="118"/>
                    <a:pt x="1183" y="118"/>
                    <a:pt x="1183" y="118"/>
                  </a:cubicBezTo>
                  <a:moveTo>
                    <a:pt x="1183" y="119"/>
                  </a:moveTo>
                  <a:cubicBezTo>
                    <a:pt x="1183" y="118"/>
                    <a:pt x="1183" y="118"/>
                    <a:pt x="1183" y="118"/>
                  </a:cubicBezTo>
                  <a:cubicBezTo>
                    <a:pt x="1183" y="119"/>
                    <a:pt x="1183" y="119"/>
                    <a:pt x="1183" y="119"/>
                  </a:cubicBezTo>
                  <a:moveTo>
                    <a:pt x="1183" y="119"/>
                  </a:moveTo>
                  <a:cubicBezTo>
                    <a:pt x="1183" y="119"/>
                    <a:pt x="1183" y="119"/>
                    <a:pt x="1183" y="119"/>
                  </a:cubicBezTo>
                  <a:cubicBezTo>
                    <a:pt x="1183" y="119"/>
                    <a:pt x="1183" y="119"/>
                    <a:pt x="1183" y="119"/>
                  </a:cubicBezTo>
                  <a:moveTo>
                    <a:pt x="1184" y="119"/>
                  </a:moveTo>
                  <a:cubicBezTo>
                    <a:pt x="1183" y="119"/>
                    <a:pt x="1183" y="119"/>
                    <a:pt x="1183"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5" y="119"/>
                    <a:pt x="1185" y="120"/>
                    <a:pt x="1185" y="120"/>
                  </a:cubicBezTo>
                  <a:cubicBezTo>
                    <a:pt x="1185" y="120"/>
                    <a:pt x="1185" y="119"/>
                    <a:pt x="1184" y="119"/>
                  </a:cubicBezTo>
                  <a:moveTo>
                    <a:pt x="1186" y="120"/>
                  </a:moveTo>
                  <a:cubicBezTo>
                    <a:pt x="1186" y="120"/>
                    <a:pt x="1185" y="120"/>
                    <a:pt x="1185" y="120"/>
                  </a:cubicBezTo>
                  <a:cubicBezTo>
                    <a:pt x="1185" y="120"/>
                    <a:pt x="1186" y="120"/>
                    <a:pt x="1186" y="120"/>
                  </a:cubicBezTo>
                  <a:moveTo>
                    <a:pt x="1186" y="120"/>
                  </a:moveTo>
                  <a:cubicBezTo>
                    <a:pt x="1186" y="120"/>
                    <a:pt x="1186" y="120"/>
                    <a:pt x="1186" y="120"/>
                  </a:cubicBezTo>
                  <a:cubicBezTo>
                    <a:pt x="1186" y="120"/>
                    <a:pt x="1186" y="120"/>
                    <a:pt x="1186" y="120"/>
                  </a:cubicBezTo>
                  <a:moveTo>
                    <a:pt x="1186" y="120"/>
                  </a:moveTo>
                  <a:cubicBezTo>
                    <a:pt x="1186" y="120"/>
                    <a:pt x="1186" y="121"/>
                    <a:pt x="1186" y="121"/>
                  </a:cubicBezTo>
                  <a:cubicBezTo>
                    <a:pt x="1186" y="121"/>
                    <a:pt x="1186" y="120"/>
                    <a:pt x="1186" y="120"/>
                  </a:cubicBezTo>
                  <a:moveTo>
                    <a:pt x="1186" y="121"/>
                  </a:moveTo>
                  <a:cubicBezTo>
                    <a:pt x="1187" y="121"/>
                    <a:pt x="1187" y="121"/>
                    <a:pt x="1187" y="121"/>
                  </a:cubicBezTo>
                  <a:cubicBezTo>
                    <a:pt x="1187" y="121"/>
                    <a:pt x="1187" y="121"/>
                    <a:pt x="1186" y="121"/>
                  </a:cubicBezTo>
                  <a:moveTo>
                    <a:pt x="1187" y="121"/>
                  </a:moveTo>
                  <a:cubicBezTo>
                    <a:pt x="1188" y="122"/>
                    <a:pt x="1188" y="122"/>
                    <a:pt x="1188" y="122"/>
                  </a:cubicBezTo>
                  <a:cubicBezTo>
                    <a:pt x="1188" y="122"/>
                    <a:pt x="1188" y="122"/>
                    <a:pt x="1187" y="121"/>
                  </a:cubicBezTo>
                  <a:moveTo>
                    <a:pt x="1189" y="123"/>
                  </a:moveTo>
                  <a:cubicBezTo>
                    <a:pt x="1189" y="123"/>
                    <a:pt x="1189" y="122"/>
                    <a:pt x="1188" y="122"/>
                  </a:cubicBezTo>
                  <a:cubicBezTo>
                    <a:pt x="1189" y="122"/>
                    <a:pt x="1189" y="123"/>
                    <a:pt x="1189" y="123"/>
                  </a:cubicBezTo>
                  <a:moveTo>
                    <a:pt x="1189" y="123"/>
                  </a:moveTo>
                  <a:cubicBezTo>
                    <a:pt x="1190" y="123"/>
                    <a:pt x="1190" y="123"/>
                    <a:pt x="1190" y="123"/>
                  </a:cubicBezTo>
                  <a:cubicBezTo>
                    <a:pt x="1190" y="123"/>
                    <a:pt x="1190" y="123"/>
                    <a:pt x="1189" y="123"/>
                  </a:cubicBezTo>
                  <a:moveTo>
                    <a:pt x="1191" y="124"/>
                  </a:moveTo>
                  <a:cubicBezTo>
                    <a:pt x="1190" y="124"/>
                    <a:pt x="1190" y="124"/>
                    <a:pt x="1190" y="123"/>
                  </a:cubicBezTo>
                  <a:cubicBezTo>
                    <a:pt x="1190" y="124"/>
                    <a:pt x="1190" y="124"/>
                    <a:pt x="1191" y="124"/>
                  </a:cubicBezTo>
                  <a:moveTo>
                    <a:pt x="1192" y="125"/>
                  </a:moveTo>
                  <a:cubicBezTo>
                    <a:pt x="1192" y="124"/>
                    <a:pt x="1191" y="124"/>
                    <a:pt x="1191" y="124"/>
                  </a:cubicBezTo>
                  <a:cubicBezTo>
                    <a:pt x="1191" y="124"/>
                    <a:pt x="1192" y="124"/>
                    <a:pt x="1192" y="125"/>
                  </a:cubicBezTo>
                  <a:moveTo>
                    <a:pt x="1192" y="125"/>
                  </a:moveTo>
                  <a:cubicBezTo>
                    <a:pt x="1192" y="125"/>
                    <a:pt x="1193" y="125"/>
                    <a:pt x="1193" y="125"/>
                  </a:cubicBezTo>
                  <a:cubicBezTo>
                    <a:pt x="1193" y="125"/>
                    <a:pt x="1192" y="125"/>
                    <a:pt x="1192" y="125"/>
                  </a:cubicBezTo>
                  <a:moveTo>
                    <a:pt x="1194" y="126"/>
                  </a:moveTo>
                  <a:cubicBezTo>
                    <a:pt x="1194" y="126"/>
                    <a:pt x="1193" y="126"/>
                    <a:pt x="1193" y="125"/>
                  </a:cubicBezTo>
                  <a:cubicBezTo>
                    <a:pt x="1193" y="126"/>
                    <a:pt x="1194" y="126"/>
                    <a:pt x="1194" y="126"/>
                  </a:cubicBezTo>
                  <a:moveTo>
                    <a:pt x="1194" y="126"/>
                  </a:moveTo>
                  <a:cubicBezTo>
                    <a:pt x="1195" y="127"/>
                    <a:pt x="1195" y="127"/>
                    <a:pt x="1196" y="127"/>
                  </a:cubicBezTo>
                  <a:cubicBezTo>
                    <a:pt x="1195" y="127"/>
                    <a:pt x="1195" y="127"/>
                    <a:pt x="1194" y="126"/>
                  </a:cubicBezTo>
                  <a:moveTo>
                    <a:pt x="1196" y="127"/>
                  </a:moveTo>
                  <a:cubicBezTo>
                    <a:pt x="1196" y="127"/>
                    <a:pt x="1196" y="127"/>
                    <a:pt x="1196" y="128"/>
                  </a:cubicBezTo>
                  <a:cubicBezTo>
                    <a:pt x="1196" y="127"/>
                    <a:pt x="1196" y="127"/>
                    <a:pt x="1196" y="127"/>
                  </a:cubicBezTo>
                  <a:moveTo>
                    <a:pt x="1198" y="129"/>
                  </a:moveTo>
                  <a:cubicBezTo>
                    <a:pt x="1198" y="129"/>
                    <a:pt x="1197" y="128"/>
                    <a:pt x="1196" y="128"/>
                  </a:cubicBezTo>
                  <a:cubicBezTo>
                    <a:pt x="1197" y="128"/>
                    <a:pt x="1198" y="129"/>
                    <a:pt x="1198" y="129"/>
                  </a:cubicBezTo>
                  <a:moveTo>
                    <a:pt x="1199" y="130"/>
                  </a:moveTo>
                  <a:cubicBezTo>
                    <a:pt x="1199" y="130"/>
                    <a:pt x="1199" y="129"/>
                    <a:pt x="1198" y="129"/>
                  </a:cubicBezTo>
                  <a:cubicBezTo>
                    <a:pt x="1199" y="129"/>
                    <a:pt x="1199" y="130"/>
                    <a:pt x="1199" y="130"/>
                  </a:cubicBezTo>
                  <a:moveTo>
                    <a:pt x="1201" y="131"/>
                  </a:moveTo>
                  <a:cubicBezTo>
                    <a:pt x="1200" y="131"/>
                    <a:pt x="1199" y="130"/>
                    <a:pt x="1199" y="130"/>
                  </a:cubicBezTo>
                  <a:cubicBezTo>
                    <a:pt x="1199" y="130"/>
                    <a:pt x="1200" y="131"/>
                    <a:pt x="1201" y="131"/>
                  </a:cubicBezTo>
                  <a:moveTo>
                    <a:pt x="1202" y="132"/>
                  </a:moveTo>
                  <a:cubicBezTo>
                    <a:pt x="1203" y="132"/>
                    <a:pt x="1204" y="133"/>
                    <a:pt x="1204" y="133"/>
                  </a:cubicBezTo>
                  <a:cubicBezTo>
                    <a:pt x="1204" y="133"/>
                    <a:pt x="1202" y="132"/>
                    <a:pt x="1202" y="132"/>
                  </a:cubicBezTo>
                  <a:cubicBezTo>
                    <a:pt x="1202" y="132"/>
                    <a:pt x="1201" y="132"/>
                    <a:pt x="1201" y="131"/>
                  </a:cubicBezTo>
                  <a:cubicBezTo>
                    <a:pt x="1201" y="132"/>
                    <a:pt x="1202" y="132"/>
                    <a:pt x="1202" y="132"/>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2" y="47"/>
                    <a:pt x="1212" y="47"/>
                    <a:pt x="1212" y="47"/>
                  </a:cubicBezTo>
                  <a:cubicBezTo>
                    <a:pt x="1213" y="47"/>
                    <a:pt x="1213" y="47"/>
                    <a:pt x="1213" y="47"/>
                  </a:cubicBezTo>
                  <a:moveTo>
                    <a:pt x="1212" y="47"/>
                  </a:moveTo>
                  <a:cubicBezTo>
                    <a:pt x="1212" y="47"/>
                    <a:pt x="1212" y="47"/>
                    <a:pt x="1212" y="47"/>
                  </a:cubicBezTo>
                  <a:cubicBezTo>
                    <a:pt x="1212" y="47"/>
                    <a:pt x="1212" y="47"/>
                    <a:pt x="1212" y="47"/>
                  </a:cubicBezTo>
                  <a:moveTo>
                    <a:pt x="1212" y="47"/>
                  </a:moveTo>
                  <a:cubicBezTo>
                    <a:pt x="1212" y="47"/>
                    <a:pt x="1212" y="47"/>
                    <a:pt x="1212" y="47"/>
                  </a:cubicBezTo>
                  <a:cubicBezTo>
                    <a:pt x="1212" y="47"/>
                    <a:pt x="1212" y="47"/>
                    <a:pt x="1212" y="47"/>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1" y="46"/>
                    <a:pt x="1211" y="46"/>
                    <a:pt x="1211" y="46"/>
                  </a:cubicBezTo>
                  <a:cubicBezTo>
                    <a:pt x="1211" y="46"/>
                    <a:pt x="1211" y="46"/>
                    <a:pt x="1212"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5"/>
                    <a:pt x="1211" y="45"/>
                    <a:pt x="1211" y="45"/>
                  </a:cubicBezTo>
                  <a:cubicBezTo>
                    <a:pt x="1211" y="46"/>
                    <a:pt x="1211" y="46"/>
                    <a:pt x="1211" y="46"/>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0" y="44"/>
                  </a:moveTo>
                  <a:cubicBezTo>
                    <a:pt x="1210" y="44"/>
                    <a:pt x="1211" y="44"/>
                    <a:pt x="1211" y="45"/>
                  </a:cubicBezTo>
                  <a:cubicBezTo>
                    <a:pt x="1211" y="44"/>
                    <a:pt x="1211" y="44"/>
                    <a:pt x="1211"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3"/>
                  </a:cubicBezTo>
                  <a:cubicBezTo>
                    <a:pt x="1210" y="44"/>
                    <a:pt x="1210" y="44"/>
                    <a:pt x="1210" y="44"/>
                  </a:cubicBezTo>
                  <a:moveTo>
                    <a:pt x="1210" y="43"/>
                  </a:moveTo>
                  <a:cubicBezTo>
                    <a:pt x="1210" y="43"/>
                    <a:pt x="1210" y="43"/>
                    <a:pt x="1210" y="43"/>
                  </a:cubicBezTo>
                  <a:cubicBezTo>
                    <a:pt x="1210" y="43"/>
                    <a:pt x="1210" y="43"/>
                    <a:pt x="1210" y="43"/>
                  </a:cubicBezTo>
                  <a:moveTo>
                    <a:pt x="1194" y="59"/>
                  </a:moveTo>
                  <a:cubicBezTo>
                    <a:pt x="1206" y="73"/>
                    <a:pt x="1206" y="73"/>
                    <a:pt x="1206" y="73"/>
                  </a:cubicBezTo>
                  <a:cubicBezTo>
                    <a:pt x="1194" y="59"/>
                    <a:pt x="1194" y="59"/>
                    <a:pt x="1194" y="59"/>
                  </a:cubicBezTo>
                  <a:moveTo>
                    <a:pt x="1178" y="48"/>
                  </a:moveTo>
                  <a:cubicBezTo>
                    <a:pt x="1194" y="59"/>
                    <a:pt x="1194" y="59"/>
                    <a:pt x="1194" y="59"/>
                  </a:cubicBezTo>
                  <a:cubicBezTo>
                    <a:pt x="1178" y="48"/>
                    <a:pt x="1178" y="48"/>
                    <a:pt x="1178" y="48"/>
                  </a:cubicBezTo>
                  <a:cubicBezTo>
                    <a:pt x="1194" y="56"/>
                    <a:pt x="1194" y="56"/>
                    <a:pt x="1194" y="56"/>
                  </a:cubicBezTo>
                  <a:cubicBezTo>
                    <a:pt x="1178" y="48"/>
                    <a:pt x="1178" y="48"/>
                    <a:pt x="1178" y="48"/>
                  </a:cubicBezTo>
                  <a:moveTo>
                    <a:pt x="1239" y="42"/>
                  </a:moveTo>
                  <a:cubicBezTo>
                    <a:pt x="1219" y="30"/>
                    <a:pt x="1199" y="21"/>
                    <a:pt x="1179" y="12"/>
                  </a:cubicBezTo>
                  <a:cubicBezTo>
                    <a:pt x="1179" y="12"/>
                    <a:pt x="1179" y="12"/>
                    <a:pt x="1179" y="12"/>
                  </a:cubicBezTo>
                  <a:cubicBezTo>
                    <a:pt x="1181" y="13"/>
                    <a:pt x="1181" y="13"/>
                    <a:pt x="1191" y="18"/>
                  </a:cubicBezTo>
                  <a:cubicBezTo>
                    <a:pt x="1193" y="19"/>
                    <a:pt x="1195" y="20"/>
                    <a:pt x="1197" y="21"/>
                  </a:cubicBezTo>
                  <a:cubicBezTo>
                    <a:pt x="1183" y="15"/>
                    <a:pt x="1182" y="15"/>
                    <a:pt x="1179" y="14"/>
                  </a:cubicBezTo>
                  <a:cubicBezTo>
                    <a:pt x="1180" y="15"/>
                    <a:pt x="1181" y="16"/>
                    <a:pt x="1182" y="17"/>
                  </a:cubicBezTo>
                  <a:cubicBezTo>
                    <a:pt x="1187" y="19"/>
                    <a:pt x="1193" y="22"/>
                    <a:pt x="1198" y="24"/>
                  </a:cubicBezTo>
                  <a:cubicBezTo>
                    <a:pt x="1217" y="34"/>
                    <a:pt x="1217" y="34"/>
                    <a:pt x="1217" y="34"/>
                  </a:cubicBezTo>
                  <a:cubicBezTo>
                    <a:pt x="1219" y="36"/>
                    <a:pt x="1219" y="37"/>
                    <a:pt x="1221" y="37"/>
                  </a:cubicBezTo>
                  <a:cubicBezTo>
                    <a:pt x="1225" y="41"/>
                    <a:pt x="1230" y="46"/>
                    <a:pt x="1233" y="50"/>
                  </a:cubicBezTo>
                  <a:cubicBezTo>
                    <a:pt x="1203" y="38"/>
                    <a:pt x="1203" y="38"/>
                    <a:pt x="1203" y="38"/>
                  </a:cubicBezTo>
                  <a:cubicBezTo>
                    <a:pt x="1206" y="47"/>
                    <a:pt x="1206" y="49"/>
                    <a:pt x="1203" y="60"/>
                  </a:cubicBezTo>
                  <a:cubicBezTo>
                    <a:pt x="1179" y="47"/>
                    <a:pt x="1179" y="47"/>
                    <a:pt x="1179" y="47"/>
                  </a:cubicBezTo>
                  <a:cubicBezTo>
                    <a:pt x="1169" y="45"/>
                    <a:pt x="1169" y="45"/>
                    <a:pt x="1169" y="45"/>
                  </a:cubicBezTo>
                  <a:cubicBezTo>
                    <a:pt x="1169" y="45"/>
                    <a:pt x="1169" y="45"/>
                    <a:pt x="1169" y="46"/>
                  </a:cubicBezTo>
                  <a:cubicBezTo>
                    <a:pt x="1168" y="47"/>
                    <a:pt x="1167" y="50"/>
                    <a:pt x="1166" y="52"/>
                  </a:cubicBezTo>
                  <a:cubicBezTo>
                    <a:pt x="1156" y="50"/>
                    <a:pt x="1156" y="50"/>
                    <a:pt x="1156" y="50"/>
                  </a:cubicBezTo>
                  <a:cubicBezTo>
                    <a:pt x="1155" y="52"/>
                    <a:pt x="1154" y="53"/>
                    <a:pt x="1153" y="54"/>
                  </a:cubicBezTo>
                  <a:cubicBezTo>
                    <a:pt x="1155" y="60"/>
                    <a:pt x="1158" y="68"/>
                    <a:pt x="1158" y="73"/>
                  </a:cubicBezTo>
                  <a:cubicBezTo>
                    <a:pt x="1158" y="77"/>
                    <a:pt x="1157" y="82"/>
                    <a:pt x="1156" y="85"/>
                  </a:cubicBezTo>
                  <a:cubicBezTo>
                    <a:pt x="1156" y="85"/>
                    <a:pt x="1155" y="86"/>
                    <a:pt x="1155" y="86"/>
                  </a:cubicBezTo>
                  <a:cubicBezTo>
                    <a:pt x="1159" y="93"/>
                    <a:pt x="1159" y="93"/>
                    <a:pt x="1159" y="93"/>
                  </a:cubicBezTo>
                  <a:cubicBezTo>
                    <a:pt x="1164" y="99"/>
                    <a:pt x="1164" y="99"/>
                    <a:pt x="1164" y="99"/>
                  </a:cubicBezTo>
                  <a:cubicBezTo>
                    <a:pt x="1160" y="102"/>
                    <a:pt x="1156" y="104"/>
                    <a:pt x="1152" y="106"/>
                  </a:cubicBezTo>
                  <a:cubicBezTo>
                    <a:pt x="1157" y="109"/>
                    <a:pt x="1161" y="113"/>
                    <a:pt x="1166" y="116"/>
                  </a:cubicBezTo>
                  <a:cubicBezTo>
                    <a:pt x="1158" y="120"/>
                    <a:pt x="1158" y="120"/>
                    <a:pt x="1158" y="120"/>
                  </a:cubicBezTo>
                  <a:cubicBezTo>
                    <a:pt x="1150" y="133"/>
                    <a:pt x="1150" y="133"/>
                    <a:pt x="1150" y="133"/>
                  </a:cubicBezTo>
                  <a:cubicBezTo>
                    <a:pt x="1158" y="137"/>
                    <a:pt x="1158" y="137"/>
                    <a:pt x="1158" y="137"/>
                  </a:cubicBezTo>
                  <a:cubicBezTo>
                    <a:pt x="1180" y="153"/>
                    <a:pt x="1180" y="153"/>
                    <a:pt x="1180" y="153"/>
                  </a:cubicBezTo>
                  <a:cubicBezTo>
                    <a:pt x="1178" y="147"/>
                    <a:pt x="1178" y="147"/>
                    <a:pt x="1178" y="147"/>
                  </a:cubicBezTo>
                  <a:cubicBezTo>
                    <a:pt x="1199" y="154"/>
                    <a:pt x="1199" y="154"/>
                    <a:pt x="1199" y="154"/>
                  </a:cubicBezTo>
                  <a:cubicBezTo>
                    <a:pt x="1201" y="156"/>
                    <a:pt x="1203" y="158"/>
                    <a:pt x="1205" y="160"/>
                  </a:cubicBezTo>
                  <a:cubicBezTo>
                    <a:pt x="1213" y="164"/>
                    <a:pt x="1213" y="164"/>
                    <a:pt x="1213" y="164"/>
                  </a:cubicBezTo>
                  <a:cubicBezTo>
                    <a:pt x="1205" y="160"/>
                    <a:pt x="1205" y="160"/>
                    <a:pt x="1205" y="160"/>
                  </a:cubicBezTo>
                  <a:cubicBezTo>
                    <a:pt x="1205" y="160"/>
                    <a:pt x="1204" y="161"/>
                    <a:pt x="1203" y="161"/>
                  </a:cubicBezTo>
                  <a:cubicBezTo>
                    <a:pt x="1199" y="154"/>
                    <a:pt x="1199" y="154"/>
                    <a:pt x="1199" y="154"/>
                  </a:cubicBezTo>
                  <a:cubicBezTo>
                    <a:pt x="1178" y="147"/>
                    <a:pt x="1178" y="147"/>
                    <a:pt x="1178" y="147"/>
                  </a:cubicBezTo>
                  <a:cubicBezTo>
                    <a:pt x="1180" y="153"/>
                    <a:pt x="1180" y="153"/>
                    <a:pt x="1180" y="153"/>
                  </a:cubicBezTo>
                  <a:cubicBezTo>
                    <a:pt x="1194" y="165"/>
                    <a:pt x="1194" y="165"/>
                    <a:pt x="1194" y="165"/>
                  </a:cubicBezTo>
                  <a:cubicBezTo>
                    <a:pt x="1203" y="179"/>
                    <a:pt x="1203" y="179"/>
                    <a:pt x="1203" y="179"/>
                  </a:cubicBezTo>
                  <a:cubicBezTo>
                    <a:pt x="1202" y="179"/>
                    <a:pt x="1199" y="180"/>
                    <a:pt x="1198" y="180"/>
                  </a:cubicBezTo>
                  <a:cubicBezTo>
                    <a:pt x="1190" y="176"/>
                    <a:pt x="1190" y="176"/>
                    <a:pt x="1190" y="176"/>
                  </a:cubicBezTo>
                  <a:cubicBezTo>
                    <a:pt x="1181" y="160"/>
                    <a:pt x="1181" y="160"/>
                    <a:pt x="1181" y="160"/>
                  </a:cubicBezTo>
                  <a:cubicBezTo>
                    <a:pt x="1173" y="156"/>
                    <a:pt x="1173" y="156"/>
                    <a:pt x="1173" y="156"/>
                  </a:cubicBezTo>
                  <a:cubicBezTo>
                    <a:pt x="1173" y="157"/>
                    <a:pt x="1174" y="158"/>
                    <a:pt x="1175" y="158"/>
                  </a:cubicBezTo>
                  <a:cubicBezTo>
                    <a:pt x="1174" y="158"/>
                    <a:pt x="1173" y="157"/>
                    <a:pt x="1173" y="156"/>
                  </a:cubicBezTo>
                  <a:cubicBezTo>
                    <a:pt x="1162" y="146"/>
                    <a:pt x="1152" y="136"/>
                    <a:pt x="1140" y="127"/>
                  </a:cubicBezTo>
                  <a:cubicBezTo>
                    <a:pt x="1138" y="127"/>
                    <a:pt x="1136" y="128"/>
                    <a:pt x="1134" y="129"/>
                  </a:cubicBezTo>
                  <a:cubicBezTo>
                    <a:pt x="1133" y="130"/>
                    <a:pt x="1132" y="132"/>
                    <a:pt x="1131" y="133"/>
                  </a:cubicBezTo>
                  <a:cubicBezTo>
                    <a:pt x="1131" y="133"/>
                    <a:pt x="1135" y="151"/>
                    <a:pt x="1154" y="162"/>
                  </a:cubicBezTo>
                  <a:cubicBezTo>
                    <a:pt x="1146" y="157"/>
                    <a:pt x="1146" y="157"/>
                    <a:pt x="1146" y="157"/>
                  </a:cubicBezTo>
                  <a:cubicBezTo>
                    <a:pt x="1154" y="162"/>
                    <a:pt x="1154" y="162"/>
                    <a:pt x="1154" y="162"/>
                  </a:cubicBezTo>
                  <a:cubicBezTo>
                    <a:pt x="1158" y="169"/>
                    <a:pt x="1158" y="169"/>
                    <a:pt x="1158" y="169"/>
                  </a:cubicBezTo>
                  <a:cubicBezTo>
                    <a:pt x="1143" y="166"/>
                    <a:pt x="1143" y="166"/>
                    <a:pt x="1143" y="166"/>
                  </a:cubicBezTo>
                  <a:cubicBezTo>
                    <a:pt x="1142" y="166"/>
                    <a:pt x="1141" y="166"/>
                    <a:pt x="1140" y="167"/>
                  </a:cubicBezTo>
                  <a:cubicBezTo>
                    <a:pt x="1116" y="165"/>
                    <a:pt x="1116" y="165"/>
                    <a:pt x="1116" y="165"/>
                  </a:cubicBezTo>
                  <a:cubicBezTo>
                    <a:pt x="1120" y="169"/>
                    <a:pt x="1123" y="173"/>
                    <a:pt x="1127" y="178"/>
                  </a:cubicBezTo>
                  <a:cubicBezTo>
                    <a:pt x="1126" y="178"/>
                    <a:pt x="1125" y="179"/>
                    <a:pt x="1124" y="179"/>
                  </a:cubicBezTo>
                  <a:cubicBezTo>
                    <a:pt x="1182" y="248"/>
                    <a:pt x="1233" y="329"/>
                    <a:pt x="1273" y="419"/>
                  </a:cubicBezTo>
                  <a:cubicBezTo>
                    <a:pt x="1284" y="409"/>
                    <a:pt x="1284" y="409"/>
                    <a:pt x="1284" y="409"/>
                  </a:cubicBezTo>
                  <a:cubicBezTo>
                    <a:pt x="1299" y="443"/>
                    <a:pt x="1299" y="443"/>
                    <a:pt x="1299" y="443"/>
                  </a:cubicBezTo>
                  <a:cubicBezTo>
                    <a:pt x="1288" y="452"/>
                    <a:pt x="1288" y="452"/>
                    <a:pt x="1288" y="452"/>
                  </a:cubicBezTo>
                  <a:cubicBezTo>
                    <a:pt x="1299" y="479"/>
                    <a:pt x="1310" y="507"/>
                    <a:pt x="1319" y="535"/>
                  </a:cubicBezTo>
                  <a:cubicBezTo>
                    <a:pt x="1483" y="494"/>
                    <a:pt x="1569" y="435"/>
                    <a:pt x="1558" y="374"/>
                  </a:cubicBezTo>
                  <a:cubicBezTo>
                    <a:pt x="1556" y="371"/>
                    <a:pt x="1556" y="371"/>
                    <a:pt x="1556" y="371"/>
                  </a:cubicBezTo>
                  <a:cubicBezTo>
                    <a:pt x="1557" y="372"/>
                    <a:pt x="1557" y="373"/>
                    <a:pt x="1557" y="374"/>
                  </a:cubicBezTo>
                  <a:cubicBezTo>
                    <a:pt x="1550" y="367"/>
                    <a:pt x="1550" y="367"/>
                    <a:pt x="1550" y="367"/>
                  </a:cubicBezTo>
                  <a:cubicBezTo>
                    <a:pt x="1538" y="344"/>
                    <a:pt x="1538" y="344"/>
                    <a:pt x="1538" y="344"/>
                  </a:cubicBezTo>
                  <a:cubicBezTo>
                    <a:pt x="1549" y="369"/>
                    <a:pt x="1549" y="369"/>
                    <a:pt x="1549" y="369"/>
                  </a:cubicBezTo>
                  <a:cubicBezTo>
                    <a:pt x="1538" y="344"/>
                    <a:pt x="1538" y="344"/>
                    <a:pt x="1538" y="344"/>
                  </a:cubicBezTo>
                  <a:cubicBezTo>
                    <a:pt x="1533" y="332"/>
                    <a:pt x="1533" y="332"/>
                    <a:pt x="1533" y="332"/>
                  </a:cubicBezTo>
                  <a:cubicBezTo>
                    <a:pt x="1542" y="343"/>
                    <a:pt x="1542" y="343"/>
                    <a:pt x="1542" y="343"/>
                  </a:cubicBezTo>
                  <a:cubicBezTo>
                    <a:pt x="1542" y="343"/>
                    <a:pt x="1541" y="343"/>
                    <a:pt x="1541" y="342"/>
                  </a:cubicBezTo>
                  <a:cubicBezTo>
                    <a:pt x="1535" y="331"/>
                    <a:pt x="1535" y="331"/>
                    <a:pt x="1535" y="331"/>
                  </a:cubicBezTo>
                  <a:cubicBezTo>
                    <a:pt x="1538" y="336"/>
                    <a:pt x="1542" y="340"/>
                    <a:pt x="1551" y="355"/>
                  </a:cubicBezTo>
                  <a:cubicBezTo>
                    <a:pt x="1551" y="356"/>
                    <a:pt x="1552" y="357"/>
                    <a:pt x="1553" y="357"/>
                  </a:cubicBezTo>
                  <a:cubicBezTo>
                    <a:pt x="1552" y="356"/>
                    <a:pt x="1551" y="355"/>
                    <a:pt x="1550" y="353"/>
                  </a:cubicBezTo>
                  <a:cubicBezTo>
                    <a:pt x="1544" y="343"/>
                    <a:pt x="1544" y="343"/>
                    <a:pt x="1544" y="343"/>
                  </a:cubicBezTo>
                  <a:cubicBezTo>
                    <a:pt x="1543" y="341"/>
                    <a:pt x="1543" y="341"/>
                    <a:pt x="1543" y="341"/>
                  </a:cubicBezTo>
                  <a:cubicBezTo>
                    <a:pt x="1526" y="312"/>
                    <a:pt x="1522" y="306"/>
                    <a:pt x="1504" y="280"/>
                  </a:cubicBezTo>
                  <a:cubicBezTo>
                    <a:pt x="1507" y="284"/>
                    <a:pt x="1507" y="284"/>
                    <a:pt x="1507" y="284"/>
                  </a:cubicBezTo>
                  <a:cubicBezTo>
                    <a:pt x="1523" y="308"/>
                    <a:pt x="1529" y="318"/>
                    <a:pt x="1537" y="332"/>
                  </a:cubicBezTo>
                  <a:cubicBezTo>
                    <a:pt x="1536" y="329"/>
                    <a:pt x="1534" y="326"/>
                    <a:pt x="1532" y="324"/>
                  </a:cubicBezTo>
                  <a:cubicBezTo>
                    <a:pt x="1515" y="295"/>
                    <a:pt x="1510" y="289"/>
                    <a:pt x="1478" y="245"/>
                  </a:cubicBezTo>
                  <a:cubicBezTo>
                    <a:pt x="1455" y="219"/>
                    <a:pt x="1424" y="185"/>
                    <a:pt x="1399" y="160"/>
                  </a:cubicBezTo>
                  <a:cubicBezTo>
                    <a:pt x="1401" y="161"/>
                    <a:pt x="1401" y="161"/>
                    <a:pt x="1401" y="161"/>
                  </a:cubicBezTo>
                  <a:cubicBezTo>
                    <a:pt x="1374" y="137"/>
                    <a:pt x="1326" y="92"/>
                    <a:pt x="1239" y="42"/>
                  </a:cubicBezTo>
                  <a:moveTo>
                    <a:pt x="1166" y="52"/>
                  </a:moveTo>
                  <a:cubicBezTo>
                    <a:pt x="1163" y="50"/>
                    <a:pt x="1160" y="49"/>
                    <a:pt x="1158" y="48"/>
                  </a:cubicBezTo>
                  <a:cubicBezTo>
                    <a:pt x="1157" y="48"/>
                    <a:pt x="1157" y="49"/>
                    <a:pt x="1156" y="50"/>
                  </a:cubicBezTo>
                  <a:cubicBezTo>
                    <a:pt x="1156" y="50"/>
                    <a:pt x="1156" y="50"/>
                    <a:pt x="1156" y="50"/>
                  </a:cubicBezTo>
                  <a:cubicBezTo>
                    <a:pt x="1166" y="52"/>
                    <a:pt x="1166" y="52"/>
                    <a:pt x="1166" y="52"/>
                  </a:cubicBezTo>
                  <a:moveTo>
                    <a:pt x="1074" y="123"/>
                  </a:moveTo>
                  <a:cubicBezTo>
                    <a:pt x="1080" y="117"/>
                    <a:pt x="1088" y="110"/>
                    <a:pt x="1094" y="104"/>
                  </a:cubicBezTo>
                  <a:cubicBezTo>
                    <a:pt x="1079" y="92"/>
                    <a:pt x="1079" y="92"/>
                    <a:pt x="1079" y="92"/>
                  </a:cubicBezTo>
                  <a:cubicBezTo>
                    <a:pt x="1075" y="99"/>
                    <a:pt x="1070" y="108"/>
                    <a:pt x="1065" y="114"/>
                  </a:cubicBezTo>
                  <a:cubicBezTo>
                    <a:pt x="1067" y="117"/>
                    <a:pt x="1071" y="120"/>
                    <a:pt x="1074" y="123"/>
                  </a:cubicBezTo>
                  <a:moveTo>
                    <a:pt x="460" y="29"/>
                  </a:moveTo>
                  <a:cubicBezTo>
                    <a:pt x="467" y="30"/>
                    <a:pt x="467" y="30"/>
                    <a:pt x="467" y="30"/>
                  </a:cubicBezTo>
                  <a:cubicBezTo>
                    <a:pt x="475" y="26"/>
                    <a:pt x="475" y="26"/>
                    <a:pt x="475" y="26"/>
                  </a:cubicBezTo>
                  <a:cubicBezTo>
                    <a:pt x="486" y="19"/>
                    <a:pt x="486" y="19"/>
                    <a:pt x="486" y="19"/>
                  </a:cubicBezTo>
                  <a:cubicBezTo>
                    <a:pt x="477" y="22"/>
                    <a:pt x="477" y="22"/>
                    <a:pt x="477" y="22"/>
                  </a:cubicBezTo>
                  <a:cubicBezTo>
                    <a:pt x="477" y="22"/>
                    <a:pt x="478" y="21"/>
                    <a:pt x="479" y="20"/>
                  </a:cubicBezTo>
                  <a:cubicBezTo>
                    <a:pt x="491" y="12"/>
                    <a:pt x="491" y="12"/>
                    <a:pt x="491" y="12"/>
                  </a:cubicBezTo>
                  <a:cubicBezTo>
                    <a:pt x="477" y="16"/>
                    <a:pt x="477" y="16"/>
                    <a:pt x="477" y="16"/>
                  </a:cubicBezTo>
                  <a:cubicBezTo>
                    <a:pt x="491" y="12"/>
                    <a:pt x="491" y="12"/>
                    <a:pt x="491" y="12"/>
                  </a:cubicBezTo>
                  <a:cubicBezTo>
                    <a:pt x="510" y="5"/>
                    <a:pt x="510" y="5"/>
                    <a:pt x="510" y="5"/>
                  </a:cubicBezTo>
                  <a:cubicBezTo>
                    <a:pt x="502" y="6"/>
                    <a:pt x="502" y="6"/>
                    <a:pt x="502" y="6"/>
                  </a:cubicBezTo>
                  <a:cubicBezTo>
                    <a:pt x="494" y="9"/>
                    <a:pt x="494" y="9"/>
                    <a:pt x="494" y="9"/>
                  </a:cubicBezTo>
                  <a:cubicBezTo>
                    <a:pt x="502" y="6"/>
                    <a:pt x="502" y="6"/>
                    <a:pt x="502" y="6"/>
                  </a:cubicBezTo>
                  <a:cubicBezTo>
                    <a:pt x="507" y="2"/>
                    <a:pt x="507" y="2"/>
                    <a:pt x="507" y="2"/>
                  </a:cubicBezTo>
                  <a:cubicBezTo>
                    <a:pt x="494" y="5"/>
                    <a:pt x="494" y="5"/>
                    <a:pt x="494" y="5"/>
                  </a:cubicBezTo>
                  <a:cubicBezTo>
                    <a:pt x="492" y="6"/>
                    <a:pt x="490" y="8"/>
                    <a:pt x="488" y="9"/>
                  </a:cubicBezTo>
                  <a:cubicBezTo>
                    <a:pt x="470" y="18"/>
                    <a:pt x="470" y="18"/>
                    <a:pt x="470" y="18"/>
                  </a:cubicBezTo>
                  <a:cubicBezTo>
                    <a:pt x="474" y="15"/>
                    <a:pt x="477" y="12"/>
                    <a:pt x="482" y="9"/>
                  </a:cubicBezTo>
                  <a:cubicBezTo>
                    <a:pt x="477" y="10"/>
                    <a:pt x="472" y="13"/>
                    <a:pt x="466" y="15"/>
                  </a:cubicBezTo>
                  <a:cubicBezTo>
                    <a:pt x="472" y="13"/>
                    <a:pt x="472" y="13"/>
                    <a:pt x="472" y="13"/>
                  </a:cubicBezTo>
                  <a:cubicBezTo>
                    <a:pt x="469" y="15"/>
                    <a:pt x="466" y="18"/>
                    <a:pt x="463" y="20"/>
                  </a:cubicBezTo>
                  <a:cubicBezTo>
                    <a:pt x="463" y="21"/>
                    <a:pt x="462" y="22"/>
                    <a:pt x="461" y="22"/>
                  </a:cubicBezTo>
                  <a:cubicBezTo>
                    <a:pt x="451" y="27"/>
                    <a:pt x="451" y="27"/>
                    <a:pt x="451" y="27"/>
                  </a:cubicBezTo>
                  <a:cubicBezTo>
                    <a:pt x="450" y="28"/>
                    <a:pt x="450" y="29"/>
                    <a:pt x="449" y="29"/>
                  </a:cubicBezTo>
                  <a:cubicBezTo>
                    <a:pt x="467" y="21"/>
                    <a:pt x="467" y="21"/>
                    <a:pt x="467" y="21"/>
                  </a:cubicBezTo>
                  <a:cubicBezTo>
                    <a:pt x="466" y="22"/>
                    <a:pt x="466" y="23"/>
                    <a:pt x="465" y="23"/>
                  </a:cubicBezTo>
                  <a:cubicBezTo>
                    <a:pt x="463" y="25"/>
                    <a:pt x="463" y="26"/>
                    <a:pt x="462" y="27"/>
                  </a:cubicBezTo>
                  <a:cubicBezTo>
                    <a:pt x="461" y="28"/>
                    <a:pt x="461" y="29"/>
                    <a:pt x="460" y="29"/>
                  </a:cubicBezTo>
                  <a:moveTo>
                    <a:pt x="508" y="10"/>
                  </a:moveTo>
                  <a:cubicBezTo>
                    <a:pt x="509" y="10"/>
                    <a:pt x="510" y="10"/>
                    <a:pt x="511" y="9"/>
                  </a:cubicBezTo>
                  <a:cubicBezTo>
                    <a:pt x="511" y="9"/>
                    <a:pt x="511" y="9"/>
                    <a:pt x="511" y="9"/>
                  </a:cubicBezTo>
                  <a:cubicBezTo>
                    <a:pt x="511" y="9"/>
                    <a:pt x="513" y="9"/>
                    <a:pt x="512" y="7"/>
                  </a:cubicBezTo>
                  <a:cubicBezTo>
                    <a:pt x="512" y="7"/>
                    <a:pt x="511" y="7"/>
                    <a:pt x="511" y="7"/>
                  </a:cubicBezTo>
                  <a:cubicBezTo>
                    <a:pt x="507" y="8"/>
                    <a:pt x="497" y="11"/>
                    <a:pt x="497" y="11"/>
                  </a:cubicBezTo>
                  <a:cubicBezTo>
                    <a:pt x="497" y="12"/>
                    <a:pt x="496" y="13"/>
                    <a:pt x="496" y="13"/>
                  </a:cubicBezTo>
                  <a:cubicBezTo>
                    <a:pt x="496" y="14"/>
                    <a:pt x="495" y="14"/>
                    <a:pt x="494" y="15"/>
                  </a:cubicBezTo>
                  <a:cubicBezTo>
                    <a:pt x="495" y="15"/>
                    <a:pt x="495" y="15"/>
                    <a:pt x="498" y="14"/>
                  </a:cubicBezTo>
                  <a:cubicBezTo>
                    <a:pt x="499" y="13"/>
                    <a:pt x="504" y="12"/>
                    <a:pt x="508" y="10"/>
                  </a:cubicBezTo>
                  <a:moveTo>
                    <a:pt x="489" y="37"/>
                  </a:moveTo>
                  <a:cubicBezTo>
                    <a:pt x="489" y="37"/>
                    <a:pt x="489" y="37"/>
                    <a:pt x="489" y="37"/>
                  </a:cubicBezTo>
                  <a:cubicBezTo>
                    <a:pt x="489" y="37"/>
                    <a:pt x="489" y="36"/>
                    <a:pt x="489" y="35"/>
                  </a:cubicBezTo>
                  <a:cubicBezTo>
                    <a:pt x="495" y="32"/>
                    <a:pt x="501" y="30"/>
                    <a:pt x="506" y="27"/>
                  </a:cubicBezTo>
                  <a:cubicBezTo>
                    <a:pt x="498" y="28"/>
                    <a:pt x="498" y="28"/>
                    <a:pt x="498" y="28"/>
                  </a:cubicBezTo>
                  <a:cubicBezTo>
                    <a:pt x="480" y="40"/>
                    <a:pt x="480" y="40"/>
                    <a:pt x="480" y="40"/>
                  </a:cubicBezTo>
                  <a:cubicBezTo>
                    <a:pt x="455" y="49"/>
                    <a:pt x="455" y="49"/>
                    <a:pt x="455" y="49"/>
                  </a:cubicBezTo>
                  <a:cubicBezTo>
                    <a:pt x="455" y="50"/>
                    <a:pt x="455" y="50"/>
                    <a:pt x="455" y="51"/>
                  </a:cubicBezTo>
                  <a:cubicBezTo>
                    <a:pt x="455" y="52"/>
                    <a:pt x="455" y="52"/>
                    <a:pt x="455" y="53"/>
                  </a:cubicBezTo>
                  <a:cubicBezTo>
                    <a:pt x="462" y="49"/>
                    <a:pt x="463" y="48"/>
                    <a:pt x="464" y="47"/>
                  </a:cubicBezTo>
                  <a:cubicBezTo>
                    <a:pt x="464" y="47"/>
                    <a:pt x="464" y="47"/>
                    <a:pt x="464" y="48"/>
                  </a:cubicBezTo>
                  <a:cubicBezTo>
                    <a:pt x="475" y="43"/>
                    <a:pt x="475" y="43"/>
                    <a:pt x="489" y="37"/>
                  </a:cubicBezTo>
                  <a:moveTo>
                    <a:pt x="498" y="22"/>
                  </a:moveTo>
                  <a:cubicBezTo>
                    <a:pt x="498" y="23"/>
                    <a:pt x="498" y="25"/>
                    <a:pt x="498" y="25"/>
                  </a:cubicBezTo>
                  <a:cubicBezTo>
                    <a:pt x="505" y="23"/>
                    <a:pt x="505" y="23"/>
                    <a:pt x="505" y="23"/>
                  </a:cubicBezTo>
                  <a:cubicBezTo>
                    <a:pt x="516" y="14"/>
                    <a:pt x="516" y="14"/>
                    <a:pt x="516" y="14"/>
                  </a:cubicBezTo>
                  <a:cubicBezTo>
                    <a:pt x="498" y="22"/>
                    <a:pt x="498" y="22"/>
                    <a:pt x="498" y="22"/>
                  </a:cubicBezTo>
                  <a:moveTo>
                    <a:pt x="1153" y="54"/>
                  </a:moveTo>
                  <a:cubicBezTo>
                    <a:pt x="1154" y="53"/>
                    <a:pt x="1155" y="52"/>
                    <a:pt x="1156" y="50"/>
                  </a:cubicBezTo>
                  <a:cubicBezTo>
                    <a:pt x="1129" y="39"/>
                    <a:pt x="1129" y="39"/>
                    <a:pt x="1129" y="39"/>
                  </a:cubicBezTo>
                  <a:cubicBezTo>
                    <a:pt x="1128" y="41"/>
                    <a:pt x="1127" y="41"/>
                    <a:pt x="1126" y="42"/>
                  </a:cubicBezTo>
                  <a:cubicBezTo>
                    <a:pt x="1126" y="43"/>
                    <a:pt x="1126" y="43"/>
                    <a:pt x="1143" y="52"/>
                  </a:cubicBezTo>
                  <a:cubicBezTo>
                    <a:pt x="1143" y="52"/>
                    <a:pt x="1144" y="51"/>
                    <a:pt x="1145" y="50"/>
                  </a:cubicBezTo>
                  <a:cubicBezTo>
                    <a:pt x="1146" y="49"/>
                    <a:pt x="1146" y="48"/>
                    <a:pt x="1146" y="47"/>
                  </a:cubicBezTo>
                  <a:cubicBezTo>
                    <a:pt x="1146" y="48"/>
                    <a:pt x="1146" y="49"/>
                    <a:pt x="1145" y="50"/>
                  </a:cubicBezTo>
                  <a:cubicBezTo>
                    <a:pt x="1147" y="51"/>
                    <a:pt x="1150" y="53"/>
                    <a:pt x="1153" y="54"/>
                  </a:cubicBezTo>
                  <a:moveTo>
                    <a:pt x="1129" y="52"/>
                  </a:moveTo>
                  <a:cubicBezTo>
                    <a:pt x="1127" y="51"/>
                    <a:pt x="1124" y="50"/>
                    <a:pt x="1121" y="48"/>
                  </a:cubicBezTo>
                  <a:cubicBezTo>
                    <a:pt x="1121" y="49"/>
                    <a:pt x="1120" y="49"/>
                    <a:pt x="1120" y="50"/>
                  </a:cubicBezTo>
                  <a:cubicBezTo>
                    <a:pt x="1109" y="47"/>
                    <a:pt x="1109" y="47"/>
                    <a:pt x="1109" y="47"/>
                  </a:cubicBezTo>
                  <a:cubicBezTo>
                    <a:pt x="1115" y="50"/>
                    <a:pt x="1120" y="53"/>
                    <a:pt x="1125" y="56"/>
                  </a:cubicBezTo>
                  <a:cubicBezTo>
                    <a:pt x="1127" y="55"/>
                    <a:pt x="1128" y="54"/>
                    <a:pt x="1129" y="52"/>
                  </a:cubicBezTo>
                  <a:moveTo>
                    <a:pt x="1133" y="49"/>
                  </a:moveTo>
                  <a:cubicBezTo>
                    <a:pt x="1128" y="46"/>
                    <a:pt x="1122" y="44"/>
                    <a:pt x="1116" y="41"/>
                  </a:cubicBezTo>
                  <a:cubicBezTo>
                    <a:pt x="1116" y="42"/>
                    <a:pt x="1115" y="43"/>
                    <a:pt x="1114" y="44"/>
                  </a:cubicBezTo>
                  <a:cubicBezTo>
                    <a:pt x="1121" y="48"/>
                    <a:pt x="1121" y="48"/>
                    <a:pt x="1121" y="48"/>
                  </a:cubicBezTo>
                  <a:cubicBezTo>
                    <a:pt x="1124" y="50"/>
                    <a:pt x="1127" y="51"/>
                    <a:pt x="1129" y="52"/>
                  </a:cubicBezTo>
                  <a:cubicBezTo>
                    <a:pt x="1131" y="51"/>
                    <a:pt x="1132" y="50"/>
                    <a:pt x="1133" y="49"/>
                  </a:cubicBezTo>
                  <a:moveTo>
                    <a:pt x="1121" y="48"/>
                  </a:moveTo>
                  <a:cubicBezTo>
                    <a:pt x="1114" y="44"/>
                    <a:pt x="1114" y="44"/>
                    <a:pt x="1114" y="44"/>
                  </a:cubicBezTo>
                  <a:cubicBezTo>
                    <a:pt x="1105" y="40"/>
                    <a:pt x="1105" y="40"/>
                    <a:pt x="1105" y="40"/>
                  </a:cubicBezTo>
                  <a:cubicBezTo>
                    <a:pt x="1103" y="42"/>
                    <a:pt x="1102" y="43"/>
                    <a:pt x="1100" y="44"/>
                  </a:cubicBezTo>
                  <a:cubicBezTo>
                    <a:pt x="1103" y="46"/>
                    <a:pt x="1105" y="47"/>
                    <a:pt x="1108" y="48"/>
                  </a:cubicBezTo>
                  <a:cubicBezTo>
                    <a:pt x="1108" y="48"/>
                    <a:pt x="1109" y="47"/>
                    <a:pt x="1109" y="47"/>
                  </a:cubicBezTo>
                  <a:cubicBezTo>
                    <a:pt x="1120" y="50"/>
                    <a:pt x="1120" y="50"/>
                    <a:pt x="1120" y="50"/>
                  </a:cubicBezTo>
                  <a:cubicBezTo>
                    <a:pt x="1120" y="49"/>
                    <a:pt x="1121" y="49"/>
                    <a:pt x="1121" y="48"/>
                  </a:cubicBezTo>
                  <a:moveTo>
                    <a:pt x="518" y="34"/>
                  </a:moveTo>
                  <a:cubicBezTo>
                    <a:pt x="521" y="33"/>
                    <a:pt x="524" y="32"/>
                    <a:pt x="527" y="30"/>
                  </a:cubicBezTo>
                  <a:cubicBezTo>
                    <a:pt x="534" y="22"/>
                    <a:pt x="534" y="22"/>
                    <a:pt x="534" y="22"/>
                  </a:cubicBezTo>
                  <a:cubicBezTo>
                    <a:pt x="533" y="21"/>
                    <a:pt x="533" y="20"/>
                    <a:pt x="533" y="19"/>
                  </a:cubicBezTo>
                  <a:cubicBezTo>
                    <a:pt x="533" y="20"/>
                    <a:pt x="533" y="21"/>
                    <a:pt x="534" y="22"/>
                  </a:cubicBezTo>
                  <a:cubicBezTo>
                    <a:pt x="537" y="21"/>
                    <a:pt x="540" y="20"/>
                    <a:pt x="543" y="19"/>
                  </a:cubicBezTo>
                  <a:cubicBezTo>
                    <a:pt x="542" y="18"/>
                    <a:pt x="542" y="17"/>
                    <a:pt x="542" y="16"/>
                  </a:cubicBezTo>
                  <a:cubicBezTo>
                    <a:pt x="533" y="17"/>
                    <a:pt x="533" y="17"/>
                    <a:pt x="533" y="17"/>
                  </a:cubicBezTo>
                  <a:cubicBezTo>
                    <a:pt x="527" y="20"/>
                    <a:pt x="521" y="22"/>
                    <a:pt x="515" y="24"/>
                  </a:cubicBezTo>
                  <a:cubicBezTo>
                    <a:pt x="514" y="25"/>
                    <a:pt x="513" y="26"/>
                    <a:pt x="506" y="31"/>
                  </a:cubicBezTo>
                  <a:cubicBezTo>
                    <a:pt x="501" y="34"/>
                    <a:pt x="500" y="36"/>
                    <a:pt x="500" y="37"/>
                  </a:cubicBezTo>
                  <a:cubicBezTo>
                    <a:pt x="500" y="37"/>
                    <a:pt x="501" y="37"/>
                    <a:pt x="508" y="34"/>
                  </a:cubicBezTo>
                  <a:cubicBezTo>
                    <a:pt x="508" y="35"/>
                    <a:pt x="508" y="35"/>
                    <a:pt x="508" y="35"/>
                  </a:cubicBezTo>
                  <a:cubicBezTo>
                    <a:pt x="518" y="34"/>
                    <a:pt x="518" y="34"/>
                    <a:pt x="518" y="34"/>
                  </a:cubicBezTo>
                  <a:moveTo>
                    <a:pt x="1034" y="79"/>
                  </a:moveTo>
                  <a:cubicBezTo>
                    <a:pt x="1030" y="76"/>
                    <a:pt x="1026" y="73"/>
                    <a:pt x="1022" y="70"/>
                  </a:cubicBezTo>
                  <a:cubicBezTo>
                    <a:pt x="1021" y="70"/>
                    <a:pt x="1019" y="70"/>
                    <a:pt x="1018" y="70"/>
                  </a:cubicBezTo>
                  <a:cubicBezTo>
                    <a:pt x="1022" y="74"/>
                    <a:pt x="1026" y="77"/>
                    <a:pt x="1030" y="81"/>
                  </a:cubicBezTo>
                  <a:cubicBezTo>
                    <a:pt x="1032" y="80"/>
                    <a:pt x="1033" y="80"/>
                    <a:pt x="1034" y="79"/>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01" y="42"/>
                  </a:moveTo>
                  <a:cubicBezTo>
                    <a:pt x="504" y="40"/>
                    <a:pt x="507" y="39"/>
                    <a:pt x="510" y="38"/>
                  </a:cubicBezTo>
                  <a:cubicBezTo>
                    <a:pt x="507" y="39"/>
                    <a:pt x="504" y="40"/>
                    <a:pt x="501" y="42"/>
                  </a:cubicBezTo>
                  <a:moveTo>
                    <a:pt x="550" y="61"/>
                  </a:moveTo>
                  <a:cubicBezTo>
                    <a:pt x="552" y="60"/>
                    <a:pt x="555" y="58"/>
                    <a:pt x="558" y="57"/>
                  </a:cubicBezTo>
                  <a:cubicBezTo>
                    <a:pt x="555" y="58"/>
                    <a:pt x="552" y="60"/>
                    <a:pt x="550" y="61"/>
                  </a:cubicBezTo>
                  <a:moveTo>
                    <a:pt x="582" y="53"/>
                  </a:moveTo>
                  <a:cubicBezTo>
                    <a:pt x="586" y="53"/>
                    <a:pt x="586" y="53"/>
                    <a:pt x="586" y="53"/>
                  </a:cubicBezTo>
                  <a:cubicBezTo>
                    <a:pt x="582" y="53"/>
                    <a:pt x="582" y="53"/>
                    <a:pt x="582" y="53"/>
                  </a:cubicBezTo>
                  <a:moveTo>
                    <a:pt x="529" y="89"/>
                  </a:moveTo>
                  <a:cubicBezTo>
                    <a:pt x="548" y="76"/>
                    <a:pt x="567" y="64"/>
                    <a:pt x="586" y="53"/>
                  </a:cubicBezTo>
                  <a:cubicBezTo>
                    <a:pt x="582" y="53"/>
                    <a:pt x="582" y="53"/>
                    <a:pt x="582" y="53"/>
                  </a:cubicBezTo>
                  <a:cubicBezTo>
                    <a:pt x="579" y="49"/>
                    <a:pt x="579" y="49"/>
                    <a:pt x="579" y="49"/>
                  </a:cubicBezTo>
                  <a:cubicBezTo>
                    <a:pt x="596" y="43"/>
                    <a:pt x="596" y="43"/>
                    <a:pt x="596" y="43"/>
                  </a:cubicBezTo>
                  <a:cubicBezTo>
                    <a:pt x="595" y="43"/>
                    <a:pt x="593" y="42"/>
                    <a:pt x="592" y="42"/>
                  </a:cubicBezTo>
                  <a:cubicBezTo>
                    <a:pt x="575" y="35"/>
                    <a:pt x="564" y="30"/>
                    <a:pt x="554" y="20"/>
                  </a:cubicBezTo>
                  <a:cubicBezTo>
                    <a:pt x="553" y="20"/>
                    <a:pt x="553" y="19"/>
                    <a:pt x="553" y="18"/>
                  </a:cubicBezTo>
                  <a:cubicBezTo>
                    <a:pt x="538" y="30"/>
                    <a:pt x="538" y="30"/>
                    <a:pt x="538" y="30"/>
                  </a:cubicBezTo>
                  <a:cubicBezTo>
                    <a:pt x="548" y="29"/>
                    <a:pt x="548" y="29"/>
                    <a:pt x="548" y="29"/>
                  </a:cubicBezTo>
                  <a:cubicBezTo>
                    <a:pt x="549" y="31"/>
                    <a:pt x="551" y="35"/>
                    <a:pt x="552" y="37"/>
                  </a:cubicBezTo>
                  <a:cubicBezTo>
                    <a:pt x="551" y="35"/>
                    <a:pt x="549" y="31"/>
                    <a:pt x="548" y="29"/>
                  </a:cubicBezTo>
                  <a:cubicBezTo>
                    <a:pt x="538" y="30"/>
                    <a:pt x="538" y="30"/>
                    <a:pt x="538" y="30"/>
                  </a:cubicBezTo>
                  <a:cubicBezTo>
                    <a:pt x="553" y="18"/>
                    <a:pt x="553" y="18"/>
                    <a:pt x="553" y="18"/>
                  </a:cubicBezTo>
                  <a:cubicBezTo>
                    <a:pt x="545" y="21"/>
                    <a:pt x="545" y="21"/>
                    <a:pt x="545" y="21"/>
                  </a:cubicBezTo>
                  <a:cubicBezTo>
                    <a:pt x="535" y="29"/>
                    <a:pt x="535" y="29"/>
                    <a:pt x="535" y="29"/>
                  </a:cubicBezTo>
                  <a:cubicBezTo>
                    <a:pt x="527" y="30"/>
                    <a:pt x="527" y="30"/>
                    <a:pt x="527" y="30"/>
                  </a:cubicBezTo>
                  <a:cubicBezTo>
                    <a:pt x="524" y="32"/>
                    <a:pt x="521" y="33"/>
                    <a:pt x="518" y="34"/>
                  </a:cubicBezTo>
                  <a:cubicBezTo>
                    <a:pt x="510" y="39"/>
                    <a:pt x="510" y="39"/>
                    <a:pt x="510" y="39"/>
                  </a:cubicBezTo>
                  <a:cubicBezTo>
                    <a:pt x="505" y="42"/>
                    <a:pt x="499" y="45"/>
                    <a:pt x="493" y="47"/>
                  </a:cubicBezTo>
                  <a:cubicBezTo>
                    <a:pt x="496" y="50"/>
                    <a:pt x="496" y="50"/>
                    <a:pt x="496" y="50"/>
                  </a:cubicBezTo>
                  <a:cubicBezTo>
                    <a:pt x="493" y="47"/>
                    <a:pt x="493" y="47"/>
                    <a:pt x="493" y="47"/>
                  </a:cubicBezTo>
                  <a:cubicBezTo>
                    <a:pt x="499" y="45"/>
                    <a:pt x="505" y="42"/>
                    <a:pt x="510" y="39"/>
                  </a:cubicBezTo>
                  <a:cubicBezTo>
                    <a:pt x="518" y="34"/>
                    <a:pt x="518" y="34"/>
                    <a:pt x="518" y="34"/>
                  </a:cubicBezTo>
                  <a:cubicBezTo>
                    <a:pt x="508" y="35"/>
                    <a:pt x="508" y="35"/>
                    <a:pt x="508" y="35"/>
                  </a:cubicBezTo>
                  <a:cubicBezTo>
                    <a:pt x="498" y="40"/>
                    <a:pt x="498" y="40"/>
                    <a:pt x="498" y="40"/>
                  </a:cubicBezTo>
                  <a:cubicBezTo>
                    <a:pt x="510" y="38"/>
                    <a:pt x="510" y="38"/>
                    <a:pt x="510" y="38"/>
                  </a:cubicBezTo>
                  <a:cubicBezTo>
                    <a:pt x="507" y="39"/>
                    <a:pt x="504" y="40"/>
                    <a:pt x="501" y="42"/>
                  </a:cubicBezTo>
                  <a:cubicBezTo>
                    <a:pt x="485" y="46"/>
                    <a:pt x="485" y="46"/>
                    <a:pt x="485" y="46"/>
                  </a:cubicBezTo>
                  <a:cubicBezTo>
                    <a:pt x="484" y="50"/>
                    <a:pt x="484" y="50"/>
                    <a:pt x="484" y="50"/>
                  </a:cubicBezTo>
                  <a:cubicBezTo>
                    <a:pt x="486" y="53"/>
                    <a:pt x="489" y="57"/>
                    <a:pt x="492" y="61"/>
                  </a:cubicBezTo>
                  <a:cubicBezTo>
                    <a:pt x="510" y="53"/>
                    <a:pt x="510" y="53"/>
                    <a:pt x="510" y="53"/>
                  </a:cubicBezTo>
                  <a:cubicBezTo>
                    <a:pt x="510" y="54"/>
                    <a:pt x="510" y="54"/>
                    <a:pt x="511" y="54"/>
                  </a:cubicBezTo>
                  <a:cubicBezTo>
                    <a:pt x="540" y="39"/>
                    <a:pt x="540" y="39"/>
                    <a:pt x="540" y="39"/>
                  </a:cubicBezTo>
                  <a:cubicBezTo>
                    <a:pt x="506" y="49"/>
                    <a:pt x="506" y="49"/>
                    <a:pt x="506" y="49"/>
                  </a:cubicBezTo>
                  <a:cubicBezTo>
                    <a:pt x="540" y="39"/>
                    <a:pt x="540" y="39"/>
                    <a:pt x="540" y="39"/>
                  </a:cubicBezTo>
                  <a:cubicBezTo>
                    <a:pt x="511" y="54"/>
                    <a:pt x="511" y="54"/>
                    <a:pt x="511" y="54"/>
                  </a:cubicBezTo>
                  <a:cubicBezTo>
                    <a:pt x="512" y="55"/>
                    <a:pt x="513" y="56"/>
                    <a:pt x="513" y="56"/>
                  </a:cubicBezTo>
                  <a:cubicBezTo>
                    <a:pt x="529" y="47"/>
                    <a:pt x="529" y="47"/>
                    <a:pt x="529" y="47"/>
                  </a:cubicBezTo>
                  <a:cubicBezTo>
                    <a:pt x="532" y="50"/>
                    <a:pt x="532" y="50"/>
                    <a:pt x="532" y="50"/>
                  </a:cubicBezTo>
                  <a:cubicBezTo>
                    <a:pt x="535" y="48"/>
                    <a:pt x="538" y="47"/>
                    <a:pt x="541" y="46"/>
                  </a:cubicBezTo>
                  <a:cubicBezTo>
                    <a:pt x="539" y="45"/>
                    <a:pt x="537" y="43"/>
                    <a:pt x="536" y="42"/>
                  </a:cubicBezTo>
                  <a:cubicBezTo>
                    <a:pt x="537" y="43"/>
                    <a:pt x="539" y="45"/>
                    <a:pt x="541" y="46"/>
                  </a:cubicBezTo>
                  <a:cubicBezTo>
                    <a:pt x="549" y="46"/>
                    <a:pt x="561" y="46"/>
                    <a:pt x="569" y="46"/>
                  </a:cubicBezTo>
                  <a:cubicBezTo>
                    <a:pt x="570" y="46"/>
                    <a:pt x="570" y="46"/>
                    <a:pt x="571" y="47"/>
                  </a:cubicBezTo>
                  <a:cubicBezTo>
                    <a:pt x="571" y="47"/>
                    <a:pt x="571" y="47"/>
                    <a:pt x="572" y="47"/>
                  </a:cubicBezTo>
                  <a:cubicBezTo>
                    <a:pt x="566" y="53"/>
                    <a:pt x="566" y="53"/>
                    <a:pt x="566" y="53"/>
                  </a:cubicBezTo>
                  <a:cubicBezTo>
                    <a:pt x="565" y="52"/>
                    <a:pt x="564" y="51"/>
                    <a:pt x="563" y="51"/>
                  </a:cubicBezTo>
                  <a:cubicBezTo>
                    <a:pt x="560" y="53"/>
                    <a:pt x="557" y="54"/>
                    <a:pt x="555" y="56"/>
                  </a:cubicBezTo>
                  <a:cubicBezTo>
                    <a:pt x="556" y="56"/>
                    <a:pt x="556" y="56"/>
                    <a:pt x="558" y="57"/>
                  </a:cubicBezTo>
                  <a:cubicBezTo>
                    <a:pt x="560" y="56"/>
                    <a:pt x="563" y="54"/>
                    <a:pt x="566" y="53"/>
                  </a:cubicBezTo>
                  <a:cubicBezTo>
                    <a:pt x="563" y="54"/>
                    <a:pt x="560" y="56"/>
                    <a:pt x="558" y="57"/>
                  </a:cubicBezTo>
                  <a:cubicBezTo>
                    <a:pt x="555" y="58"/>
                    <a:pt x="552" y="60"/>
                    <a:pt x="550" y="61"/>
                  </a:cubicBezTo>
                  <a:cubicBezTo>
                    <a:pt x="549" y="61"/>
                    <a:pt x="548" y="60"/>
                    <a:pt x="547" y="59"/>
                  </a:cubicBezTo>
                  <a:cubicBezTo>
                    <a:pt x="545" y="59"/>
                    <a:pt x="544" y="58"/>
                    <a:pt x="543" y="57"/>
                  </a:cubicBezTo>
                  <a:cubicBezTo>
                    <a:pt x="540" y="59"/>
                    <a:pt x="537" y="60"/>
                    <a:pt x="535" y="62"/>
                  </a:cubicBezTo>
                  <a:cubicBezTo>
                    <a:pt x="533" y="60"/>
                    <a:pt x="531" y="59"/>
                    <a:pt x="530" y="58"/>
                  </a:cubicBezTo>
                  <a:cubicBezTo>
                    <a:pt x="529" y="58"/>
                    <a:pt x="529" y="58"/>
                    <a:pt x="528" y="57"/>
                  </a:cubicBezTo>
                  <a:cubicBezTo>
                    <a:pt x="526" y="59"/>
                    <a:pt x="523" y="60"/>
                    <a:pt x="520" y="62"/>
                  </a:cubicBezTo>
                  <a:cubicBezTo>
                    <a:pt x="522" y="63"/>
                    <a:pt x="523" y="64"/>
                    <a:pt x="524" y="64"/>
                  </a:cubicBezTo>
                  <a:cubicBezTo>
                    <a:pt x="526" y="66"/>
                    <a:pt x="529" y="67"/>
                    <a:pt x="531" y="68"/>
                  </a:cubicBezTo>
                  <a:cubicBezTo>
                    <a:pt x="532" y="69"/>
                    <a:pt x="532" y="69"/>
                    <a:pt x="533" y="69"/>
                  </a:cubicBezTo>
                  <a:cubicBezTo>
                    <a:pt x="528" y="73"/>
                    <a:pt x="522" y="76"/>
                    <a:pt x="517" y="79"/>
                  </a:cubicBezTo>
                  <a:cubicBezTo>
                    <a:pt x="519" y="79"/>
                    <a:pt x="519" y="79"/>
                    <a:pt x="525" y="82"/>
                  </a:cubicBezTo>
                  <a:cubicBezTo>
                    <a:pt x="519" y="79"/>
                    <a:pt x="519" y="79"/>
                    <a:pt x="517" y="79"/>
                  </a:cubicBezTo>
                  <a:cubicBezTo>
                    <a:pt x="522" y="76"/>
                    <a:pt x="528" y="73"/>
                    <a:pt x="533" y="69"/>
                  </a:cubicBezTo>
                  <a:cubicBezTo>
                    <a:pt x="532" y="69"/>
                    <a:pt x="532" y="69"/>
                    <a:pt x="531" y="68"/>
                  </a:cubicBezTo>
                  <a:cubicBezTo>
                    <a:pt x="529" y="67"/>
                    <a:pt x="526" y="66"/>
                    <a:pt x="524" y="64"/>
                  </a:cubicBezTo>
                  <a:cubicBezTo>
                    <a:pt x="496" y="82"/>
                    <a:pt x="502" y="85"/>
                    <a:pt x="525" y="91"/>
                  </a:cubicBezTo>
                  <a:cubicBezTo>
                    <a:pt x="526" y="91"/>
                    <a:pt x="528" y="89"/>
                    <a:pt x="529" y="89"/>
                  </a:cubicBezTo>
                  <a:cubicBezTo>
                    <a:pt x="530" y="86"/>
                    <a:pt x="529" y="84"/>
                    <a:pt x="527" y="82"/>
                  </a:cubicBezTo>
                  <a:cubicBezTo>
                    <a:pt x="529" y="84"/>
                    <a:pt x="530" y="86"/>
                    <a:pt x="529" y="89"/>
                  </a:cubicBezTo>
                </a:path>
              </a:pathLst>
            </a:custGeom>
            <a:solidFill>
              <a:srgbClr val="246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3" name="图片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5000" contrast="-40000"/>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876256" y="-20538"/>
            <a:ext cx="2110673" cy="5833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141" name="组合 140"/>
          <p:cNvGrpSpPr/>
          <p:nvPr/>
        </p:nvGrpSpPr>
        <p:grpSpPr>
          <a:xfrm flipV="1">
            <a:off x="723509" y="4390389"/>
            <a:ext cx="8004300"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一、研究背景与意义</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4"/>
          <a:stretch>
            <a:fillRect/>
          </a:stretch>
        </p:blipFill>
        <p:spPr>
          <a:xfrm>
            <a:off x="169647" y="221880"/>
            <a:ext cx="1477740" cy="246290"/>
          </a:xfrm>
          <a:prstGeom prst="rect">
            <a:avLst/>
          </a:prstGeom>
        </p:spPr>
      </p:pic>
      <p:sp>
        <p:nvSpPr>
          <p:cNvPr id="20" name="矩形: 圆角 19">
            <a:extLst>
              <a:ext uri="{FF2B5EF4-FFF2-40B4-BE49-F238E27FC236}">
                <a16:creationId xmlns:a16="http://schemas.microsoft.com/office/drawing/2014/main" id="{D56F4D27-728F-4196-ADA4-54682DDEDB15}"/>
              </a:ext>
            </a:extLst>
          </p:cNvPr>
          <p:cNvSpPr/>
          <p:nvPr/>
        </p:nvSpPr>
        <p:spPr>
          <a:xfrm>
            <a:off x="416191" y="861796"/>
            <a:ext cx="4167820" cy="187158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1400" b="1" dirty="0">
                <a:solidFill>
                  <a:srgbClr val="056CC9"/>
                </a:solidFill>
                <a:cs typeface="+mn-ea"/>
                <a:sym typeface="+mn-lt"/>
              </a:rPr>
              <a:t>1.</a:t>
            </a:r>
            <a:r>
              <a:rPr lang="zh-CN" altLang="en-US" sz="1400" b="1" dirty="0">
                <a:solidFill>
                  <a:srgbClr val="056CC9"/>
                </a:solidFill>
                <a:cs typeface="+mn-ea"/>
                <a:sym typeface="+mn-lt"/>
              </a:rPr>
              <a:t>研究背景</a:t>
            </a:r>
            <a:endParaRPr lang="en-US" altLang="zh-CN"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endParaRPr>
          </a:p>
          <a:p>
            <a:pPr marL="228600" indent="-228600" algn="just">
              <a:buFont typeface="+mj-lt"/>
              <a:buAutoNum type="arabicPeriod"/>
            </a:pP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国家战略需求：</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随着“十五五规划</a:t>
            </a:r>
            <a:r>
              <a:rPr lang="en-US" altLang="zh-CN"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与智能制造战略的深入推进，工业机器人正朝着柔性化、智能化方向快速发展，这为相关技术研究提供了重要的政策导向和发展机遇。</a:t>
            </a:r>
            <a:endParaRPr lang="en-US" altLang="zh-CN"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a:p>
            <a:pPr marL="228600" indent="-228600" algn="just">
              <a:buFont typeface="+mj-lt"/>
              <a:buAutoNum type="arabicPeriod"/>
            </a:pP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行业痛点：</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短舱装配环境复杂、工件位姿随机、传统示教机器人适应性差，难以满足高效、精准的装配需求，严重制约了生产效率的提升。</a:t>
            </a:r>
            <a:endParaRPr lang="en-US" altLang="zh-CN"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a:p>
            <a:pPr marL="228600" indent="-228600" algn="just">
              <a:buFont typeface="+mj-lt"/>
              <a:buAutoNum type="arabicPeriod"/>
            </a:pP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技术瓶颈：</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传统视觉在弱纹理、遮挡、光照变化下鲁棒性不足，这成为了阻碍短舱装配机器人智能化升级的关键技术瓶颈。</a:t>
            </a:r>
            <a:endParaRPr lang="zh-CN" altLang="en-US" sz="800"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a:p>
            <a:pPr algn="just"/>
            <a:endParaRPr lang="zh-CN" altLang="en-US" sz="900"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p:txBody>
      </p:sp>
      <p:sp>
        <p:nvSpPr>
          <p:cNvPr id="26" name="文本框 25">
            <a:extLst>
              <a:ext uri="{FF2B5EF4-FFF2-40B4-BE49-F238E27FC236}">
                <a16:creationId xmlns:a16="http://schemas.microsoft.com/office/drawing/2014/main" id="{B1BAB619-B35C-44BC-9878-16B55CB41FCD}"/>
              </a:ext>
            </a:extLst>
          </p:cNvPr>
          <p:cNvSpPr txBox="1"/>
          <p:nvPr>
            <p:custDataLst>
              <p:tags r:id="rId1"/>
            </p:custDataLst>
          </p:nvPr>
        </p:nvSpPr>
        <p:spPr>
          <a:xfrm>
            <a:off x="5802261" y="3552480"/>
            <a:ext cx="2079718" cy="246221"/>
          </a:xfrm>
          <a:prstGeom prst="rect">
            <a:avLst/>
          </a:prstGeom>
          <a:noFill/>
        </p:spPr>
        <p:txBody>
          <a:bodyPr wrap="square" rtlCol="0" anchor="t">
            <a:spAutoFit/>
          </a:bodyPr>
          <a:lstStyle/>
          <a:p>
            <a:pPr algn="ctr"/>
            <a:r>
              <a:rPr lang="zh-CN" altLang="en-US" sz="1000" b="1" kern="100" dirty="0">
                <a:solidFill>
                  <a:schemeClr val="accent1"/>
                </a:solidFill>
                <a:effectLst/>
                <a:latin typeface="微软雅黑" panose="020B0503020204020204" charset="-122"/>
                <a:ea typeface="微软雅黑" panose="020B0503020204020204" charset="-122"/>
                <a:cs typeface="宋体" panose="02010600030101010101" pitchFamily="2" charset="-122"/>
                <a:sym typeface="+mn-ea"/>
              </a:rPr>
              <a:t>带有视觉系统的机器人</a:t>
            </a:r>
          </a:p>
        </p:txBody>
      </p:sp>
      <p:pic>
        <p:nvPicPr>
          <p:cNvPr id="1026" name="Picture 2" descr="视觉智能将给予机器人系统空间感 - 机器视觉_视觉检测设备_3D视觉_缺陷检测">
            <a:extLst>
              <a:ext uri="{FF2B5EF4-FFF2-40B4-BE49-F238E27FC236}">
                <a16:creationId xmlns:a16="http://schemas.microsoft.com/office/drawing/2014/main" id="{CCC6D4DD-1183-4BD8-A54C-E8CEA986CBF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88086" y="1122305"/>
            <a:ext cx="3639723" cy="2426482"/>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圆角 31">
            <a:extLst>
              <a:ext uri="{FF2B5EF4-FFF2-40B4-BE49-F238E27FC236}">
                <a16:creationId xmlns:a16="http://schemas.microsoft.com/office/drawing/2014/main" id="{5D08D0CE-D3CC-4082-BFB8-2C2A82D92188}"/>
              </a:ext>
            </a:extLst>
          </p:cNvPr>
          <p:cNvSpPr/>
          <p:nvPr/>
        </p:nvSpPr>
        <p:spPr>
          <a:xfrm>
            <a:off x="416191" y="2913768"/>
            <a:ext cx="4167820" cy="1413873"/>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1400" b="1" dirty="0">
                <a:solidFill>
                  <a:srgbClr val="056CC9"/>
                </a:solidFill>
                <a:cs typeface="+mn-ea"/>
                <a:sym typeface="+mn-lt"/>
              </a:rPr>
              <a:t>2.</a:t>
            </a:r>
            <a:r>
              <a:rPr lang="zh-CN" altLang="en-US" sz="1400" b="1" dirty="0">
                <a:solidFill>
                  <a:srgbClr val="056CC9"/>
                </a:solidFill>
                <a:cs typeface="+mn-ea"/>
                <a:sym typeface="+mn-lt"/>
              </a:rPr>
              <a:t>研究目标与意义</a:t>
            </a:r>
            <a:endParaRPr lang="en-US" altLang="zh-CN"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endParaRPr>
          </a:p>
          <a:p>
            <a:pPr marL="228600" indent="-228600" algn="just">
              <a:buFont typeface="+mj-lt"/>
              <a:buAutoNum type="arabicPeriod"/>
            </a:pP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研究目标：</a:t>
            </a:r>
            <a:r>
              <a:rPr lang="zh-CN" altLang="zh-CN" sz="1100" b="1" kern="100" dirty="0">
                <a:solidFill>
                  <a:schemeClr val="tx1"/>
                </a:solidFill>
                <a:latin typeface="微软雅黑" panose="020B0503020204020204" charset="-122"/>
                <a:ea typeface="微软雅黑" panose="020B0503020204020204" charset="-122"/>
                <a:cs typeface="宋体" panose="02010600030101010101" pitchFamily="2" charset="-122"/>
              </a:rPr>
              <a:t>攻克复杂环境下目标实时、稳定、精准抓取的技术难题。</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构建“深度学习粗定位 </a:t>
            </a:r>
            <a:r>
              <a:rPr lang="en-US" altLang="zh-CN"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 </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几何视觉精测量”的智能抓取系统。</a:t>
            </a:r>
            <a:endParaRPr lang="en-US" altLang="zh-CN"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a:p>
            <a:pPr marL="228600" indent="-228600" algn="just">
              <a:buFont typeface="+mj-lt"/>
              <a:buAutoNum type="arabicPeriod"/>
            </a:pP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意</a:t>
            </a:r>
            <a:r>
              <a:rPr lang="en-US" altLang="zh-CN"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    </a:t>
            </a:r>
            <a:r>
              <a:rPr lang="zh-CN" altLang="en-US" sz="11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义：</a:t>
            </a:r>
            <a:r>
              <a:rPr lang="zh-CN" altLang="en-US" sz="1100" b="1" kern="100" dirty="0">
                <a:solidFill>
                  <a:schemeClr val="tx1"/>
                </a:solidFill>
                <a:latin typeface="微软雅黑" panose="020B0503020204020204" charset="-122"/>
                <a:ea typeface="微软雅黑" panose="020B0503020204020204" charset="-122"/>
                <a:cs typeface="宋体" panose="02010600030101010101" pitchFamily="2" charset="-122"/>
                <a:sym typeface="+mn-ea"/>
              </a:rPr>
              <a:t>对推动机器视觉与机器人学的交叉融合具有理论价值，也对提升我国智能制造装备的自主智能化水平具有重要的工程应用意义。</a:t>
            </a:r>
          </a:p>
          <a:p>
            <a:pPr algn="just"/>
            <a:endParaRPr lang="zh-CN" altLang="en-US" sz="900" kern="100" dirty="0">
              <a:solidFill>
                <a:schemeClr val="tx1"/>
              </a:solidFill>
              <a:latin typeface="微软雅黑" panose="020B0503020204020204" charset="-122"/>
              <a:ea typeface="微软雅黑" panose="020B0503020204020204" charset="-122"/>
              <a:cs typeface="宋体" panose="02010600030101010101" pitchFamily="2" charset="-122"/>
              <a:sym typeface="+mn-ea"/>
            </a:endParaRPr>
          </a:p>
        </p:txBody>
      </p:sp>
    </p:spTree>
    <p:extLst>
      <p:ext uri="{BB962C8B-B14F-4D97-AF65-F5344CB8AC3E}">
        <p14:creationId xmlns:p14="http://schemas.microsoft.com/office/powerpoint/2010/main" val="2973808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6"/>
          <p:cNvSpPr/>
          <p:nvPr/>
        </p:nvSpPr>
        <p:spPr>
          <a:xfrm>
            <a:off x="0" y="1722623"/>
            <a:ext cx="9144000" cy="1656184"/>
          </a:xfrm>
          <a:prstGeom prst="rect">
            <a:avLst/>
          </a:pr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sz="1800"/>
          </a:p>
        </p:txBody>
      </p:sp>
      <p:sp>
        <p:nvSpPr>
          <p:cNvPr id="4" name="Text Placeholder 4"/>
          <p:cNvSpPr txBox="1"/>
          <p:nvPr/>
        </p:nvSpPr>
        <p:spPr>
          <a:xfrm>
            <a:off x="6758468" y="2010150"/>
            <a:ext cx="1272728" cy="108012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8000" dirty="0">
                <a:solidFill>
                  <a:schemeClr val="bg1"/>
                </a:solidFill>
                <a:latin typeface="Impact" panose="020B0806030902050204" pitchFamily="34" charset="0"/>
                <a:ea typeface="微软雅黑" panose="020B0503020204020204" charset="-122"/>
              </a:rPr>
              <a:t>02</a:t>
            </a:r>
            <a:endParaRPr lang="en-GB" sz="5400" dirty="0">
              <a:solidFill>
                <a:schemeClr val="bg1"/>
              </a:solidFill>
              <a:latin typeface="Impact" panose="020B0806030902050204" pitchFamily="34" charset="0"/>
              <a:ea typeface="微软雅黑" panose="020B0503020204020204" charset="-122"/>
            </a:endParaRPr>
          </a:p>
        </p:txBody>
      </p:sp>
      <p:sp>
        <p:nvSpPr>
          <p:cNvPr id="5" name="TextBox 4"/>
          <p:cNvSpPr txBox="1"/>
          <p:nvPr/>
        </p:nvSpPr>
        <p:spPr>
          <a:xfrm>
            <a:off x="3207370" y="2161540"/>
            <a:ext cx="4118610" cy="639472"/>
          </a:xfrm>
          <a:prstGeom prst="rect">
            <a:avLst/>
          </a:prstGeom>
          <a:noFill/>
        </p:spPr>
        <p:txBody>
          <a:bodyPr wrap="square" lIns="68584" tIns="34291" rIns="68584" bIns="34291" rtlCol="0">
            <a:spAutoFit/>
          </a:bodyPr>
          <a:lstStyle/>
          <a:p>
            <a:pPr>
              <a:lnSpc>
                <a:spcPct val="150000"/>
              </a:lnSpc>
            </a:pPr>
            <a:r>
              <a:rPr lang="zh-CN" altLang="en-US" sz="2800" b="1" dirty="0">
                <a:solidFill>
                  <a:schemeClr val="bg1"/>
                </a:solidFill>
                <a:latin typeface="微软雅黑" panose="020B0503020204020204" charset="-122"/>
                <a:ea typeface="微软雅黑" panose="020B0503020204020204" charset="-122"/>
                <a:sym typeface="+mn-ea"/>
              </a:rPr>
              <a:t>国内外研究现状及趋势</a:t>
            </a:r>
          </a:p>
        </p:txBody>
      </p:sp>
      <p:grpSp>
        <p:nvGrpSpPr>
          <p:cNvPr id="27" name="组合 26"/>
          <p:cNvGrpSpPr/>
          <p:nvPr/>
        </p:nvGrpSpPr>
        <p:grpSpPr>
          <a:xfrm>
            <a:off x="827585" y="1505590"/>
            <a:ext cx="2096339" cy="2089241"/>
            <a:chOff x="755650" y="852488"/>
            <a:chExt cx="2344738" cy="2336800"/>
          </a:xfrm>
        </p:grpSpPr>
        <p:sp>
          <p:nvSpPr>
            <p:cNvPr id="24" name="Freeform 5"/>
            <p:cNvSpPr>
              <a:spLocks noEditPoints="1"/>
            </p:cNvSpPr>
            <p:nvPr/>
          </p:nvSpPr>
          <p:spPr bwMode="auto">
            <a:xfrm>
              <a:off x="755650" y="852488"/>
              <a:ext cx="2344738" cy="2336800"/>
            </a:xfrm>
            <a:custGeom>
              <a:avLst/>
              <a:gdLst>
                <a:gd name="T0" fmla="*/ 325 w 3063"/>
                <a:gd name="T1" fmla="*/ 1531 h 3056"/>
                <a:gd name="T2" fmla="*/ 1531 w 3063"/>
                <a:gd name="T3" fmla="*/ 325 h 3056"/>
                <a:gd name="T4" fmla="*/ 2738 w 3063"/>
                <a:gd name="T5" fmla="*/ 1531 h 3056"/>
                <a:gd name="T6" fmla="*/ 1531 w 3063"/>
                <a:gd name="T7" fmla="*/ 2737 h 3056"/>
                <a:gd name="T8" fmla="*/ 325 w 3063"/>
                <a:gd name="T9" fmla="*/ 1531 h 3056"/>
                <a:gd name="T10" fmla="*/ 1291 w 3063"/>
                <a:gd name="T11" fmla="*/ 246 h 3056"/>
                <a:gd name="T12" fmla="*/ 1115 w 3063"/>
                <a:gd name="T13" fmla="*/ 57 h 3056"/>
                <a:gd name="T14" fmla="*/ 846 w 3063"/>
                <a:gd name="T15" fmla="*/ 162 h 3056"/>
                <a:gd name="T16" fmla="*/ 843 w 3063"/>
                <a:gd name="T17" fmla="*/ 419 h 3056"/>
                <a:gd name="T18" fmla="*/ 611 w 3063"/>
                <a:gd name="T19" fmla="*/ 307 h 3056"/>
                <a:gd name="T20" fmla="*/ 398 w 3063"/>
                <a:gd name="T21" fmla="*/ 502 h 3056"/>
                <a:gd name="T22" fmla="*/ 488 w 3063"/>
                <a:gd name="T23" fmla="*/ 743 h 3056"/>
                <a:gd name="T24" fmla="*/ 231 w 3063"/>
                <a:gd name="T25" fmla="*/ 722 h 3056"/>
                <a:gd name="T26" fmla="*/ 102 w 3063"/>
                <a:gd name="T27" fmla="*/ 981 h 3056"/>
                <a:gd name="T28" fmla="*/ 274 w 3063"/>
                <a:gd name="T29" fmla="*/ 1173 h 3056"/>
                <a:gd name="T30" fmla="*/ 27 w 3063"/>
                <a:gd name="T31" fmla="*/ 1247 h 3056"/>
                <a:gd name="T32" fmla="*/ 0 w 3063"/>
                <a:gd name="T33" fmla="*/ 1531 h 3056"/>
                <a:gd name="T34" fmla="*/ 0 w 3063"/>
                <a:gd name="T35" fmla="*/ 1535 h 3056"/>
                <a:gd name="T36" fmla="*/ 229 w 3063"/>
                <a:gd name="T37" fmla="*/ 1652 h 3056"/>
                <a:gd name="T38" fmla="*/ 26 w 3063"/>
                <a:gd name="T39" fmla="*/ 1809 h 3056"/>
                <a:gd name="T40" fmla="*/ 105 w 3063"/>
                <a:gd name="T41" fmla="*/ 2087 h 3056"/>
                <a:gd name="T42" fmla="*/ 361 w 3063"/>
                <a:gd name="T43" fmla="*/ 2114 h 3056"/>
                <a:gd name="T44" fmla="*/ 228 w 3063"/>
                <a:gd name="T45" fmla="*/ 2334 h 3056"/>
                <a:gd name="T46" fmla="*/ 402 w 3063"/>
                <a:gd name="T47" fmla="*/ 2565 h 3056"/>
                <a:gd name="T48" fmla="*/ 651 w 3063"/>
                <a:gd name="T49" fmla="*/ 2498 h 3056"/>
                <a:gd name="T50" fmla="*/ 606 w 3063"/>
                <a:gd name="T51" fmla="*/ 2751 h 3056"/>
                <a:gd name="T52" fmla="*/ 852 w 3063"/>
                <a:gd name="T53" fmla="*/ 2904 h 3056"/>
                <a:gd name="T54" fmla="*/ 1059 w 3063"/>
                <a:gd name="T55" fmla="*/ 2751 h 3056"/>
                <a:gd name="T56" fmla="*/ 1109 w 3063"/>
                <a:gd name="T57" fmla="*/ 3003 h 3056"/>
                <a:gd name="T58" fmla="*/ 1394 w 3063"/>
                <a:gd name="T59" fmla="*/ 3056 h 3056"/>
                <a:gd name="T60" fmla="*/ 1531 w 3063"/>
                <a:gd name="T61" fmla="*/ 2839 h 3056"/>
                <a:gd name="T62" fmla="*/ 1669 w 3063"/>
                <a:gd name="T63" fmla="*/ 3056 h 3056"/>
                <a:gd name="T64" fmla="*/ 1954 w 3063"/>
                <a:gd name="T65" fmla="*/ 3003 h 3056"/>
                <a:gd name="T66" fmla="*/ 2004 w 3063"/>
                <a:gd name="T67" fmla="*/ 2751 h 3056"/>
                <a:gd name="T68" fmla="*/ 2211 w 3063"/>
                <a:gd name="T69" fmla="*/ 2904 h 3056"/>
                <a:gd name="T70" fmla="*/ 2457 w 3063"/>
                <a:gd name="T71" fmla="*/ 2751 h 3056"/>
                <a:gd name="T72" fmla="*/ 2412 w 3063"/>
                <a:gd name="T73" fmla="*/ 2498 h 3056"/>
                <a:gd name="T74" fmla="*/ 2661 w 3063"/>
                <a:gd name="T75" fmla="*/ 2565 h 3056"/>
                <a:gd name="T76" fmla="*/ 2835 w 3063"/>
                <a:gd name="T77" fmla="*/ 2334 h 3056"/>
                <a:gd name="T78" fmla="*/ 2702 w 3063"/>
                <a:gd name="T79" fmla="*/ 2114 h 3056"/>
                <a:gd name="T80" fmla="*/ 2958 w 3063"/>
                <a:gd name="T81" fmla="*/ 2087 h 3056"/>
                <a:gd name="T82" fmla="*/ 3037 w 3063"/>
                <a:gd name="T83" fmla="*/ 1809 h 3056"/>
                <a:gd name="T84" fmla="*/ 2834 w 3063"/>
                <a:gd name="T85" fmla="*/ 1652 h 3056"/>
                <a:gd name="T86" fmla="*/ 3063 w 3063"/>
                <a:gd name="T87" fmla="*/ 1535 h 3056"/>
                <a:gd name="T88" fmla="*/ 3063 w 3063"/>
                <a:gd name="T89" fmla="*/ 1531 h 3056"/>
                <a:gd name="T90" fmla="*/ 3036 w 3063"/>
                <a:gd name="T91" fmla="*/ 1247 h 3056"/>
                <a:gd name="T92" fmla="*/ 2789 w 3063"/>
                <a:gd name="T93" fmla="*/ 1173 h 3056"/>
                <a:gd name="T94" fmla="*/ 2961 w 3063"/>
                <a:gd name="T95" fmla="*/ 981 h 3056"/>
                <a:gd name="T96" fmla="*/ 2832 w 3063"/>
                <a:gd name="T97" fmla="*/ 722 h 3056"/>
                <a:gd name="T98" fmla="*/ 2575 w 3063"/>
                <a:gd name="T99" fmla="*/ 743 h 3056"/>
                <a:gd name="T100" fmla="*/ 2665 w 3063"/>
                <a:gd name="T101" fmla="*/ 502 h 3056"/>
                <a:gd name="T102" fmla="*/ 2451 w 3063"/>
                <a:gd name="T103" fmla="*/ 307 h 3056"/>
                <a:gd name="T104" fmla="*/ 2220 w 3063"/>
                <a:gd name="T105" fmla="*/ 419 h 3056"/>
                <a:gd name="T106" fmla="*/ 2217 w 3063"/>
                <a:gd name="T107" fmla="*/ 162 h 3056"/>
                <a:gd name="T108" fmla="*/ 1948 w 3063"/>
                <a:gd name="T109" fmla="*/ 57 h 3056"/>
                <a:gd name="T110" fmla="*/ 1772 w 3063"/>
                <a:gd name="T111" fmla="*/ 246 h 3056"/>
                <a:gd name="T112" fmla="*/ 1676 w 3063"/>
                <a:gd name="T113" fmla="*/ 7 h 3056"/>
                <a:gd name="T114" fmla="*/ 1531 w 3063"/>
                <a:gd name="T115" fmla="*/ 0 h 3056"/>
                <a:gd name="T116" fmla="*/ 1387 w 3063"/>
                <a:gd name="T117" fmla="*/ 7 h 3056"/>
                <a:gd name="T118" fmla="*/ 1291 w 3063"/>
                <a:gd name="T119" fmla="*/ 246 h 3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63" h="3056">
                  <a:moveTo>
                    <a:pt x="325" y="1531"/>
                  </a:moveTo>
                  <a:cubicBezTo>
                    <a:pt x="325" y="865"/>
                    <a:pt x="865" y="325"/>
                    <a:pt x="1531" y="325"/>
                  </a:cubicBezTo>
                  <a:cubicBezTo>
                    <a:pt x="2198" y="325"/>
                    <a:pt x="2738" y="865"/>
                    <a:pt x="2738" y="1531"/>
                  </a:cubicBezTo>
                  <a:cubicBezTo>
                    <a:pt x="2738" y="2197"/>
                    <a:pt x="2198" y="2737"/>
                    <a:pt x="1531" y="2737"/>
                  </a:cubicBezTo>
                  <a:cubicBezTo>
                    <a:pt x="865" y="2737"/>
                    <a:pt x="325" y="2197"/>
                    <a:pt x="325" y="1531"/>
                  </a:cubicBezTo>
                  <a:close/>
                  <a:moveTo>
                    <a:pt x="1291" y="246"/>
                  </a:moveTo>
                  <a:cubicBezTo>
                    <a:pt x="1115" y="57"/>
                    <a:pt x="1115" y="57"/>
                    <a:pt x="1115" y="57"/>
                  </a:cubicBezTo>
                  <a:cubicBezTo>
                    <a:pt x="1022" y="84"/>
                    <a:pt x="932" y="119"/>
                    <a:pt x="846" y="162"/>
                  </a:cubicBezTo>
                  <a:cubicBezTo>
                    <a:pt x="843" y="419"/>
                    <a:pt x="843" y="419"/>
                    <a:pt x="843" y="419"/>
                  </a:cubicBezTo>
                  <a:cubicBezTo>
                    <a:pt x="611" y="307"/>
                    <a:pt x="611" y="307"/>
                    <a:pt x="611" y="307"/>
                  </a:cubicBezTo>
                  <a:cubicBezTo>
                    <a:pt x="534" y="365"/>
                    <a:pt x="463" y="431"/>
                    <a:pt x="398" y="502"/>
                  </a:cubicBezTo>
                  <a:cubicBezTo>
                    <a:pt x="488" y="743"/>
                    <a:pt x="488" y="743"/>
                    <a:pt x="488" y="743"/>
                  </a:cubicBezTo>
                  <a:cubicBezTo>
                    <a:pt x="231" y="722"/>
                    <a:pt x="231" y="722"/>
                    <a:pt x="231" y="722"/>
                  </a:cubicBezTo>
                  <a:cubicBezTo>
                    <a:pt x="181" y="804"/>
                    <a:pt x="137" y="890"/>
                    <a:pt x="102" y="981"/>
                  </a:cubicBezTo>
                  <a:cubicBezTo>
                    <a:pt x="274" y="1173"/>
                    <a:pt x="274" y="1173"/>
                    <a:pt x="274" y="1173"/>
                  </a:cubicBezTo>
                  <a:cubicBezTo>
                    <a:pt x="27" y="1247"/>
                    <a:pt x="27" y="1247"/>
                    <a:pt x="27" y="1247"/>
                  </a:cubicBezTo>
                  <a:cubicBezTo>
                    <a:pt x="9" y="1339"/>
                    <a:pt x="0" y="1434"/>
                    <a:pt x="0" y="1531"/>
                  </a:cubicBezTo>
                  <a:cubicBezTo>
                    <a:pt x="0" y="1532"/>
                    <a:pt x="0" y="1533"/>
                    <a:pt x="0" y="1535"/>
                  </a:cubicBezTo>
                  <a:cubicBezTo>
                    <a:pt x="229" y="1652"/>
                    <a:pt x="229" y="1652"/>
                    <a:pt x="229" y="1652"/>
                  </a:cubicBezTo>
                  <a:cubicBezTo>
                    <a:pt x="26" y="1809"/>
                    <a:pt x="26" y="1809"/>
                    <a:pt x="26" y="1809"/>
                  </a:cubicBezTo>
                  <a:cubicBezTo>
                    <a:pt x="43" y="1906"/>
                    <a:pt x="70" y="1999"/>
                    <a:pt x="105" y="2087"/>
                  </a:cubicBezTo>
                  <a:cubicBezTo>
                    <a:pt x="361" y="2114"/>
                    <a:pt x="361" y="2114"/>
                    <a:pt x="361" y="2114"/>
                  </a:cubicBezTo>
                  <a:cubicBezTo>
                    <a:pt x="228" y="2334"/>
                    <a:pt x="228" y="2334"/>
                    <a:pt x="228" y="2334"/>
                  </a:cubicBezTo>
                  <a:cubicBezTo>
                    <a:pt x="279" y="2417"/>
                    <a:pt x="337" y="2494"/>
                    <a:pt x="402" y="2565"/>
                  </a:cubicBezTo>
                  <a:cubicBezTo>
                    <a:pt x="651" y="2498"/>
                    <a:pt x="651" y="2498"/>
                    <a:pt x="651" y="2498"/>
                  </a:cubicBezTo>
                  <a:cubicBezTo>
                    <a:pt x="606" y="2751"/>
                    <a:pt x="606" y="2751"/>
                    <a:pt x="606" y="2751"/>
                  </a:cubicBezTo>
                  <a:cubicBezTo>
                    <a:pt x="683" y="2809"/>
                    <a:pt x="765" y="2860"/>
                    <a:pt x="852" y="2904"/>
                  </a:cubicBezTo>
                  <a:cubicBezTo>
                    <a:pt x="1059" y="2751"/>
                    <a:pt x="1059" y="2751"/>
                    <a:pt x="1059" y="2751"/>
                  </a:cubicBezTo>
                  <a:cubicBezTo>
                    <a:pt x="1109" y="3003"/>
                    <a:pt x="1109" y="3003"/>
                    <a:pt x="1109" y="3003"/>
                  </a:cubicBezTo>
                  <a:cubicBezTo>
                    <a:pt x="1201" y="3030"/>
                    <a:pt x="1296" y="3048"/>
                    <a:pt x="1394" y="3056"/>
                  </a:cubicBezTo>
                  <a:cubicBezTo>
                    <a:pt x="1531" y="2839"/>
                    <a:pt x="1531" y="2839"/>
                    <a:pt x="1531" y="2839"/>
                  </a:cubicBezTo>
                  <a:cubicBezTo>
                    <a:pt x="1669" y="3056"/>
                    <a:pt x="1669" y="3056"/>
                    <a:pt x="1669" y="3056"/>
                  </a:cubicBezTo>
                  <a:cubicBezTo>
                    <a:pt x="1767" y="3048"/>
                    <a:pt x="1862" y="3030"/>
                    <a:pt x="1954" y="3003"/>
                  </a:cubicBezTo>
                  <a:cubicBezTo>
                    <a:pt x="2004" y="2751"/>
                    <a:pt x="2004" y="2751"/>
                    <a:pt x="2004" y="2751"/>
                  </a:cubicBezTo>
                  <a:cubicBezTo>
                    <a:pt x="2211" y="2904"/>
                    <a:pt x="2211" y="2904"/>
                    <a:pt x="2211" y="2904"/>
                  </a:cubicBezTo>
                  <a:cubicBezTo>
                    <a:pt x="2298" y="2860"/>
                    <a:pt x="2380" y="2809"/>
                    <a:pt x="2457" y="2751"/>
                  </a:cubicBezTo>
                  <a:cubicBezTo>
                    <a:pt x="2412" y="2498"/>
                    <a:pt x="2412" y="2498"/>
                    <a:pt x="2412" y="2498"/>
                  </a:cubicBezTo>
                  <a:cubicBezTo>
                    <a:pt x="2661" y="2565"/>
                    <a:pt x="2661" y="2565"/>
                    <a:pt x="2661" y="2565"/>
                  </a:cubicBezTo>
                  <a:cubicBezTo>
                    <a:pt x="2726" y="2494"/>
                    <a:pt x="2784" y="2417"/>
                    <a:pt x="2835" y="2334"/>
                  </a:cubicBezTo>
                  <a:cubicBezTo>
                    <a:pt x="2702" y="2114"/>
                    <a:pt x="2702" y="2114"/>
                    <a:pt x="2702" y="2114"/>
                  </a:cubicBezTo>
                  <a:cubicBezTo>
                    <a:pt x="2958" y="2087"/>
                    <a:pt x="2958" y="2087"/>
                    <a:pt x="2958" y="2087"/>
                  </a:cubicBezTo>
                  <a:cubicBezTo>
                    <a:pt x="2993" y="1999"/>
                    <a:pt x="3020" y="1906"/>
                    <a:pt x="3037" y="1809"/>
                  </a:cubicBezTo>
                  <a:cubicBezTo>
                    <a:pt x="2834" y="1652"/>
                    <a:pt x="2834" y="1652"/>
                    <a:pt x="2834" y="1652"/>
                  </a:cubicBezTo>
                  <a:cubicBezTo>
                    <a:pt x="3063" y="1535"/>
                    <a:pt x="3063" y="1535"/>
                    <a:pt x="3063" y="1535"/>
                  </a:cubicBezTo>
                  <a:cubicBezTo>
                    <a:pt x="3063" y="1533"/>
                    <a:pt x="3063" y="1532"/>
                    <a:pt x="3063" y="1531"/>
                  </a:cubicBezTo>
                  <a:cubicBezTo>
                    <a:pt x="3063" y="1434"/>
                    <a:pt x="3054" y="1339"/>
                    <a:pt x="3036" y="1247"/>
                  </a:cubicBezTo>
                  <a:cubicBezTo>
                    <a:pt x="2789" y="1173"/>
                    <a:pt x="2789" y="1173"/>
                    <a:pt x="2789" y="1173"/>
                  </a:cubicBezTo>
                  <a:cubicBezTo>
                    <a:pt x="2961" y="981"/>
                    <a:pt x="2961" y="981"/>
                    <a:pt x="2961" y="981"/>
                  </a:cubicBezTo>
                  <a:cubicBezTo>
                    <a:pt x="2926" y="890"/>
                    <a:pt x="2883" y="804"/>
                    <a:pt x="2832" y="722"/>
                  </a:cubicBezTo>
                  <a:cubicBezTo>
                    <a:pt x="2575" y="743"/>
                    <a:pt x="2575" y="743"/>
                    <a:pt x="2575" y="743"/>
                  </a:cubicBezTo>
                  <a:cubicBezTo>
                    <a:pt x="2665" y="502"/>
                    <a:pt x="2665" y="502"/>
                    <a:pt x="2665" y="502"/>
                  </a:cubicBezTo>
                  <a:cubicBezTo>
                    <a:pt x="2600" y="431"/>
                    <a:pt x="2529" y="365"/>
                    <a:pt x="2451" y="307"/>
                  </a:cubicBezTo>
                  <a:cubicBezTo>
                    <a:pt x="2220" y="419"/>
                    <a:pt x="2220" y="419"/>
                    <a:pt x="2220" y="419"/>
                  </a:cubicBezTo>
                  <a:cubicBezTo>
                    <a:pt x="2217" y="162"/>
                    <a:pt x="2217" y="162"/>
                    <a:pt x="2217" y="162"/>
                  </a:cubicBezTo>
                  <a:cubicBezTo>
                    <a:pt x="2131" y="119"/>
                    <a:pt x="2041" y="84"/>
                    <a:pt x="1948" y="57"/>
                  </a:cubicBezTo>
                  <a:cubicBezTo>
                    <a:pt x="1772" y="246"/>
                    <a:pt x="1772" y="246"/>
                    <a:pt x="1772" y="246"/>
                  </a:cubicBezTo>
                  <a:cubicBezTo>
                    <a:pt x="1676" y="7"/>
                    <a:pt x="1676" y="7"/>
                    <a:pt x="1676" y="7"/>
                  </a:cubicBezTo>
                  <a:cubicBezTo>
                    <a:pt x="1628" y="2"/>
                    <a:pt x="1580" y="0"/>
                    <a:pt x="1531" y="0"/>
                  </a:cubicBezTo>
                  <a:cubicBezTo>
                    <a:pt x="1483" y="0"/>
                    <a:pt x="1435" y="2"/>
                    <a:pt x="1387" y="7"/>
                  </a:cubicBezTo>
                  <a:lnTo>
                    <a:pt x="1291" y="246"/>
                  </a:lnTo>
                  <a:close/>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5" name="Oval 6"/>
            <p:cNvSpPr>
              <a:spLocks noChangeArrowheads="1"/>
            </p:cNvSpPr>
            <p:nvPr/>
          </p:nvSpPr>
          <p:spPr bwMode="auto">
            <a:xfrm>
              <a:off x="1292225" y="1420813"/>
              <a:ext cx="1268413" cy="1241425"/>
            </a:xfrm>
            <a:prstGeom prst="ellipse">
              <a:avLst/>
            </a:prstGeom>
            <a:solidFill>
              <a:srgbClr val="FFFFFF"/>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7"/>
            <p:cNvSpPr>
              <a:spLocks noEditPoints="1"/>
            </p:cNvSpPr>
            <p:nvPr/>
          </p:nvSpPr>
          <p:spPr bwMode="auto">
            <a:xfrm>
              <a:off x="1295400" y="1473201"/>
              <a:ext cx="1263650" cy="1104900"/>
            </a:xfrm>
            <a:custGeom>
              <a:avLst/>
              <a:gdLst>
                <a:gd name="T0" fmla="*/ 1087 w 1650"/>
                <a:gd name="T1" fmla="*/ 1248 h 1445"/>
                <a:gd name="T2" fmla="*/ 1090 w 1650"/>
                <a:gd name="T3" fmla="*/ 1249 h 1445"/>
                <a:gd name="T4" fmla="*/ 1102 w 1650"/>
                <a:gd name="T5" fmla="*/ 1246 h 1445"/>
                <a:gd name="T6" fmla="*/ 1096 w 1650"/>
                <a:gd name="T7" fmla="*/ 1234 h 1445"/>
                <a:gd name="T8" fmla="*/ 1099 w 1650"/>
                <a:gd name="T9" fmla="*/ 1230 h 1445"/>
                <a:gd name="T10" fmla="*/ 1624 w 1650"/>
                <a:gd name="T11" fmla="*/ 904 h 1445"/>
                <a:gd name="T12" fmla="*/ 47 w 1650"/>
                <a:gd name="T13" fmla="*/ 668 h 1445"/>
                <a:gd name="T14" fmla="*/ 7 w 1650"/>
                <a:gd name="T15" fmla="*/ 643 h 1445"/>
                <a:gd name="T16" fmla="*/ 9 w 1650"/>
                <a:gd name="T17" fmla="*/ 747 h 1445"/>
                <a:gd name="T18" fmla="*/ 880 w 1650"/>
                <a:gd name="T19" fmla="*/ 583 h 1445"/>
                <a:gd name="T20" fmla="*/ 740 w 1650"/>
                <a:gd name="T21" fmla="*/ 410 h 1445"/>
                <a:gd name="T22" fmla="*/ 1216 w 1650"/>
                <a:gd name="T23" fmla="*/ 522 h 1445"/>
                <a:gd name="T24" fmla="*/ 1198 w 1650"/>
                <a:gd name="T25" fmla="*/ 507 h 1445"/>
                <a:gd name="T26" fmla="*/ 675 w 1650"/>
                <a:gd name="T27" fmla="*/ 509 h 1445"/>
                <a:gd name="T28" fmla="*/ 707 w 1650"/>
                <a:gd name="T29" fmla="*/ 504 h 1445"/>
                <a:gd name="T30" fmla="*/ 710 w 1650"/>
                <a:gd name="T31" fmla="*/ 501 h 1445"/>
                <a:gd name="T32" fmla="*/ 805 w 1650"/>
                <a:gd name="T33" fmla="*/ 478 h 1445"/>
                <a:gd name="T34" fmla="*/ 798 w 1650"/>
                <a:gd name="T35" fmla="*/ 478 h 1445"/>
                <a:gd name="T36" fmla="*/ 800 w 1650"/>
                <a:gd name="T37" fmla="*/ 478 h 1445"/>
                <a:gd name="T38" fmla="*/ 801 w 1650"/>
                <a:gd name="T39" fmla="*/ 478 h 1445"/>
                <a:gd name="T40" fmla="*/ 806 w 1650"/>
                <a:gd name="T41" fmla="*/ 443 h 1445"/>
                <a:gd name="T42" fmla="*/ 936 w 1650"/>
                <a:gd name="T43" fmla="*/ 312 h 1445"/>
                <a:gd name="T44" fmla="*/ 980 w 1650"/>
                <a:gd name="T45" fmla="*/ 289 h 1445"/>
                <a:gd name="T46" fmla="*/ 1002 w 1650"/>
                <a:gd name="T47" fmla="*/ 294 h 1445"/>
                <a:gd name="T48" fmla="*/ 1032 w 1650"/>
                <a:gd name="T49" fmla="*/ 228 h 1445"/>
                <a:gd name="T50" fmla="*/ 1031 w 1650"/>
                <a:gd name="T51" fmla="*/ 227 h 1445"/>
                <a:gd name="T52" fmla="*/ 878 w 1650"/>
                <a:gd name="T53" fmla="*/ 333 h 1445"/>
                <a:gd name="T54" fmla="*/ 1122 w 1650"/>
                <a:gd name="T55" fmla="*/ 486 h 1445"/>
                <a:gd name="T56" fmla="*/ 840 w 1650"/>
                <a:gd name="T57" fmla="*/ 120 h 1445"/>
                <a:gd name="T58" fmla="*/ 879 w 1650"/>
                <a:gd name="T59" fmla="*/ 104 h 1445"/>
                <a:gd name="T60" fmla="*/ 536 w 1650"/>
                <a:gd name="T61" fmla="*/ 202 h 1445"/>
                <a:gd name="T62" fmla="*/ 530 w 1650"/>
                <a:gd name="T63" fmla="*/ 201 h 1445"/>
                <a:gd name="T64" fmla="*/ 617 w 1650"/>
                <a:gd name="T65" fmla="*/ 160 h 1445"/>
                <a:gd name="T66" fmla="*/ 612 w 1650"/>
                <a:gd name="T67" fmla="*/ 188 h 1445"/>
                <a:gd name="T68" fmla="*/ 1073 w 1650"/>
                <a:gd name="T69" fmla="*/ 700 h 1445"/>
                <a:gd name="T70" fmla="*/ 611 w 1650"/>
                <a:gd name="T71" fmla="*/ 657 h 1445"/>
                <a:gd name="T72" fmla="*/ 1200 w 1650"/>
                <a:gd name="T73" fmla="*/ 560 h 1445"/>
                <a:gd name="T74" fmla="*/ 348 w 1650"/>
                <a:gd name="T75" fmla="*/ 148 h 1445"/>
                <a:gd name="T76" fmla="*/ 136 w 1650"/>
                <a:gd name="T77" fmla="*/ 348 h 1445"/>
                <a:gd name="T78" fmla="*/ 157 w 1650"/>
                <a:gd name="T79" fmla="*/ 360 h 1445"/>
                <a:gd name="T80" fmla="*/ 161 w 1650"/>
                <a:gd name="T81" fmla="*/ 364 h 1445"/>
                <a:gd name="T82" fmla="*/ 199 w 1650"/>
                <a:gd name="T83" fmla="*/ 261 h 1445"/>
                <a:gd name="T84" fmla="*/ 152 w 1650"/>
                <a:gd name="T85" fmla="*/ 328 h 1445"/>
                <a:gd name="T86" fmla="*/ 208 w 1650"/>
                <a:gd name="T87" fmla="*/ 217 h 1445"/>
                <a:gd name="T88" fmla="*/ 315 w 1650"/>
                <a:gd name="T89" fmla="*/ 239 h 1445"/>
                <a:gd name="T90" fmla="*/ 324 w 1650"/>
                <a:gd name="T91" fmla="*/ 235 h 1445"/>
                <a:gd name="T92" fmla="*/ 318 w 1650"/>
                <a:gd name="T93" fmla="*/ 109 h 1445"/>
                <a:gd name="T94" fmla="*/ 394 w 1650"/>
                <a:gd name="T95" fmla="*/ 64 h 1445"/>
                <a:gd name="T96" fmla="*/ 451 w 1650"/>
                <a:gd name="T97" fmla="*/ 27 h 1445"/>
                <a:gd name="T98" fmla="*/ 447 w 1650"/>
                <a:gd name="T99" fmla="*/ 55 h 1445"/>
                <a:gd name="T100" fmla="*/ 466 w 1650"/>
                <a:gd name="T101" fmla="*/ 72 h 1445"/>
                <a:gd name="T102" fmla="*/ 1387 w 1650"/>
                <a:gd name="T103" fmla="*/ 395 h 1445"/>
                <a:gd name="T104" fmla="*/ 1435 w 1650"/>
                <a:gd name="T105" fmla="*/ 253 h 1445"/>
                <a:gd name="T106" fmla="*/ 1187 w 1650"/>
                <a:gd name="T107" fmla="*/ 176 h 1445"/>
                <a:gd name="T108" fmla="*/ 1186 w 1650"/>
                <a:gd name="T109" fmla="*/ 177 h 1445"/>
                <a:gd name="T110" fmla="*/ 1183 w 1650"/>
                <a:gd name="T111" fmla="*/ 178 h 1445"/>
                <a:gd name="T112" fmla="*/ 1220 w 1650"/>
                <a:gd name="T113" fmla="*/ 55 h 1445"/>
                <a:gd name="T114" fmla="*/ 1169 w 1650"/>
                <a:gd name="T115" fmla="*/ 114 h 1445"/>
                <a:gd name="T116" fmla="*/ 1184 w 1650"/>
                <a:gd name="T117" fmla="*/ 119 h 1445"/>
                <a:gd name="T118" fmla="*/ 1211 w 1650"/>
                <a:gd name="T119" fmla="*/ 46 h 1445"/>
                <a:gd name="T120" fmla="*/ 1288 w 1650"/>
                <a:gd name="T121" fmla="*/ 452 h 1445"/>
                <a:gd name="T122" fmla="*/ 1114 w 1650"/>
                <a:gd name="T123" fmla="*/ 44 h 1445"/>
                <a:gd name="T124" fmla="*/ 526 w 1650"/>
                <a:gd name="T125" fmla="*/ 8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50" h="1445">
                  <a:moveTo>
                    <a:pt x="1237" y="1254"/>
                  </a:moveTo>
                  <a:cubicBezTo>
                    <a:pt x="1246" y="1246"/>
                    <a:pt x="1246" y="1246"/>
                    <a:pt x="1246" y="1246"/>
                  </a:cubicBezTo>
                  <a:cubicBezTo>
                    <a:pt x="1237" y="1254"/>
                    <a:pt x="1237" y="1254"/>
                    <a:pt x="1237" y="1254"/>
                  </a:cubicBezTo>
                  <a:moveTo>
                    <a:pt x="1246" y="1246"/>
                  </a:moveTo>
                  <a:cubicBezTo>
                    <a:pt x="1247" y="1244"/>
                    <a:pt x="1247" y="1241"/>
                    <a:pt x="1248" y="1239"/>
                  </a:cubicBezTo>
                  <a:cubicBezTo>
                    <a:pt x="1248" y="1218"/>
                    <a:pt x="1248" y="1218"/>
                    <a:pt x="1248" y="1218"/>
                  </a:cubicBezTo>
                  <a:cubicBezTo>
                    <a:pt x="1246" y="1219"/>
                    <a:pt x="1244" y="1219"/>
                    <a:pt x="1242" y="1220"/>
                  </a:cubicBezTo>
                  <a:cubicBezTo>
                    <a:pt x="1231" y="1235"/>
                    <a:pt x="1231" y="1235"/>
                    <a:pt x="1231" y="1235"/>
                  </a:cubicBezTo>
                  <a:cubicBezTo>
                    <a:pt x="1222" y="1244"/>
                    <a:pt x="1222" y="1244"/>
                    <a:pt x="1222" y="1244"/>
                  </a:cubicBezTo>
                  <a:cubicBezTo>
                    <a:pt x="1214" y="1252"/>
                    <a:pt x="1214" y="1252"/>
                    <a:pt x="1214" y="1252"/>
                  </a:cubicBezTo>
                  <a:cubicBezTo>
                    <a:pt x="1205" y="1260"/>
                    <a:pt x="1205" y="1260"/>
                    <a:pt x="1205" y="1260"/>
                  </a:cubicBezTo>
                  <a:cubicBezTo>
                    <a:pt x="1199" y="1261"/>
                    <a:pt x="1192" y="1262"/>
                    <a:pt x="1186" y="1263"/>
                  </a:cubicBezTo>
                  <a:cubicBezTo>
                    <a:pt x="1182" y="1275"/>
                    <a:pt x="1179" y="1286"/>
                    <a:pt x="1175" y="1297"/>
                  </a:cubicBezTo>
                  <a:cubicBezTo>
                    <a:pt x="1171" y="1307"/>
                    <a:pt x="1170" y="1309"/>
                    <a:pt x="1161" y="1317"/>
                  </a:cubicBezTo>
                  <a:cubicBezTo>
                    <a:pt x="1158" y="1319"/>
                    <a:pt x="1154" y="1322"/>
                    <a:pt x="1153" y="1325"/>
                  </a:cubicBezTo>
                  <a:cubicBezTo>
                    <a:pt x="1151" y="1333"/>
                    <a:pt x="1153" y="1345"/>
                    <a:pt x="1153" y="1354"/>
                  </a:cubicBezTo>
                  <a:cubicBezTo>
                    <a:pt x="1168" y="1348"/>
                    <a:pt x="1179" y="1344"/>
                    <a:pt x="1191" y="1332"/>
                  </a:cubicBezTo>
                  <a:cubicBezTo>
                    <a:pt x="1196" y="1328"/>
                    <a:pt x="1200" y="1319"/>
                    <a:pt x="1203" y="1315"/>
                  </a:cubicBezTo>
                  <a:cubicBezTo>
                    <a:pt x="1213" y="1296"/>
                    <a:pt x="1218" y="1290"/>
                    <a:pt x="1230" y="1276"/>
                  </a:cubicBezTo>
                  <a:cubicBezTo>
                    <a:pt x="1233" y="1269"/>
                    <a:pt x="1235" y="1261"/>
                    <a:pt x="1237" y="1254"/>
                  </a:cubicBezTo>
                  <a:cubicBezTo>
                    <a:pt x="1246" y="1246"/>
                    <a:pt x="1246" y="1246"/>
                    <a:pt x="1246" y="1246"/>
                  </a:cubicBezTo>
                  <a:moveTo>
                    <a:pt x="1205" y="1260"/>
                  </a:moveTo>
                  <a:cubicBezTo>
                    <a:pt x="1214" y="1252"/>
                    <a:pt x="1214" y="1252"/>
                    <a:pt x="1214" y="1252"/>
                  </a:cubicBezTo>
                  <a:cubicBezTo>
                    <a:pt x="1205" y="1260"/>
                    <a:pt x="1205" y="1260"/>
                    <a:pt x="1205" y="1260"/>
                  </a:cubicBezTo>
                  <a:moveTo>
                    <a:pt x="1222" y="1244"/>
                  </a:moveTo>
                  <a:cubicBezTo>
                    <a:pt x="1214" y="1252"/>
                    <a:pt x="1214" y="1252"/>
                    <a:pt x="1214" y="1252"/>
                  </a:cubicBezTo>
                  <a:cubicBezTo>
                    <a:pt x="1222" y="1244"/>
                    <a:pt x="1222" y="1244"/>
                    <a:pt x="1222" y="1244"/>
                  </a:cubicBezTo>
                  <a:moveTo>
                    <a:pt x="1231" y="1235"/>
                  </a:moveTo>
                  <a:cubicBezTo>
                    <a:pt x="1222" y="1244"/>
                    <a:pt x="1222" y="1244"/>
                    <a:pt x="1222" y="1244"/>
                  </a:cubicBezTo>
                  <a:cubicBezTo>
                    <a:pt x="1231" y="1235"/>
                    <a:pt x="1231" y="1235"/>
                    <a:pt x="1231" y="1235"/>
                  </a:cubicBezTo>
                  <a:moveTo>
                    <a:pt x="1242" y="1220"/>
                  </a:moveTo>
                  <a:cubicBezTo>
                    <a:pt x="1231" y="1235"/>
                    <a:pt x="1231" y="1235"/>
                    <a:pt x="1231" y="1235"/>
                  </a:cubicBezTo>
                  <a:cubicBezTo>
                    <a:pt x="1242" y="1220"/>
                    <a:pt x="1242" y="1220"/>
                    <a:pt x="1242" y="1220"/>
                  </a:cubicBezTo>
                  <a:cubicBezTo>
                    <a:pt x="1244" y="1219"/>
                    <a:pt x="1246" y="1219"/>
                    <a:pt x="1248" y="1218"/>
                  </a:cubicBezTo>
                  <a:cubicBezTo>
                    <a:pt x="1246" y="1219"/>
                    <a:pt x="1244" y="1219"/>
                    <a:pt x="1242" y="1220"/>
                  </a:cubicBezTo>
                  <a:moveTo>
                    <a:pt x="336" y="1197"/>
                  </a:moveTo>
                  <a:cubicBezTo>
                    <a:pt x="351" y="1166"/>
                    <a:pt x="351" y="1166"/>
                    <a:pt x="351" y="1166"/>
                  </a:cubicBezTo>
                  <a:cubicBezTo>
                    <a:pt x="351" y="1164"/>
                    <a:pt x="351" y="1164"/>
                    <a:pt x="351" y="1164"/>
                  </a:cubicBezTo>
                  <a:cubicBezTo>
                    <a:pt x="275" y="1148"/>
                    <a:pt x="209" y="1128"/>
                    <a:pt x="156" y="1105"/>
                  </a:cubicBezTo>
                  <a:cubicBezTo>
                    <a:pt x="195" y="1226"/>
                    <a:pt x="262" y="1327"/>
                    <a:pt x="350" y="1401"/>
                  </a:cubicBezTo>
                  <a:cubicBezTo>
                    <a:pt x="351" y="1401"/>
                    <a:pt x="352" y="1401"/>
                    <a:pt x="353" y="1402"/>
                  </a:cubicBezTo>
                  <a:cubicBezTo>
                    <a:pt x="351" y="1396"/>
                    <a:pt x="351" y="1396"/>
                    <a:pt x="351" y="1396"/>
                  </a:cubicBezTo>
                  <a:cubicBezTo>
                    <a:pt x="353" y="1402"/>
                    <a:pt x="353" y="1402"/>
                    <a:pt x="353" y="1402"/>
                  </a:cubicBezTo>
                  <a:cubicBezTo>
                    <a:pt x="355" y="1403"/>
                    <a:pt x="357" y="1404"/>
                    <a:pt x="360" y="1404"/>
                  </a:cubicBezTo>
                  <a:cubicBezTo>
                    <a:pt x="350" y="1393"/>
                    <a:pt x="350" y="1393"/>
                    <a:pt x="350" y="1393"/>
                  </a:cubicBezTo>
                  <a:cubicBezTo>
                    <a:pt x="329" y="1376"/>
                    <a:pt x="329" y="1376"/>
                    <a:pt x="329" y="1376"/>
                  </a:cubicBezTo>
                  <a:cubicBezTo>
                    <a:pt x="340" y="1380"/>
                    <a:pt x="340" y="1380"/>
                    <a:pt x="340" y="1380"/>
                  </a:cubicBezTo>
                  <a:cubicBezTo>
                    <a:pt x="342" y="1381"/>
                    <a:pt x="345" y="1381"/>
                    <a:pt x="347" y="1382"/>
                  </a:cubicBezTo>
                  <a:cubicBezTo>
                    <a:pt x="340" y="1369"/>
                    <a:pt x="340" y="1369"/>
                    <a:pt x="340" y="1369"/>
                  </a:cubicBezTo>
                  <a:cubicBezTo>
                    <a:pt x="339" y="1371"/>
                    <a:pt x="340" y="1373"/>
                    <a:pt x="340" y="1375"/>
                  </a:cubicBezTo>
                  <a:cubicBezTo>
                    <a:pt x="338" y="1375"/>
                    <a:pt x="336" y="1375"/>
                    <a:pt x="335" y="1374"/>
                  </a:cubicBezTo>
                  <a:cubicBezTo>
                    <a:pt x="329" y="1372"/>
                    <a:pt x="323" y="1370"/>
                    <a:pt x="318" y="1367"/>
                  </a:cubicBezTo>
                  <a:cubicBezTo>
                    <a:pt x="323" y="1370"/>
                    <a:pt x="329" y="1372"/>
                    <a:pt x="335" y="1374"/>
                  </a:cubicBezTo>
                  <a:cubicBezTo>
                    <a:pt x="337" y="1375"/>
                    <a:pt x="337" y="1375"/>
                    <a:pt x="337" y="1375"/>
                  </a:cubicBezTo>
                  <a:cubicBezTo>
                    <a:pt x="338" y="1375"/>
                    <a:pt x="338" y="1375"/>
                    <a:pt x="339" y="1376"/>
                  </a:cubicBezTo>
                  <a:cubicBezTo>
                    <a:pt x="341" y="1372"/>
                    <a:pt x="341" y="1372"/>
                    <a:pt x="333" y="1351"/>
                  </a:cubicBezTo>
                  <a:cubicBezTo>
                    <a:pt x="328" y="1337"/>
                    <a:pt x="328" y="1337"/>
                    <a:pt x="323" y="1330"/>
                  </a:cubicBezTo>
                  <a:cubicBezTo>
                    <a:pt x="324" y="1331"/>
                    <a:pt x="325" y="1333"/>
                    <a:pt x="326" y="1334"/>
                  </a:cubicBezTo>
                  <a:cubicBezTo>
                    <a:pt x="328" y="1337"/>
                    <a:pt x="328" y="1337"/>
                    <a:pt x="333" y="1351"/>
                  </a:cubicBezTo>
                  <a:cubicBezTo>
                    <a:pt x="333" y="1348"/>
                    <a:pt x="334" y="1345"/>
                    <a:pt x="335" y="1342"/>
                  </a:cubicBezTo>
                  <a:cubicBezTo>
                    <a:pt x="328" y="1331"/>
                    <a:pt x="328" y="1331"/>
                    <a:pt x="328" y="1331"/>
                  </a:cubicBezTo>
                  <a:cubicBezTo>
                    <a:pt x="326" y="1329"/>
                    <a:pt x="325" y="1327"/>
                    <a:pt x="324" y="1325"/>
                  </a:cubicBezTo>
                  <a:cubicBezTo>
                    <a:pt x="321" y="1321"/>
                    <a:pt x="318" y="1317"/>
                    <a:pt x="316" y="1313"/>
                  </a:cubicBezTo>
                  <a:cubicBezTo>
                    <a:pt x="323" y="1299"/>
                    <a:pt x="323" y="1299"/>
                    <a:pt x="323" y="1299"/>
                  </a:cubicBezTo>
                  <a:cubicBezTo>
                    <a:pt x="320" y="1299"/>
                    <a:pt x="316" y="1298"/>
                    <a:pt x="313" y="1297"/>
                  </a:cubicBezTo>
                  <a:cubicBezTo>
                    <a:pt x="313" y="1313"/>
                    <a:pt x="313" y="1313"/>
                    <a:pt x="313" y="1313"/>
                  </a:cubicBezTo>
                  <a:cubicBezTo>
                    <a:pt x="319" y="1324"/>
                    <a:pt x="319" y="1324"/>
                    <a:pt x="319" y="1324"/>
                  </a:cubicBezTo>
                  <a:cubicBezTo>
                    <a:pt x="313" y="1313"/>
                    <a:pt x="313" y="1313"/>
                    <a:pt x="313" y="1313"/>
                  </a:cubicBezTo>
                  <a:cubicBezTo>
                    <a:pt x="313" y="1297"/>
                    <a:pt x="313" y="1297"/>
                    <a:pt x="313" y="1297"/>
                  </a:cubicBezTo>
                  <a:cubicBezTo>
                    <a:pt x="316" y="1298"/>
                    <a:pt x="320" y="1299"/>
                    <a:pt x="323" y="1299"/>
                  </a:cubicBezTo>
                  <a:cubicBezTo>
                    <a:pt x="324" y="1300"/>
                    <a:pt x="326" y="1300"/>
                    <a:pt x="327" y="1301"/>
                  </a:cubicBezTo>
                  <a:cubicBezTo>
                    <a:pt x="328" y="1296"/>
                    <a:pt x="328" y="1296"/>
                    <a:pt x="328" y="1296"/>
                  </a:cubicBezTo>
                  <a:cubicBezTo>
                    <a:pt x="335" y="1298"/>
                    <a:pt x="342" y="1299"/>
                    <a:pt x="348" y="1301"/>
                  </a:cubicBezTo>
                  <a:cubicBezTo>
                    <a:pt x="337" y="1249"/>
                    <a:pt x="336" y="1244"/>
                    <a:pt x="333" y="1203"/>
                  </a:cubicBezTo>
                  <a:cubicBezTo>
                    <a:pt x="336" y="1197"/>
                    <a:pt x="336" y="1197"/>
                    <a:pt x="336" y="119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8"/>
                  </a:moveTo>
                  <a:cubicBezTo>
                    <a:pt x="1087" y="1247"/>
                    <a:pt x="1087" y="1247"/>
                    <a:pt x="1087" y="1247"/>
                  </a:cubicBezTo>
                  <a:cubicBezTo>
                    <a:pt x="1087" y="1247"/>
                    <a:pt x="1087" y="1247"/>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8" y="1248"/>
                    <a:pt x="1088" y="1248"/>
                    <a:pt x="1088" y="1248"/>
                  </a:cubicBezTo>
                  <a:cubicBezTo>
                    <a:pt x="1087" y="1248"/>
                    <a:pt x="1087" y="1248"/>
                    <a:pt x="1087"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9" y="1248"/>
                  </a:moveTo>
                  <a:cubicBezTo>
                    <a:pt x="1088" y="1248"/>
                    <a:pt x="1088" y="1248"/>
                    <a:pt x="1088" y="1248"/>
                  </a:cubicBezTo>
                  <a:cubicBezTo>
                    <a:pt x="1088" y="1248"/>
                    <a:pt x="1088"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90" y="1248"/>
                  </a:moveTo>
                  <a:cubicBezTo>
                    <a:pt x="1089" y="1248"/>
                    <a:pt x="1089" y="1248"/>
                    <a:pt x="1089" y="1248"/>
                  </a:cubicBezTo>
                  <a:cubicBezTo>
                    <a:pt x="1090" y="1248"/>
                    <a:pt x="1090" y="1248"/>
                    <a:pt x="1090" y="1248"/>
                  </a:cubicBezTo>
                  <a:moveTo>
                    <a:pt x="1090" y="1248"/>
                  </a:moveTo>
                  <a:cubicBezTo>
                    <a:pt x="1090" y="1249"/>
                    <a:pt x="1090" y="1249"/>
                    <a:pt x="1090" y="1249"/>
                  </a:cubicBezTo>
                  <a:cubicBezTo>
                    <a:pt x="1090" y="1249"/>
                    <a:pt x="1090" y="1249"/>
                    <a:pt x="1090" y="1248"/>
                  </a:cubicBezTo>
                  <a:moveTo>
                    <a:pt x="1090" y="1249"/>
                  </a:moveTo>
                  <a:cubicBezTo>
                    <a:pt x="1090" y="1249"/>
                    <a:pt x="1090" y="1249"/>
                    <a:pt x="1090" y="1249"/>
                  </a:cubicBezTo>
                  <a:cubicBezTo>
                    <a:pt x="1090" y="1249"/>
                    <a:pt x="1090" y="1249"/>
                    <a:pt x="1090" y="1249"/>
                  </a:cubicBezTo>
                  <a:moveTo>
                    <a:pt x="1090" y="1249"/>
                  </a:moveTo>
                  <a:cubicBezTo>
                    <a:pt x="1091" y="1249"/>
                    <a:pt x="1091" y="1249"/>
                    <a:pt x="1091" y="1249"/>
                  </a:cubicBezTo>
                  <a:cubicBezTo>
                    <a:pt x="1091" y="1249"/>
                    <a:pt x="1091" y="1249"/>
                    <a:pt x="1091" y="1249"/>
                  </a:cubicBezTo>
                  <a:moveTo>
                    <a:pt x="1091" y="1249"/>
                  </a:moveTo>
                  <a:cubicBezTo>
                    <a:pt x="1091" y="1250"/>
                    <a:pt x="1091" y="1250"/>
                    <a:pt x="1091" y="1250"/>
                  </a:cubicBezTo>
                  <a:cubicBezTo>
                    <a:pt x="1091" y="1249"/>
                    <a:pt x="1091" y="1249"/>
                    <a:pt x="1091" y="1249"/>
                  </a:cubicBezTo>
                  <a:moveTo>
                    <a:pt x="1091" y="1250"/>
                  </a:moveTo>
                  <a:cubicBezTo>
                    <a:pt x="1091" y="1250"/>
                    <a:pt x="1091" y="1250"/>
                    <a:pt x="1091" y="1250"/>
                  </a:cubicBezTo>
                  <a:cubicBezTo>
                    <a:pt x="1091" y="1250"/>
                    <a:pt x="1091" y="1250"/>
                    <a:pt x="1091" y="1250"/>
                  </a:cubicBezTo>
                  <a:moveTo>
                    <a:pt x="1091" y="1250"/>
                  </a:moveTo>
                  <a:cubicBezTo>
                    <a:pt x="1092" y="1251"/>
                    <a:pt x="1092" y="1251"/>
                    <a:pt x="1092" y="1251"/>
                  </a:cubicBezTo>
                  <a:cubicBezTo>
                    <a:pt x="1092" y="1251"/>
                    <a:pt x="1092" y="1251"/>
                    <a:pt x="1091" y="1250"/>
                  </a:cubicBezTo>
                  <a:moveTo>
                    <a:pt x="1092" y="1252"/>
                  </a:moveTo>
                  <a:cubicBezTo>
                    <a:pt x="1092" y="1252"/>
                    <a:pt x="1092" y="1252"/>
                    <a:pt x="1092" y="1251"/>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3" y="1252"/>
                    <a:pt x="1093" y="1252"/>
                    <a:pt x="1093" y="1252"/>
                  </a:cubicBezTo>
                  <a:cubicBezTo>
                    <a:pt x="1092" y="1252"/>
                    <a:pt x="1092" y="1252"/>
                    <a:pt x="1092" y="1252"/>
                  </a:cubicBezTo>
                  <a:moveTo>
                    <a:pt x="1093" y="1252"/>
                  </a:moveTo>
                  <a:cubicBezTo>
                    <a:pt x="1093" y="1252"/>
                    <a:pt x="1093" y="1252"/>
                    <a:pt x="1093" y="1252"/>
                  </a:cubicBezTo>
                  <a:cubicBezTo>
                    <a:pt x="1093" y="1252"/>
                    <a:pt x="1093" y="1252"/>
                    <a:pt x="1093" y="1252"/>
                  </a:cubicBezTo>
                  <a:moveTo>
                    <a:pt x="1093" y="1252"/>
                  </a:moveTo>
                  <a:cubicBezTo>
                    <a:pt x="1093" y="1252"/>
                    <a:pt x="1093" y="1252"/>
                    <a:pt x="1093" y="1252"/>
                  </a:cubicBezTo>
                  <a:cubicBezTo>
                    <a:pt x="1093" y="1252"/>
                    <a:pt x="1093" y="1252"/>
                    <a:pt x="1093" y="1252"/>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4"/>
                  </a:moveTo>
                  <a:cubicBezTo>
                    <a:pt x="1093" y="1253"/>
                    <a:pt x="1093" y="1253"/>
                    <a:pt x="1093" y="1253"/>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5"/>
                    <a:pt x="1093" y="1255"/>
                    <a:pt x="1093" y="1255"/>
                  </a:cubicBezTo>
                  <a:cubicBezTo>
                    <a:pt x="1093" y="1254"/>
                    <a:pt x="1093" y="1254"/>
                    <a:pt x="1093" y="1254"/>
                  </a:cubicBezTo>
                  <a:moveTo>
                    <a:pt x="1093" y="1255"/>
                  </a:moveTo>
                  <a:cubicBezTo>
                    <a:pt x="1093" y="1255"/>
                    <a:pt x="1093" y="1255"/>
                    <a:pt x="1093" y="1255"/>
                  </a:cubicBezTo>
                  <a:cubicBezTo>
                    <a:pt x="1093" y="1255"/>
                    <a:pt x="1093" y="1255"/>
                    <a:pt x="1093" y="1255"/>
                  </a:cubicBezTo>
                  <a:moveTo>
                    <a:pt x="1094" y="1255"/>
                  </a:moveTo>
                  <a:cubicBezTo>
                    <a:pt x="1093" y="1255"/>
                    <a:pt x="1093" y="1255"/>
                    <a:pt x="1093" y="1255"/>
                  </a:cubicBezTo>
                  <a:cubicBezTo>
                    <a:pt x="1094" y="1255"/>
                    <a:pt x="1094" y="1255"/>
                    <a:pt x="1094" y="1255"/>
                  </a:cubicBezTo>
                  <a:moveTo>
                    <a:pt x="1094" y="1255"/>
                  </a:moveTo>
                  <a:cubicBezTo>
                    <a:pt x="1101" y="1246"/>
                    <a:pt x="1101" y="1246"/>
                    <a:pt x="1101" y="1246"/>
                  </a:cubicBezTo>
                  <a:cubicBezTo>
                    <a:pt x="1099" y="1249"/>
                    <a:pt x="1096" y="1253"/>
                    <a:pt x="1094" y="1255"/>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2" y="1246"/>
                  </a:moveTo>
                  <a:cubicBezTo>
                    <a:pt x="1101" y="1246"/>
                    <a:pt x="1101" y="1246"/>
                    <a:pt x="1101"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cubicBezTo>
                    <a:pt x="1102" y="1246"/>
                    <a:pt x="1102" y="1246"/>
                    <a:pt x="1102" y="1246"/>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4"/>
                    <a:pt x="1096" y="1234"/>
                    <a:pt x="1096" y="1234"/>
                  </a:cubicBezTo>
                  <a:cubicBezTo>
                    <a:pt x="1096" y="1233"/>
                    <a:pt x="1096" y="1233"/>
                    <a:pt x="1096" y="1233"/>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7" y="1234"/>
                  </a:moveTo>
                  <a:cubicBezTo>
                    <a:pt x="1096" y="1234"/>
                    <a:pt x="1096" y="1234"/>
                    <a:pt x="1096" y="1234"/>
                  </a:cubicBezTo>
                  <a:cubicBezTo>
                    <a:pt x="1097" y="1234"/>
                    <a:pt x="1097" y="1234"/>
                    <a:pt x="1097" y="1234"/>
                  </a:cubicBezTo>
                  <a:moveTo>
                    <a:pt x="1097" y="1233"/>
                  </a:moveTo>
                  <a:cubicBezTo>
                    <a:pt x="1097" y="1233"/>
                    <a:pt x="1097" y="1233"/>
                    <a:pt x="1097" y="1234"/>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2"/>
                  </a:moveTo>
                  <a:cubicBezTo>
                    <a:pt x="1097" y="1233"/>
                    <a:pt x="1097" y="1233"/>
                    <a:pt x="1097" y="1233"/>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8" y="1232"/>
                  </a:moveTo>
                  <a:cubicBezTo>
                    <a:pt x="1098" y="1232"/>
                    <a:pt x="1098" y="1232"/>
                    <a:pt x="1097"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1"/>
                  </a:moveTo>
                  <a:cubicBezTo>
                    <a:pt x="1098" y="1231"/>
                    <a:pt x="1098" y="1231"/>
                    <a:pt x="1098" y="1232"/>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9" y="1231"/>
                  </a:moveTo>
                  <a:cubicBezTo>
                    <a:pt x="1099" y="1231"/>
                    <a:pt x="1099" y="1231"/>
                    <a:pt x="1098" y="1231"/>
                  </a:cubicBezTo>
                  <a:cubicBezTo>
                    <a:pt x="1099" y="1231"/>
                    <a:pt x="1099" y="1231"/>
                    <a:pt x="1099" y="1231"/>
                  </a:cubicBezTo>
                  <a:moveTo>
                    <a:pt x="1099" y="1230"/>
                  </a:moveTo>
                  <a:cubicBezTo>
                    <a:pt x="1099" y="1231"/>
                    <a:pt x="1099" y="1231"/>
                    <a:pt x="1099" y="1231"/>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29"/>
                  </a:moveTo>
                  <a:cubicBezTo>
                    <a:pt x="1099" y="1230"/>
                    <a:pt x="1099" y="1230"/>
                    <a:pt x="1099" y="1230"/>
                  </a:cubicBezTo>
                  <a:cubicBezTo>
                    <a:pt x="1099" y="1229"/>
                    <a:pt x="1099" y="1229"/>
                    <a:pt x="1099" y="1229"/>
                  </a:cubicBezTo>
                  <a:moveTo>
                    <a:pt x="1099" y="1229"/>
                  </a:moveTo>
                  <a:cubicBezTo>
                    <a:pt x="1099" y="1229"/>
                    <a:pt x="1099" y="1229"/>
                    <a:pt x="1099" y="1229"/>
                  </a:cubicBezTo>
                  <a:cubicBezTo>
                    <a:pt x="1099" y="1229"/>
                    <a:pt x="1099" y="1229"/>
                    <a:pt x="1099" y="1229"/>
                  </a:cubicBezTo>
                  <a:moveTo>
                    <a:pt x="1100" y="1229"/>
                  </a:moveTo>
                  <a:cubicBezTo>
                    <a:pt x="1100" y="1229"/>
                    <a:pt x="1100" y="1229"/>
                    <a:pt x="1099" y="1229"/>
                  </a:cubicBezTo>
                  <a:cubicBezTo>
                    <a:pt x="1100" y="1229"/>
                    <a:pt x="1100" y="1229"/>
                    <a:pt x="1100" y="1229"/>
                  </a:cubicBezTo>
                  <a:moveTo>
                    <a:pt x="1100" y="1229"/>
                  </a:moveTo>
                  <a:cubicBezTo>
                    <a:pt x="1100" y="1229"/>
                    <a:pt x="1100" y="1229"/>
                    <a:pt x="1100" y="1229"/>
                  </a:cubicBezTo>
                  <a:cubicBezTo>
                    <a:pt x="1100" y="1229"/>
                    <a:pt x="1100" y="1229"/>
                    <a:pt x="1100" y="1229"/>
                  </a:cubicBezTo>
                  <a:moveTo>
                    <a:pt x="1100" y="1228"/>
                  </a:moveTo>
                  <a:cubicBezTo>
                    <a:pt x="1100" y="1228"/>
                    <a:pt x="1100" y="1228"/>
                    <a:pt x="1100" y="1229"/>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7"/>
                  </a:moveTo>
                  <a:cubicBezTo>
                    <a:pt x="1100" y="1228"/>
                    <a:pt x="1100" y="1228"/>
                    <a:pt x="1100" y="1228"/>
                  </a:cubicBezTo>
                  <a:cubicBezTo>
                    <a:pt x="1100" y="1227"/>
                    <a:pt x="1100" y="1227"/>
                    <a:pt x="1100" y="1227"/>
                  </a:cubicBezTo>
                  <a:moveTo>
                    <a:pt x="1101" y="1227"/>
                  </a:moveTo>
                  <a:cubicBezTo>
                    <a:pt x="1101" y="1227"/>
                    <a:pt x="1101" y="1227"/>
                    <a:pt x="1100" y="1227"/>
                  </a:cubicBezTo>
                  <a:cubicBezTo>
                    <a:pt x="1101" y="1227"/>
                    <a:pt x="1101" y="1227"/>
                    <a:pt x="1101" y="1227"/>
                  </a:cubicBezTo>
                  <a:moveTo>
                    <a:pt x="1101" y="1226"/>
                  </a:moveTo>
                  <a:cubicBezTo>
                    <a:pt x="1101" y="1227"/>
                    <a:pt x="1101" y="1227"/>
                    <a:pt x="1101" y="1227"/>
                  </a:cubicBezTo>
                  <a:cubicBezTo>
                    <a:pt x="1101" y="1226"/>
                    <a:pt x="1101" y="1226"/>
                    <a:pt x="1101" y="1226"/>
                  </a:cubicBezTo>
                  <a:moveTo>
                    <a:pt x="1101" y="1226"/>
                  </a:moveTo>
                  <a:cubicBezTo>
                    <a:pt x="1101" y="1226"/>
                    <a:pt x="1101" y="1226"/>
                    <a:pt x="1101" y="1226"/>
                  </a:cubicBezTo>
                  <a:cubicBezTo>
                    <a:pt x="1101" y="1226"/>
                    <a:pt x="1101" y="1226"/>
                    <a:pt x="1101" y="1226"/>
                  </a:cubicBezTo>
                  <a:moveTo>
                    <a:pt x="1101" y="1226"/>
                  </a:moveTo>
                  <a:cubicBezTo>
                    <a:pt x="1101" y="1226"/>
                    <a:pt x="1101" y="1226"/>
                    <a:pt x="1101" y="1226"/>
                  </a:cubicBezTo>
                  <a:cubicBezTo>
                    <a:pt x="1101" y="1226"/>
                    <a:pt x="1101" y="1226"/>
                    <a:pt x="1101" y="1226"/>
                  </a:cubicBezTo>
                  <a:moveTo>
                    <a:pt x="1144" y="1268"/>
                  </a:moveTo>
                  <a:cubicBezTo>
                    <a:pt x="1149" y="1249"/>
                    <a:pt x="1155" y="1223"/>
                    <a:pt x="1159" y="1203"/>
                  </a:cubicBezTo>
                  <a:cubicBezTo>
                    <a:pt x="1156" y="1189"/>
                    <a:pt x="1156" y="1189"/>
                    <a:pt x="1156" y="1189"/>
                  </a:cubicBezTo>
                  <a:cubicBezTo>
                    <a:pt x="1121" y="1193"/>
                    <a:pt x="1086" y="1197"/>
                    <a:pt x="1050" y="1200"/>
                  </a:cubicBezTo>
                  <a:cubicBezTo>
                    <a:pt x="987" y="1205"/>
                    <a:pt x="923" y="1208"/>
                    <a:pt x="859" y="1209"/>
                  </a:cubicBezTo>
                  <a:cubicBezTo>
                    <a:pt x="859" y="1214"/>
                    <a:pt x="859" y="1218"/>
                    <a:pt x="859" y="1224"/>
                  </a:cubicBezTo>
                  <a:cubicBezTo>
                    <a:pt x="859" y="1229"/>
                    <a:pt x="859" y="1234"/>
                    <a:pt x="859" y="1239"/>
                  </a:cubicBezTo>
                  <a:cubicBezTo>
                    <a:pt x="858" y="1252"/>
                    <a:pt x="845" y="1261"/>
                    <a:pt x="844" y="1275"/>
                  </a:cubicBezTo>
                  <a:cubicBezTo>
                    <a:pt x="843" y="1282"/>
                    <a:pt x="843" y="1289"/>
                    <a:pt x="843" y="1296"/>
                  </a:cubicBezTo>
                  <a:cubicBezTo>
                    <a:pt x="844" y="1313"/>
                    <a:pt x="846" y="1322"/>
                    <a:pt x="865" y="1347"/>
                  </a:cubicBezTo>
                  <a:cubicBezTo>
                    <a:pt x="875" y="1361"/>
                    <a:pt x="873" y="1379"/>
                    <a:pt x="878" y="1394"/>
                  </a:cubicBezTo>
                  <a:cubicBezTo>
                    <a:pt x="882" y="1405"/>
                    <a:pt x="884" y="1409"/>
                    <a:pt x="887" y="1416"/>
                  </a:cubicBezTo>
                  <a:cubicBezTo>
                    <a:pt x="898" y="1440"/>
                    <a:pt x="906" y="1442"/>
                    <a:pt x="909" y="1442"/>
                  </a:cubicBezTo>
                  <a:cubicBezTo>
                    <a:pt x="921" y="1442"/>
                    <a:pt x="933" y="1442"/>
                    <a:pt x="945" y="1441"/>
                  </a:cubicBezTo>
                  <a:cubicBezTo>
                    <a:pt x="977" y="1437"/>
                    <a:pt x="1008" y="1413"/>
                    <a:pt x="1023" y="1398"/>
                  </a:cubicBezTo>
                  <a:cubicBezTo>
                    <a:pt x="1033" y="1390"/>
                    <a:pt x="1036" y="1376"/>
                    <a:pt x="1045" y="1367"/>
                  </a:cubicBezTo>
                  <a:cubicBezTo>
                    <a:pt x="1054" y="1359"/>
                    <a:pt x="1068" y="1360"/>
                    <a:pt x="1075" y="1350"/>
                  </a:cubicBezTo>
                  <a:cubicBezTo>
                    <a:pt x="1079" y="1343"/>
                    <a:pt x="1079" y="1343"/>
                    <a:pt x="1079" y="1316"/>
                  </a:cubicBezTo>
                  <a:cubicBezTo>
                    <a:pt x="1099" y="1302"/>
                    <a:pt x="1131" y="1288"/>
                    <a:pt x="1144" y="1268"/>
                  </a:cubicBezTo>
                  <a:moveTo>
                    <a:pt x="1607" y="1008"/>
                  </a:moveTo>
                  <a:cubicBezTo>
                    <a:pt x="1610" y="1001"/>
                    <a:pt x="1610" y="1001"/>
                    <a:pt x="1610" y="1001"/>
                  </a:cubicBezTo>
                  <a:cubicBezTo>
                    <a:pt x="1605" y="1010"/>
                    <a:pt x="1605" y="1010"/>
                    <a:pt x="1605" y="1010"/>
                  </a:cubicBezTo>
                  <a:cubicBezTo>
                    <a:pt x="1607" y="1008"/>
                    <a:pt x="1607" y="1008"/>
                    <a:pt x="1607" y="1008"/>
                  </a:cubicBezTo>
                  <a:moveTo>
                    <a:pt x="1610" y="1001"/>
                  </a:moveTo>
                  <a:cubicBezTo>
                    <a:pt x="1615" y="985"/>
                    <a:pt x="1615" y="985"/>
                    <a:pt x="1615" y="985"/>
                  </a:cubicBezTo>
                  <a:cubicBezTo>
                    <a:pt x="1613" y="988"/>
                    <a:pt x="1612" y="992"/>
                    <a:pt x="1610" y="994"/>
                  </a:cubicBezTo>
                  <a:cubicBezTo>
                    <a:pt x="1614" y="978"/>
                    <a:pt x="1619" y="960"/>
                    <a:pt x="1623" y="942"/>
                  </a:cubicBezTo>
                  <a:cubicBezTo>
                    <a:pt x="1621" y="933"/>
                    <a:pt x="1621" y="933"/>
                    <a:pt x="1621" y="933"/>
                  </a:cubicBezTo>
                  <a:cubicBezTo>
                    <a:pt x="1621" y="930"/>
                    <a:pt x="1622" y="927"/>
                    <a:pt x="1622" y="924"/>
                  </a:cubicBezTo>
                  <a:cubicBezTo>
                    <a:pt x="1622" y="917"/>
                    <a:pt x="1622" y="917"/>
                    <a:pt x="1622" y="917"/>
                  </a:cubicBezTo>
                  <a:cubicBezTo>
                    <a:pt x="1621" y="912"/>
                    <a:pt x="1621" y="912"/>
                    <a:pt x="1621" y="912"/>
                  </a:cubicBezTo>
                  <a:cubicBezTo>
                    <a:pt x="1622" y="904"/>
                    <a:pt x="1622" y="904"/>
                    <a:pt x="1622" y="904"/>
                  </a:cubicBezTo>
                  <a:cubicBezTo>
                    <a:pt x="1618" y="893"/>
                    <a:pt x="1614" y="879"/>
                    <a:pt x="1610" y="869"/>
                  </a:cubicBezTo>
                  <a:cubicBezTo>
                    <a:pt x="1611" y="896"/>
                    <a:pt x="1612" y="932"/>
                    <a:pt x="1610" y="959"/>
                  </a:cubicBezTo>
                  <a:cubicBezTo>
                    <a:pt x="1610" y="968"/>
                    <a:pt x="1611" y="980"/>
                    <a:pt x="1610" y="988"/>
                  </a:cubicBezTo>
                  <a:cubicBezTo>
                    <a:pt x="1610" y="980"/>
                    <a:pt x="1611" y="968"/>
                    <a:pt x="1610" y="959"/>
                  </a:cubicBezTo>
                  <a:cubicBezTo>
                    <a:pt x="1610" y="972"/>
                    <a:pt x="1609" y="990"/>
                    <a:pt x="1607" y="1003"/>
                  </a:cubicBezTo>
                  <a:cubicBezTo>
                    <a:pt x="1605" y="1010"/>
                    <a:pt x="1605" y="1010"/>
                    <a:pt x="1605" y="1010"/>
                  </a:cubicBezTo>
                  <a:cubicBezTo>
                    <a:pt x="1610" y="1001"/>
                    <a:pt x="1610" y="1001"/>
                    <a:pt x="1610" y="1001"/>
                  </a:cubicBezTo>
                  <a:moveTo>
                    <a:pt x="1640" y="885"/>
                  </a:moveTo>
                  <a:cubicBezTo>
                    <a:pt x="1643" y="859"/>
                    <a:pt x="1648" y="826"/>
                    <a:pt x="1650" y="800"/>
                  </a:cubicBezTo>
                  <a:cubicBezTo>
                    <a:pt x="1650" y="800"/>
                    <a:pt x="1650" y="801"/>
                    <a:pt x="1650" y="801"/>
                  </a:cubicBezTo>
                  <a:cubicBezTo>
                    <a:pt x="1648" y="826"/>
                    <a:pt x="1643" y="860"/>
                    <a:pt x="1638" y="885"/>
                  </a:cubicBezTo>
                  <a:cubicBezTo>
                    <a:pt x="1638" y="879"/>
                    <a:pt x="1638" y="879"/>
                    <a:pt x="1638" y="879"/>
                  </a:cubicBezTo>
                  <a:cubicBezTo>
                    <a:pt x="1631" y="916"/>
                    <a:pt x="1631" y="916"/>
                    <a:pt x="1631" y="916"/>
                  </a:cubicBezTo>
                  <a:cubicBezTo>
                    <a:pt x="1631" y="920"/>
                    <a:pt x="1631" y="920"/>
                    <a:pt x="1631" y="920"/>
                  </a:cubicBezTo>
                  <a:cubicBezTo>
                    <a:pt x="1633" y="912"/>
                    <a:pt x="1634" y="904"/>
                    <a:pt x="1636" y="897"/>
                  </a:cubicBezTo>
                  <a:cubicBezTo>
                    <a:pt x="1635" y="898"/>
                    <a:pt x="1635" y="899"/>
                    <a:pt x="1635" y="900"/>
                  </a:cubicBezTo>
                  <a:cubicBezTo>
                    <a:pt x="1631" y="924"/>
                    <a:pt x="1631" y="924"/>
                    <a:pt x="1630" y="931"/>
                  </a:cubicBezTo>
                  <a:cubicBezTo>
                    <a:pt x="1640" y="885"/>
                    <a:pt x="1640" y="885"/>
                    <a:pt x="1640" y="885"/>
                  </a:cubicBezTo>
                  <a:moveTo>
                    <a:pt x="1622" y="917"/>
                  </a:moveTo>
                  <a:cubicBezTo>
                    <a:pt x="1622" y="924"/>
                    <a:pt x="1622" y="924"/>
                    <a:pt x="1622" y="924"/>
                  </a:cubicBezTo>
                  <a:cubicBezTo>
                    <a:pt x="1622" y="917"/>
                    <a:pt x="1622" y="917"/>
                    <a:pt x="1622" y="917"/>
                  </a:cubicBezTo>
                  <a:moveTo>
                    <a:pt x="1624" y="904"/>
                  </a:moveTo>
                  <a:cubicBezTo>
                    <a:pt x="1627" y="904"/>
                    <a:pt x="1627" y="904"/>
                    <a:pt x="1627" y="904"/>
                  </a:cubicBezTo>
                  <a:cubicBezTo>
                    <a:pt x="1632" y="853"/>
                    <a:pt x="1632" y="853"/>
                    <a:pt x="1632" y="853"/>
                  </a:cubicBezTo>
                  <a:cubicBezTo>
                    <a:pt x="1628" y="839"/>
                    <a:pt x="1628" y="839"/>
                    <a:pt x="1628" y="839"/>
                  </a:cubicBezTo>
                  <a:cubicBezTo>
                    <a:pt x="1628" y="840"/>
                    <a:pt x="1627" y="841"/>
                    <a:pt x="1627" y="842"/>
                  </a:cubicBezTo>
                  <a:cubicBezTo>
                    <a:pt x="1625" y="835"/>
                    <a:pt x="1625" y="835"/>
                    <a:pt x="1625" y="835"/>
                  </a:cubicBezTo>
                  <a:cubicBezTo>
                    <a:pt x="1624" y="835"/>
                    <a:pt x="1624" y="836"/>
                    <a:pt x="1623" y="837"/>
                  </a:cubicBezTo>
                  <a:cubicBezTo>
                    <a:pt x="1624" y="869"/>
                    <a:pt x="1624" y="869"/>
                    <a:pt x="1624" y="869"/>
                  </a:cubicBezTo>
                  <a:cubicBezTo>
                    <a:pt x="1624" y="873"/>
                    <a:pt x="1624" y="876"/>
                    <a:pt x="1623" y="879"/>
                  </a:cubicBezTo>
                  <a:cubicBezTo>
                    <a:pt x="1625" y="900"/>
                    <a:pt x="1625" y="900"/>
                    <a:pt x="1625" y="900"/>
                  </a:cubicBezTo>
                  <a:cubicBezTo>
                    <a:pt x="1627" y="890"/>
                    <a:pt x="1627" y="890"/>
                    <a:pt x="1627" y="890"/>
                  </a:cubicBezTo>
                  <a:cubicBezTo>
                    <a:pt x="1625" y="900"/>
                    <a:pt x="1625" y="900"/>
                    <a:pt x="1625" y="900"/>
                  </a:cubicBezTo>
                  <a:cubicBezTo>
                    <a:pt x="1623" y="879"/>
                    <a:pt x="1623" y="879"/>
                    <a:pt x="1623" y="879"/>
                  </a:cubicBezTo>
                  <a:cubicBezTo>
                    <a:pt x="1622" y="904"/>
                    <a:pt x="1622" y="904"/>
                    <a:pt x="1622" y="904"/>
                  </a:cubicBezTo>
                  <a:cubicBezTo>
                    <a:pt x="1621" y="912"/>
                    <a:pt x="1621" y="912"/>
                    <a:pt x="1621" y="912"/>
                  </a:cubicBezTo>
                  <a:cubicBezTo>
                    <a:pt x="1622" y="917"/>
                    <a:pt x="1622" y="917"/>
                    <a:pt x="1622" y="917"/>
                  </a:cubicBezTo>
                  <a:cubicBezTo>
                    <a:pt x="1622" y="909"/>
                    <a:pt x="1622" y="909"/>
                    <a:pt x="1622" y="909"/>
                  </a:cubicBezTo>
                  <a:cubicBezTo>
                    <a:pt x="1624" y="904"/>
                    <a:pt x="1624" y="904"/>
                    <a:pt x="1624" y="904"/>
                  </a:cubicBezTo>
                  <a:moveTo>
                    <a:pt x="1532" y="904"/>
                  </a:moveTo>
                  <a:cubicBezTo>
                    <a:pt x="1545" y="907"/>
                    <a:pt x="1545" y="907"/>
                    <a:pt x="1545" y="907"/>
                  </a:cubicBezTo>
                  <a:cubicBezTo>
                    <a:pt x="1541" y="882"/>
                    <a:pt x="1541" y="882"/>
                    <a:pt x="1541" y="882"/>
                  </a:cubicBezTo>
                  <a:cubicBezTo>
                    <a:pt x="1541" y="876"/>
                    <a:pt x="1542" y="870"/>
                    <a:pt x="1542" y="863"/>
                  </a:cubicBezTo>
                  <a:cubicBezTo>
                    <a:pt x="1539" y="865"/>
                    <a:pt x="1536" y="866"/>
                    <a:pt x="1533" y="867"/>
                  </a:cubicBezTo>
                  <a:cubicBezTo>
                    <a:pt x="1533" y="880"/>
                    <a:pt x="1533" y="892"/>
                    <a:pt x="1532" y="904"/>
                  </a:cubicBezTo>
                  <a:cubicBezTo>
                    <a:pt x="1535" y="903"/>
                    <a:pt x="1538" y="902"/>
                    <a:pt x="1540" y="901"/>
                  </a:cubicBezTo>
                  <a:cubicBezTo>
                    <a:pt x="1538" y="902"/>
                    <a:pt x="1535" y="903"/>
                    <a:pt x="1532" y="904"/>
                  </a:cubicBezTo>
                  <a:moveTo>
                    <a:pt x="1625" y="835"/>
                  </a:moveTo>
                  <a:cubicBezTo>
                    <a:pt x="1625" y="828"/>
                    <a:pt x="1625" y="822"/>
                    <a:pt x="1625" y="816"/>
                  </a:cubicBezTo>
                  <a:cubicBezTo>
                    <a:pt x="1624" y="808"/>
                    <a:pt x="1624" y="808"/>
                    <a:pt x="1624" y="808"/>
                  </a:cubicBezTo>
                  <a:cubicBezTo>
                    <a:pt x="1621" y="829"/>
                    <a:pt x="1621" y="829"/>
                    <a:pt x="1621" y="829"/>
                  </a:cubicBezTo>
                  <a:cubicBezTo>
                    <a:pt x="1623" y="837"/>
                    <a:pt x="1623" y="837"/>
                    <a:pt x="1623" y="837"/>
                  </a:cubicBezTo>
                  <a:cubicBezTo>
                    <a:pt x="1624" y="836"/>
                    <a:pt x="1624" y="835"/>
                    <a:pt x="1625" y="835"/>
                  </a:cubicBezTo>
                  <a:moveTo>
                    <a:pt x="56" y="823"/>
                  </a:moveTo>
                  <a:cubicBezTo>
                    <a:pt x="60" y="806"/>
                    <a:pt x="60" y="806"/>
                    <a:pt x="60" y="806"/>
                  </a:cubicBezTo>
                  <a:cubicBezTo>
                    <a:pt x="57" y="783"/>
                    <a:pt x="57" y="783"/>
                    <a:pt x="57" y="783"/>
                  </a:cubicBezTo>
                  <a:cubicBezTo>
                    <a:pt x="50" y="800"/>
                    <a:pt x="50" y="800"/>
                    <a:pt x="50" y="800"/>
                  </a:cubicBezTo>
                  <a:cubicBezTo>
                    <a:pt x="53" y="830"/>
                    <a:pt x="53" y="830"/>
                    <a:pt x="53" y="830"/>
                  </a:cubicBezTo>
                  <a:cubicBezTo>
                    <a:pt x="56" y="823"/>
                    <a:pt x="56" y="823"/>
                    <a:pt x="56" y="823"/>
                  </a:cubicBezTo>
                  <a:moveTo>
                    <a:pt x="1499" y="843"/>
                  </a:moveTo>
                  <a:cubicBezTo>
                    <a:pt x="1507" y="850"/>
                    <a:pt x="1507" y="850"/>
                    <a:pt x="1507" y="850"/>
                  </a:cubicBezTo>
                  <a:cubicBezTo>
                    <a:pt x="1497" y="826"/>
                    <a:pt x="1497" y="826"/>
                    <a:pt x="1497" y="826"/>
                  </a:cubicBezTo>
                  <a:cubicBezTo>
                    <a:pt x="1499" y="843"/>
                    <a:pt x="1499" y="843"/>
                    <a:pt x="1499" y="843"/>
                  </a:cubicBezTo>
                  <a:moveTo>
                    <a:pt x="1624" y="748"/>
                  </a:moveTo>
                  <a:cubicBezTo>
                    <a:pt x="1628" y="758"/>
                    <a:pt x="1634" y="772"/>
                    <a:pt x="1638" y="782"/>
                  </a:cubicBezTo>
                  <a:cubicBezTo>
                    <a:pt x="1634" y="769"/>
                    <a:pt x="1629" y="751"/>
                    <a:pt x="1623" y="738"/>
                  </a:cubicBezTo>
                  <a:cubicBezTo>
                    <a:pt x="1621" y="773"/>
                    <a:pt x="1621" y="773"/>
                    <a:pt x="1621" y="773"/>
                  </a:cubicBezTo>
                  <a:cubicBezTo>
                    <a:pt x="1621" y="784"/>
                    <a:pt x="1621" y="790"/>
                    <a:pt x="1620" y="808"/>
                  </a:cubicBezTo>
                  <a:cubicBezTo>
                    <a:pt x="1619" y="820"/>
                    <a:pt x="1619" y="823"/>
                    <a:pt x="1621" y="829"/>
                  </a:cubicBezTo>
                  <a:cubicBezTo>
                    <a:pt x="1621" y="823"/>
                    <a:pt x="1623" y="815"/>
                    <a:pt x="1624" y="808"/>
                  </a:cubicBezTo>
                  <a:cubicBezTo>
                    <a:pt x="1624" y="748"/>
                    <a:pt x="1624" y="748"/>
                    <a:pt x="1624" y="748"/>
                  </a:cubicBezTo>
                  <a:moveTo>
                    <a:pt x="1612" y="722"/>
                  </a:moveTo>
                  <a:cubicBezTo>
                    <a:pt x="1616" y="738"/>
                    <a:pt x="1616" y="738"/>
                    <a:pt x="1616" y="738"/>
                  </a:cubicBezTo>
                  <a:cubicBezTo>
                    <a:pt x="1609" y="711"/>
                    <a:pt x="1609" y="711"/>
                    <a:pt x="1609" y="711"/>
                  </a:cubicBezTo>
                  <a:cubicBezTo>
                    <a:pt x="1607" y="725"/>
                    <a:pt x="1607" y="725"/>
                    <a:pt x="1607" y="725"/>
                  </a:cubicBezTo>
                  <a:cubicBezTo>
                    <a:pt x="1612" y="722"/>
                    <a:pt x="1612" y="722"/>
                    <a:pt x="1612" y="722"/>
                  </a:cubicBezTo>
                  <a:moveTo>
                    <a:pt x="41" y="702"/>
                  </a:moveTo>
                  <a:cubicBezTo>
                    <a:pt x="42" y="696"/>
                    <a:pt x="43" y="691"/>
                    <a:pt x="44" y="684"/>
                  </a:cubicBezTo>
                  <a:cubicBezTo>
                    <a:pt x="42" y="683"/>
                    <a:pt x="41" y="681"/>
                    <a:pt x="39" y="680"/>
                  </a:cubicBezTo>
                  <a:cubicBezTo>
                    <a:pt x="38" y="686"/>
                    <a:pt x="38" y="692"/>
                    <a:pt x="36" y="698"/>
                  </a:cubicBezTo>
                  <a:cubicBezTo>
                    <a:pt x="38" y="700"/>
                    <a:pt x="40" y="701"/>
                    <a:pt x="41" y="702"/>
                  </a:cubicBezTo>
                  <a:moveTo>
                    <a:pt x="92" y="737"/>
                  </a:moveTo>
                  <a:cubicBezTo>
                    <a:pt x="92" y="731"/>
                    <a:pt x="93" y="724"/>
                    <a:pt x="94" y="719"/>
                  </a:cubicBezTo>
                  <a:cubicBezTo>
                    <a:pt x="93" y="718"/>
                    <a:pt x="92" y="717"/>
                    <a:pt x="90" y="716"/>
                  </a:cubicBezTo>
                  <a:cubicBezTo>
                    <a:pt x="89" y="715"/>
                    <a:pt x="88" y="715"/>
                    <a:pt x="87" y="714"/>
                  </a:cubicBezTo>
                  <a:cubicBezTo>
                    <a:pt x="86" y="720"/>
                    <a:pt x="85" y="727"/>
                    <a:pt x="84" y="732"/>
                  </a:cubicBezTo>
                  <a:cubicBezTo>
                    <a:pt x="85" y="734"/>
                    <a:pt x="87" y="734"/>
                    <a:pt x="88" y="735"/>
                  </a:cubicBezTo>
                  <a:cubicBezTo>
                    <a:pt x="89" y="735"/>
                    <a:pt x="90" y="736"/>
                    <a:pt x="92" y="737"/>
                  </a:cubicBezTo>
                  <a:moveTo>
                    <a:pt x="78" y="719"/>
                  </a:moveTo>
                  <a:cubicBezTo>
                    <a:pt x="79" y="713"/>
                    <a:pt x="80" y="707"/>
                    <a:pt x="81" y="701"/>
                  </a:cubicBezTo>
                  <a:cubicBezTo>
                    <a:pt x="79" y="699"/>
                    <a:pt x="77" y="698"/>
                    <a:pt x="75" y="697"/>
                  </a:cubicBezTo>
                  <a:cubicBezTo>
                    <a:pt x="73" y="702"/>
                    <a:pt x="73" y="709"/>
                    <a:pt x="72" y="715"/>
                  </a:cubicBezTo>
                  <a:cubicBezTo>
                    <a:pt x="74" y="716"/>
                    <a:pt x="76" y="718"/>
                    <a:pt x="78" y="719"/>
                  </a:cubicBezTo>
                  <a:moveTo>
                    <a:pt x="1635" y="654"/>
                  </a:moveTo>
                  <a:cubicBezTo>
                    <a:pt x="1635" y="627"/>
                    <a:pt x="1635" y="627"/>
                    <a:pt x="1635" y="627"/>
                  </a:cubicBezTo>
                  <a:cubicBezTo>
                    <a:pt x="1633" y="620"/>
                    <a:pt x="1633" y="620"/>
                    <a:pt x="1633" y="620"/>
                  </a:cubicBezTo>
                  <a:cubicBezTo>
                    <a:pt x="1635" y="654"/>
                    <a:pt x="1635" y="654"/>
                    <a:pt x="1635" y="654"/>
                  </a:cubicBezTo>
                  <a:moveTo>
                    <a:pt x="72" y="715"/>
                  </a:moveTo>
                  <a:cubicBezTo>
                    <a:pt x="73" y="709"/>
                    <a:pt x="73" y="702"/>
                    <a:pt x="75" y="697"/>
                  </a:cubicBezTo>
                  <a:cubicBezTo>
                    <a:pt x="70" y="694"/>
                    <a:pt x="66" y="691"/>
                    <a:pt x="62" y="688"/>
                  </a:cubicBezTo>
                  <a:cubicBezTo>
                    <a:pt x="66" y="691"/>
                    <a:pt x="70" y="694"/>
                    <a:pt x="75" y="697"/>
                  </a:cubicBezTo>
                  <a:cubicBezTo>
                    <a:pt x="76" y="685"/>
                    <a:pt x="76" y="685"/>
                    <a:pt x="71" y="683"/>
                  </a:cubicBezTo>
                  <a:cubicBezTo>
                    <a:pt x="64" y="681"/>
                    <a:pt x="64" y="681"/>
                    <a:pt x="54" y="661"/>
                  </a:cubicBezTo>
                  <a:cubicBezTo>
                    <a:pt x="54" y="661"/>
                    <a:pt x="54" y="661"/>
                    <a:pt x="54" y="661"/>
                  </a:cubicBezTo>
                  <a:cubicBezTo>
                    <a:pt x="50" y="669"/>
                    <a:pt x="48" y="671"/>
                    <a:pt x="47" y="665"/>
                  </a:cubicBezTo>
                  <a:cubicBezTo>
                    <a:pt x="46" y="661"/>
                    <a:pt x="45" y="657"/>
                    <a:pt x="44" y="653"/>
                  </a:cubicBezTo>
                  <a:cubicBezTo>
                    <a:pt x="44" y="659"/>
                    <a:pt x="44" y="667"/>
                    <a:pt x="43" y="673"/>
                  </a:cubicBezTo>
                  <a:cubicBezTo>
                    <a:pt x="45" y="674"/>
                    <a:pt x="47" y="676"/>
                    <a:pt x="48" y="677"/>
                  </a:cubicBezTo>
                  <a:cubicBezTo>
                    <a:pt x="59" y="689"/>
                    <a:pt x="59" y="689"/>
                    <a:pt x="59" y="689"/>
                  </a:cubicBezTo>
                  <a:cubicBezTo>
                    <a:pt x="50" y="700"/>
                    <a:pt x="50" y="700"/>
                    <a:pt x="50" y="700"/>
                  </a:cubicBezTo>
                  <a:cubicBezTo>
                    <a:pt x="53" y="702"/>
                    <a:pt x="56" y="704"/>
                    <a:pt x="59" y="706"/>
                  </a:cubicBezTo>
                  <a:cubicBezTo>
                    <a:pt x="63" y="709"/>
                    <a:pt x="67" y="712"/>
                    <a:pt x="72" y="715"/>
                  </a:cubicBezTo>
                  <a:moveTo>
                    <a:pt x="1483" y="773"/>
                  </a:moveTo>
                  <a:cubicBezTo>
                    <a:pt x="1480" y="751"/>
                    <a:pt x="1478" y="729"/>
                    <a:pt x="1473" y="708"/>
                  </a:cubicBezTo>
                  <a:cubicBezTo>
                    <a:pt x="1466" y="720"/>
                    <a:pt x="1466" y="720"/>
                    <a:pt x="1466" y="720"/>
                  </a:cubicBezTo>
                  <a:cubicBezTo>
                    <a:pt x="1483" y="773"/>
                    <a:pt x="1483" y="773"/>
                    <a:pt x="1483" y="773"/>
                  </a:cubicBezTo>
                  <a:moveTo>
                    <a:pt x="1560" y="671"/>
                  </a:moveTo>
                  <a:cubicBezTo>
                    <a:pt x="1560" y="670"/>
                    <a:pt x="1560" y="668"/>
                    <a:pt x="1560" y="667"/>
                  </a:cubicBezTo>
                  <a:cubicBezTo>
                    <a:pt x="1560" y="667"/>
                    <a:pt x="1560" y="668"/>
                    <a:pt x="1560" y="668"/>
                  </a:cubicBezTo>
                  <a:cubicBezTo>
                    <a:pt x="1559" y="673"/>
                    <a:pt x="1550" y="722"/>
                    <a:pt x="1549" y="734"/>
                  </a:cubicBezTo>
                  <a:cubicBezTo>
                    <a:pt x="1560" y="700"/>
                    <a:pt x="1560" y="700"/>
                    <a:pt x="1560" y="671"/>
                  </a:cubicBezTo>
                  <a:moveTo>
                    <a:pt x="1632" y="599"/>
                  </a:moveTo>
                  <a:cubicBezTo>
                    <a:pt x="1629" y="579"/>
                    <a:pt x="1629" y="579"/>
                    <a:pt x="1629" y="579"/>
                  </a:cubicBezTo>
                  <a:cubicBezTo>
                    <a:pt x="1631" y="603"/>
                    <a:pt x="1631" y="603"/>
                    <a:pt x="1631" y="603"/>
                  </a:cubicBezTo>
                  <a:cubicBezTo>
                    <a:pt x="1632" y="599"/>
                    <a:pt x="1632" y="599"/>
                    <a:pt x="1632" y="599"/>
                  </a:cubicBezTo>
                  <a:moveTo>
                    <a:pt x="54" y="661"/>
                  </a:moveTo>
                  <a:cubicBezTo>
                    <a:pt x="46" y="632"/>
                    <a:pt x="46" y="632"/>
                    <a:pt x="46" y="632"/>
                  </a:cubicBezTo>
                  <a:cubicBezTo>
                    <a:pt x="45" y="631"/>
                    <a:pt x="43" y="629"/>
                    <a:pt x="42" y="628"/>
                  </a:cubicBezTo>
                  <a:cubicBezTo>
                    <a:pt x="41" y="603"/>
                    <a:pt x="41" y="603"/>
                    <a:pt x="41" y="603"/>
                  </a:cubicBezTo>
                  <a:cubicBezTo>
                    <a:pt x="39" y="602"/>
                    <a:pt x="38" y="601"/>
                    <a:pt x="37" y="599"/>
                  </a:cubicBezTo>
                  <a:cubicBezTo>
                    <a:pt x="36" y="598"/>
                    <a:pt x="35" y="597"/>
                    <a:pt x="35" y="597"/>
                  </a:cubicBezTo>
                  <a:cubicBezTo>
                    <a:pt x="34" y="597"/>
                    <a:pt x="34" y="597"/>
                    <a:pt x="28" y="611"/>
                  </a:cubicBezTo>
                  <a:cubicBezTo>
                    <a:pt x="30" y="613"/>
                    <a:pt x="31" y="615"/>
                    <a:pt x="33" y="617"/>
                  </a:cubicBezTo>
                  <a:cubicBezTo>
                    <a:pt x="35" y="620"/>
                    <a:pt x="35" y="620"/>
                    <a:pt x="44" y="653"/>
                  </a:cubicBezTo>
                  <a:cubicBezTo>
                    <a:pt x="47" y="667"/>
                    <a:pt x="47" y="667"/>
                    <a:pt x="47" y="668"/>
                  </a:cubicBezTo>
                  <a:cubicBezTo>
                    <a:pt x="49" y="670"/>
                    <a:pt x="50" y="667"/>
                    <a:pt x="51" y="666"/>
                  </a:cubicBezTo>
                  <a:cubicBezTo>
                    <a:pt x="52" y="665"/>
                    <a:pt x="52" y="665"/>
                    <a:pt x="54" y="661"/>
                  </a:cubicBezTo>
                  <a:moveTo>
                    <a:pt x="1631" y="562"/>
                  </a:moveTo>
                  <a:cubicBezTo>
                    <a:pt x="1630" y="556"/>
                    <a:pt x="1629" y="550"/>
                    <a:pt x="1627" y="544"/>
                  </a:cubicBezTo>
                  <a:cubicBezTo>
                    <a:pt x="1630" y="558"/>
                    <a:pt x="1630" y="558"/>
                    <a:pt x="1630" y="558"/>
                  </a:cubicBezTo>
                  <a:cubicBezTo>
                    <a:pt x="1631" y="562"/>
                    <a:pt x="1631" y="562"/>
                    <a:pt x="1631" y="562"/>
                  </a:cubicBezTo>
                  <a:moveTo>
                    <a:pt x="1460" y="743"/>
                  </a:moveTo>
                  <a:cubicBezTo>
                    <a:pt x="1462" y="732"/>
                    <a:pt x="1462" y="732"/>
                    <a:pt x="1462" y="732"/>
                  </a:cubicBezTo>
                  <a:cubicBezTo>
                    <a:pt x="1433" y="693"/>
                    <a:pt x="1433" y="693"/>
                    <a:pt x="1433" y="693"/>
                  </a:cubicBezTo>
                  <a:cubicBezTo>
                    <a:pt x="1424" y="695"/>
                    <a:pt x="1424" y="695"/>
                    <a:pt x="1424" y="695"/>
                  </a:cubicBezTo>
                  <a:cubicBezTo>
                    <a:pt x="1425" y="696"/>
                    <a:pt x="1425" y="696"/>
                    <a:pt x="1425" y="696"/>
                  </a:cubicBezTo>
                  <a:cubicBezTo>
                    <a:pt x="1437" y="708"/>
                    <a:pt x="1446" y="720"/>
                    <a:pt x="1460" y="743"/>
                  </a:cubicBezTo>
                  <a:moveTo>
                    <a:pt x="1630" y="558"/>
                  </a:moveTo>
                  <a:cubicBezTo>
                    <a:pt x="1627" y="544"/>
                    <a:pt x="1627" y="544"/>
                    <a:pt x="1627" y="544"/>
                  </a:cubicBezTo>
                  <a:cubicBezTo>
                    <a:pt x="1621" y="526"/>
                    <a:pt x="1621" y="526"/>
                    <a:pt x="1621" y="526"/>
                  </a:cubicBezTo>
                  <a:cubicBezTo>
                    <a:pt x="1630" y="558"/>
                    <a:pt x="1630" y="558"/>
                    <a:pt x="1630" y="558"/>
                  </a:cubicBezTo>
                  <a:moveTo>
                    <a:pt x="50" y="499"/>
                  </a:moveTo>
                  <a:cubicBezTo>
                    <a:pt x="52" y="494"/>
                    <a:pt x="54" y="488"/>
                    <a:pt x="57" y="482"/>
                  </a:cubicBezTo>
                  <a:cubicBezTo>
                    <a:pt x="56" y="482"/>
                    <a:pt x="56" y="481"/>
                    <a:pt x="56" y="480"/>
                  </a:cubicBezTo>
                  <a:cubicBezTo>
                    <a:pt x="55" y="479"/>
                    <a:pt x="55" y="478"/>
                    <a:pt x="55" y="476"/>
                  </a:cubicBezTo>
                  <a:cubicBezTo>
                    <a:pt x="51" y="482"/>
                    <a:pt x="51" y="482"/>
                    <a:pt x="51" y="482"/>
                  </a:cubicBezTo>
                  <a:cubicBezTo>
                    <a:pt x="49" y="488"/>
                    <a:pt x="46" y="494"/>
                    <a:pt x="44" y="499"/>
                  </a:cubicBezTo>
                  <a:cubicBezTo>
                    <a:pt x="45" y="502"/>
                    <a:pt x="45" y="504"/>
                    <a:pt x="46" y="506"/>
                  </a:cubicBezTo>
                  <a:cubicBezTo>
                    <a:pt x="50" y="499"/>
                    <a:pt x="50" y="499"/>
                    <a:pt x="50" y="499"/>
                  </a:cubicBezTo>
                  <a:moveTo>
                    <a:pt x="50" y="1002"/>
                  </a:moveTo>
                  <a:cubicBezTo>
                    <a:pt x="48" y="996"/>
                    <a:pt x="46" y="991"/>
                    <a:pt x="45" y="985"/>
                  </a:cubicBezTo>
                  <a:cubicBezTo>
                    <a:pt x="46" y="991"/>
                    <a:pt x="48" y="996"/>
                    <a:pt x="50" y="1002"/>
                  </a:cubicBezTo>
                  <a:moveTo>
                    <a:pt x="50" y="1002"/>
                  </a:moveTo>
                  <a:cubicBezTo>
                    <a:pt x="51" y="1003"/>
                    <a:pt x="52" y="1005"/>
                    <a:pt x="54" y="1006"/>
                  </a:cubicBezTo>
                  <a:cubicBezTo>
                    <a:pt x="52" y="1005"/>
                    <a:pt x="51" y="1003"/>
                    <a:pt x="50" y="1002"/>
                  </a:cubicBezTo>
                  <a:moveTo>
                    <a:pt x="36" y="817"/>
                  </a:moveTo>
                  <a:cubicBezTo>
                    <a:pt x="34" y="824"/>
                    <a:pt x="34" y="824"/>
                    <a:pt x="34" y="824"/>
                  </a:cubicBezTo>
                  <a:cubicBezTo>
                    <a:pt x="36" y="817"/>
                    <a:pt x="36" y="817"/>
                    <a:pt x="36" y="817"/>
                  </a:cubicBezTo>
                  <a:cubicBezTo>
                    <a:pt x="39" y="800"/>
                    <a:pt x="39" y="800"/>
                    <a:pt x="39" y="800"/>
                  </a:cubicBezTo>
                  <a:cubicBezTo>
                    <a:pt x="36" y="817"/>
                    <a:pt x="36" y="817"/>
                    <a:pt x="36" y="817"/>
                  </a:cubicBezTo>
                  <a:moveTo>
                    <a:pt x="7" y="642"/>
                  </a:move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3"/>
                  </a:moveTo>
                  <a:cubicBezTo>
                    <a:pt x="7" y="643"/>
                    <a:pt x="7" y="643"/>
                    <a:pt x="7" y="642"/>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69" y="476"/>
                  </a:moveTo>
                  <a:cubicBezTo>
                    <a:pt x="72" y="468"/>
                    <a:pt x="76" y="459"/>
                    <a:pt x="80" y="451"/>
                  </a:cubicBezTo>
                  <a:cubicBezTo>
                    <a:pt x="76" y="459"/>
                    <a:pt x="72" y="468"/>
                    <a:pt x="69" y="476"/>
                  </a:cubicBezTo>
                  <a:cubicBezTo>
                    <a:pt x="72" y="468"/>
                    <a:pt x="76" y="459"/>
                    <a:pt x="80" y="451"/>
                  </a:cubicBezTo>
                  <a:cubicBezTo>
                    <a:pt x="76" y="459"/>
                    <a:pt x="72" y="468"/>
                    <a:pt x="69" y="476"/>
                  </a:cubicBezTo>
                  <a:moveTo>
                    <a:pt x="71" y="480"/>
                  </a:moveTo>
                  <a:cubicBezTo>
                    <a:pt x="70" y="479"/>
                    <a:pt x="69" y="478"/>
                    <a:pt x="69" y="476"/>
                  </a:cubicBezTo>
                  <a:cubicBezTo>
                    <a:pt x="69" y="478"/>
                    <a:pt x="70" y="479"/>
                    <a:pt x="71" y="480"/>
                  </a:cubicBezTo>
                  <a:moveTo>
                    <a:pt x="75" y="472"/>
                  </a:moveTo>
                  <a:cubicBezTo>
                    <a:pt x="77" y="467"/>
                    <a:pt x="80" y="461"/>
                    <a:pt x="83" y="455"/>
                  </a:cubicBezTo>
                  <a:cubicBezTo>
                    <a:pt x="80" y="461"/>
                    <a:pt x="77" y="467"/>
                    <a:pt x="75" y="472"/>
                  </a:cubicBezTo>
                  <a:moveTo>
                    <a:pt x="71" y="480"/>
                  </a:moveTo>
                  <a:cubicBezTo>
                    <a:pt x="76" y="474"/>
                    <a:pt x="76" y="474"/>
                    <a:pt x="76" y="474"/>
                  </a:cubicBezTo>
                  <a:cubicBezTo>
                    <a:pt x="71" y="480"/>
                    <a:pt x="71" y="480"/>
                    <a:pt x="71" y="480"/>
                  </a:cubicBezTo>
                  <a:moveTo>
                    <a:pt x="76" y="474"/>
                  </a:moveTo>
                  <a:cubicBezTo>
                    <a:pt x="76" y="473"/>
                    <a:pt x="75" y="473"/>
                    <a:pt x="75" y="472"/>
                  </a:cubicBezTo>
                  <a:cubicBezTo>
                    <a:pt x="75" y="473"/>
                    <a:pt x="76" y="473"/>
                    <a:pt x="76" y="474"/>
                  </a:cubicBezTo>
                  <a:moveTo>
                    <a:pt x="156" y="1105"/>
                  </a:moveTo>
                  <a:cubicBezTo>
                    <a:pt x="136" y="1039"/>
                    <a:pt x="123" y="967"/>
                    <a:pt x="121" y="890"/>
                  </a:cubicBezTo>
                  <a:cubicBezTo>
                    <a:pt x="111" y="869"/>
                    <a:pt x="111" y="869"/>
                    <a:pt x="117" y="849"/>
                  </a:cubicBezTo>
                  <a:cubicBezTo>
                    <a:pt x="92" y="844"/>
                    <a:pt x="92" y="844"/>
                    <a:pt x="92" y="844"/>
                  </a:cubicBezTo>
                  <a:cubicBezTo>
                    <a:pt x="88" y="842"/>
                    <a:pt x="84" y="840"/>
                    <a:pt x="80" y="838"/>
                  </a:cubicBezTo>
                  <a:cubicBezTo>
                    <a:pt x="79" y="837"/>
                    <a:pt x="78" y="837"/>
                    <a:pt x="77" y="836"/>
                  </a:cubicBezTo>
                  <a:cubicBezTo>
                    <a:pt x="60" y="806"/>
                    <a:pt x="60" y="806"/>
                    <a:pt x="60" y="806"/>
                  </a:cubicBezTo>
                  <a:cubicBezTo>
                    <a:pt x="56" y="823"/>
                    <a:pt x="56" y="823"/>
                    <a:pt x="56" y="823"/>
                  </a:cubicBezTo>
                  <a:cubicBezTo>
                    <a:pt x="60" y="844"/>
                    <a:pt x="60" y="844"/>
                    <a:pt x="60" y="844"/>
                  </a:cubicBezTo>
                  <a:cubicBezTo>
                    <a:pt x="56" y="823"/>
                    <a:pt x="56" y="823"/>
                    <a:pt x="56" y="823"/>
                  </a:cubicBezTo>
                  <a:cubicBezTo>
                    <a:pt x="53" y="830"/>
                    <a:pt x="53" y="830"/>
                    <a:pt x="53" y="830"/>
                  </a:cubicBezTo>
                  <a:cubicBezTo>
                    <a:pt x="50" y="800"/>
                    <a:pt x="50" y="800"/>
                    <a:pt x="50" y="800"/>
                  </a:cubicBezTo>
                  <a:cubicBezTo>
                    <a:pt x="49" y="798"/>
                    <a:pt x="47" y="796"/>
                    <a:pt x="45" y="795"/>
                  </a:cubicBezTo>
                  <a:cubicBezTo>
                    <a:pt x="44" y="798"/>
                    <a:pt x="44" y="801"/>
                    <a:pt x="44" y="805"/>
                  </a:cubicBezTo>
                  <a:cubicBezTo>
                    <a:pt x="44" y="801"/>
                    <a:pt x="44" y="798"/>
                    <a:pt x="45" y="795"/>
                  </a:cubicBezTo>
                  <a:cubicBezTo>
                    <a:pt x="39" y="800"/>
                    <a:pt x="39" y="800"/>
                    <a:pt x="39" y="800"/>
                  </a:cubicBezTo>
                  <a:cubicBezTo>
                    <a:pt x="36" y="817"/>
                    <a:pt x="36" y="817"/>
                    <a:pt x="36" y="817"/>
                  </a:cubicBezTo>
                  <a:cubicBezTo>
                    <a:pt x="34" y="824"/>
                    <a:pt x="34" y="824"/>
                    <a:pt x="34" y="824"/>
                  </a:cubicBezTo>
                  <a:cubicBezTo>
                    <a:pt x="30" y="812"/>
                    <a:pt x="30" y="812"/>
                    <a:pt x="22" y="804"/>
                  </a:cubicBezTo>
                  <a:cubicBezTo>
                    <a:pt x="22" y="805"/>
                    <a:pt x="21" y="807"/>
                    <a:pt x="20" y="808"/>
                  </a:cubicBezTo>
                  <a:cubicBezTo>
                    <a:pt x="20" y="810"/>
                    <a:pt x="19" y="809"/>
                    <a:pt x="18" y="809"/>
                  </a:cubicBezTo>
                  <a:cubicBezTo>
                    <a:pt x="13" y="783"/>
                    <a:pt x="13" y="783"/>
                    <a:pt x="13" y="783"/>
                  </a:cubicBezTo>
                  <a:cubicBezTo>
                    <a:pt x="13" y="780"/>
                    <a:pt x="13" y="777"/>
                    <a:pt x="13" y="774"/>
                  </a:cubicBezTo>
                  <a:cubicBezTo>
                    <a:pt x="13" y="761"/>
                    <a:pt x="14" y="748"/>
                    <a:pt x="15" y="736"/>
                  </a:cubicBezTo>
                  <a:cubicBezTo>
                    <a:pt x="15" y="730"/>
                    <a:pt x="16" y="724"/>
                    <a:pt x="16" y="718"/>
                  </a:cubicBezTo>
                  <a:cubicBezTo>
                    <a:pt x="17" y="697"/>
                    <a:pt x="17" y="697"/>
                    <a:pt x="17" y="697"/>
                  </a:cubicBezTo>
                  <a:cubicBezTo>
                    <a:pt x="16" y="695"/>
                    <a:pt x="14" y="694"/>
                    <a:pt x="14" y="692"/>
                  </a:cubicBezTo>
                  <a:cubicBezTo>
                    <a:pt x="8" y="681"/>
                    <a:pt x="8" y="681"/>
                    <a:pt x="8" y="681"/>
                  </a:cubicBezTo>
                  <a:cubicBezTo>
                    <a:pt x="12" y="664"/>
                    <a:pt x="17" y="640"/>
                    <a:pt x="22" y="623"/>
                  </a:cubicBezTo>
                  <a:cubicBezTo>
                    <a:pt x="22" y="613"/>
                    <a:pt x="22" y="613"/>
                    <a:pt x="22" y="613"/>
                  </a:cubicBezTo>
                  <a:cubicBezTo>
                    <a:pt x="11" y="656"/>
                    <a:pt x="11" y="656"/>
                    <a:pt x="6" y="691"/>
                  </a:cubicBezTo>
                  <a:cubicBezTo>
                    <a:pt x="7" y="685"/>
                    <a:pt x="8" y="678"/>
                    <a:pt x="9" y="672"/>
                  </a:cubicBezTo>
                  <a:cubicBezTo>
                    <a:pt x="12" y="652"/>
                    <a:pt x="12" y="652"/>
                    <a:pt x="22" y="613"/>
                  </a:cubicBezTo>
                  <a:cubicBezTo>
                    <a:pt x="21" y="611"/>
                    <a:pt x="20" y="609"/>
                    <a:pt x="19" y="606"/>
                  </a:cubicBezTo>
                  <a:cubicBezTo>
                    <a:pt x="10" y="636"/>
                    <a:pt x="10" y="636"/>
                    <a:pt x="10" y="636"/>
                  </a:cubicBezTo>
                  <a:cubicBezTo>
                    <a:pt x="9" y="633"/>
                    <a:pt x="8" y="630"/>
                    <a:pt x="7" y="627"/>
                  </a:cubicBezTo>
                  <a:cubicBezTo>
                    <a:pt x="7" y="625"/>
                    <a:pt x="7" y="624"/>
                    <a:pt x="7" y="622"/>
                  </a:cubicBezTo>
                  <a:cubicBezTo>
                    <a:pt x="16" y="567"/>
                    <a:pt x="16" y="567"/>
                    <a:pt x="16" y="567"/>
                  </a:cubicBezTo>
                  <a:cubicBezTo>
                    <a:pt x="19" y="555"/>
                    <a:pt x="22" y="543"/>
                    <a:pt x="25" y="532"/>
                  </a:cubicBezTo>
                  <a:cubicBezTo>
                    <a:pt x="39" y="490"/>
                    <a:pt x="39" y="490"/>
                    <a:pt x="39" y="490"/>
                  </a:cubicBezTo>
                  <a:cubicBezTo>
                    <a:pt x="49" y="474"/>
                    <a:pt x="49" y="474"/>
                    <a:pt x="49" y="474"/>
                  </a:cubicBezTo>
                  <a:cubicBezTo>
                    <a:pt x="50" y="477"/>
                    <a:pt x="50" y="480"/>
                    <a:pt x="51" y="482"/>
                  </a:cubicBezTo>
                  <a:cubicBezTo>
                    <a:pt x="55" y="476"/>
                    <a:pt x="55" y="476"/>
                    <a:pt x="55" y="476"/>
                  </a:cubicBezTo>
                  <a:cubicBezTo>
                    <a:pt x="55" y="478"/>
                    <a:pt x="55" y="479"/>
                    <a:pt x="56" y="480"/>
                  </a:cubicBezTo>
                  <a:cubicBezTo>
                    <a:pt x="56" y="481"/>
                    <a:pt x="56" y="482"/>
                    <a:pt x="57" y="482"/>
                  </a:cubicBezTo>
                  <a:cubicBezTo>
                    <a:pt x="58" y="490"/>
                    <a:pt x="60" y="500"/>
                    <a:pt x="62" y="507"/>
                  </a:cubicBezTo>
                  <a:cubicBezTo>
                    <a:pt x="51" y="557"/>
                    <a:pt x="51" y="557"/>
                    <a:pt x="51" y="557"/>
                  </a:cubicBezTo>
                  <a:cubicBezTo>
                    <a:pt x="50" y="563"/>
                    <a:pt x="48" y="569"/>
                    <a:pt x="46" y="575"/>
                  </a:cubicBezTo>
                  <a:cubicBezTo>
                    <a:pt x="47" y="576"/>
                    <a:pt x="48" y="578"/>
                    <a:pt x="50" y="579"/>
                  </a:cubicBezTo>
                  <a:cubicBezTo>
                    <a:pt x="76" y="488"/>
                    <a:pt x="76" y="488"/>
                    <a:pt x="111" y="463"/>
                  </a:cubicBezTo>
                  <a:cubicBezTo>
                    <a:pt x="114" y="456"/>
                    <a:pt x="118" y="448"/>
                    <a:pt x="122" y="441"/>
                  </a:cubicBezTo>
                  <a:cubicBezTo>
                    <a:pt x="121" y="440"/>
                    <a:pt x="120" y="439"/>
                    <a:pt x="118" y="438"/>
                  </a:cubicBezTo>
                  <a:cubicBezTo>
                    <a:pt x="115" y="443"/>
                    <a:pt x="115" y="443"/>
                    <a:pt x="115" y="443"/>
                  </a:cubicBezTo>
                  <a:cubicBezTo>
                    <a:pt x="118" y="438"/>
                    <a:pt x="118" y="438"/>
                    <a:pt x="118" y="438"/>
                  </a:cubicBezTo>
                  <a:cubicBezTo>
                    <a:pt x="88" y="409"/>
                    <a:pt x="83" y="379"/>
                    <a:pt x="99" y="351"/>
                  </a:cubicBezTo>
                  <a:cubicBezTo>
                    <a:pt x="97" y="353"/>
                    <a:pt x="97" y="353"/>
                    <a:pt x="97" y="353"/>
                  </a:cubicBezTo>
                  <a:cubicBezTo>
                    <a:pt x="61" y="426"/>
                    <a:pt x="58" y="430"/>
                    <a:pt x="42" y="475"/>
                  </a:cubicBezTo>
                  <a:cubicBezTo>
                    <a:pt x="17" y="555"/>
                    <a:pt x="16" y="558"/>
                    <a:pt x="8" y="605"/>
                  </a:cubicBezTo>
                  <a:cubicBezTo>
                    <a:pt x="3" y="636"/>
                    <a:pt x="3" y="636"/>
                    <a:pt x="3" y="636"/>
                  </a:cubicBezTo>
                  <a:cubicBezTo>
                    <a:pt x="0" y="665"/>
                    <a:pt x="0" y="665"/>
                    <a:pt x="0" y="665"/>
                  </a:cubicBezTo>
                  <a:cubicBezTo>
                    <a:pt x="2" y="665"/>
                    <a:pt x="2" y="665"/>
                    <a:pt x="2" y="665"/>
                  </a:cubicBezTo>
                  <a:cubicBezTo>
                    <a:pt x="2" y="680"/>
                    <a:pt x="2" y="701"/>
                    <a:pt x="3" y="716"/>
                  </a:cubicBezTo>
                  <a:cubicBezTo>
                    <a:pt x="4" y="718"/>
                    <a:pt x="4" y="719"/>
                    <a:pt x="5" y="721"/>
                  </a:cubicBezTo>
                  <a:cubicBezTo>
                    <a:pt x="6" y="729"/>
                    <a:pt x="6" y="729"/>
                    <a:pt x="6" y="729"/>
                  </a:cubicBezTo>
                  <a:cubicBezTo>
                    <a:pt x="7" y="743"/>
                    <a:pt x="7" y="743"/>
                    <a:pt x="11" y="752"/>
                  </a:cubicBezTo>
                  <a:cubicBezTo>
                    <a:pt x="10" y="750"/>
                    <a:pt x="9" y="748"/>
                    <a:pt x="9" y="747"/>
                  </a:cubicBezTo>
                  <a:cubicBezTo>
                    <a:pt x="7" y="742"/>
                    <a:pt x="7" y="742"/>
                    <a:pt x="5" y="721"/>
                  </a:cubicBezTo>
                  <a:cubicBezTo>
                    <a:pt x="4" y="719"/>
                    <a:pt x="4" y="718"/>
                    <a:pt x="3" y="716"/>
                  </a:cubicBezTo>
                  <a:cubicBezTo>
                    <a:pt x="6" y="765"/>
                    <a:pt x="6" y="765"/>
                    <a:pt x="7" y="784"/>
                  </a:cubicBezTo>
                  <a:cubicBezTo>
                    <a:pt x="8" y="785"/>
                    <a:pt x="9" y="786"/>
                    <a:pt x="10" y="788"/>
                  </a:cubicBezTo>
                  <a:cubicBezTo>
                    <a:pt x="9" y="775"/>
                    <a:pt x="9" y="775"/>
                    <a:pt x="9" y="775"/>
                  </a:cubicBezTo>
                  <a:cubicBezTo>
                    <a:pt x="10" y="788"/>
                    <a:pt x="10" y="788"/>
                    <a:pt x="10" y="788"/>
                  </a:cubicBezTo>
                  <a:cubicBezTo>
                    <a:pt x="10" y="789"/>
                    <a:pt x="11" y="789"/>
                    <a:pt x="11" y="790"/>
                  </a:cubicBezTo>
                  <a:cubicBezTo>
                    <a:pt x="13" y="804"/>
                    <a:pt x="13" y="804"/>
                    <a:pt x="13" y="804"/>
                  </a:cubicBezTo>
                  <a:cubicBezTo>
                    <a:pt x="14" y="796"/>
                    <a:pt x="14" y="796"/>
                    <a:pt x="14" y="796"/>
                  </a:cubicBezTo>
                  <a:cubicBezTo>
                    <a:pt x="13" y="804"/>
                    <a:pt x="13" y="804"/>
                    <a:pt x="13" y="804"/>
                  </a:cubicBezTo>
                  <a:cubicBezTo>
                    <a:pt x="11" y="790"/>
                    <a:pt x="11" y="790"/>
                    <a:pt x="11" y="790"/>
                  </a:cubicBezTo>
                  <a:cubicBezTo>
                    <a:pt x="13" y="811"/>
                    <a:pt x="13" y="811"/>
                    <a:pt x="13" y="811"/>
                  </a:cubicBezTo>
                  <a:cubicBezTo>
                    <a:pt x="15" y="814"/>
                    <a:pt x="17" y="816"/>
                    <a:pt x="18" y="818"/>
                  </a:cubicBezTo>
                  <a:cubicBezTo>
                    <a:pt x="23" y="832"/>
                    <a:pt x="23" y="832"/>
                    <a:pt x="23" y="832"/>
                  </a:cubicBezTo>
                  <a:cubicBezTo>
                    <a:pt x="22" y="812"/>
                    <a:pt x="22" y="812"/>
                    <a:pt x="22" y="812"/>
                  </a:cubicBezTo>
                  <a:cubicBezTo>
                    <a:pt x="29" y="829"/>
                    <a:pt x="29" y="829"/>
                    <a:pt x="29" y="829"/>
                  </a:cubicBezTo>
                  <a:cubicBezTo>
                    <a:pt x="31" y="846"/>
                    <a:pt x="32" y="861"/>
                    <a:pt x="34" y="878"/>
                  </a:cubicBezTo>
                  <a:cubicBezTo>
                    <a:pt x="34" y="881"/>
                    <a:pt x="35" y="884"/>
                    <a:pt x="35" y="887"/>
                  </a:cubicBezTo>
                  <a:cubicBezTo>
                    <a:pt x="37" y="910"/>
                    <a:pt x="33" y="933"/>
                    <a:pt x="37" y="957"/>
                  </a:cubicBezTo>
                  <a:cubicBezTo>
                    <a:pt x="38" y="958"/>
                    <a:pt x="39" y="960"/>
                    <a:pt x="41" y="961"/>
                  </a:cubicBezTo>
                  <a:cubicBezTo>
                    <a:pt x="39" y="960"/>
                    <a:pt x="38" y="958"/>
                    <a:pt x="37" y="957"/>
                  </a:cubicBezTo>
                  <a:cubicBezTo>
                    <a:pt x="43" y="976"/>
                    <a:pt x="43" y="976"/>
                    <a:pt x="43" y="976"/>
                  </a:cubicBezTo>
                  <a:cubicBezTo>
                    <a:pt x="39" y="994"/>
                    <a:pt x="56" y="1026"/>
                    <a:pt x="67" y="1048"/>
                  </a:cubicBezTo>
                  <a:cubicBezTo>
                    <a:pt x="66" y="1047"/>
                    <a:pt x="66" y="1046"/>
                    <a:pt x="65" y="1044"/>
                  </a:cubicBezTo>
                  <a:cubicBezTo>
                    <a:pt x="60" y="1031"/>
                    <a:pt x="55" y="1021"/>
                    <a:pt x="48" y="1002"/>
                  </a:cubicBezTo>
                  <a:cubicBezTo>
                    <a:pt x="56" y="1024"/>
                    <a:pt x="62" y="1037"/>
                    <a:pt x="67" y="1048"/>
                  </a:cubicBezTo>
                  <a:cubicBezTo>
                    <a:pt x="80" y="1061"/>
                    <a:pt x="96" y="1074"/>
                    <a:pt x="118" y="1085"/>
                  </a:cubicBezTo>
                  <a:cubicBezTo>
                    <a:pt x="130" y="1092"/>
                    <a:pt x="143" y="1099"/>
                    <a:pt x="156" y="1105"/>
                  </a:cubicBezTo>
                  <a:moveTo>
                    <a:pt x="1605" y="476"/>
                  </a:moveTo>
                  <a:cubicBezTo>
                    <a:pt x="1603" y="470"/>
                    <a:pt x="1601" y="465"/>
                    <a:pt x="1599" y="459"/>
                  </a:cubicBezTo>
                  <a:cubicBezTo>
                    <a:pt x="1589" y="436"/>
                    <a:pt x="1589" y="436"/>
                    <a:pt x="1589" y="436"/>
                  </a:cubicBezTo>
                  <a:cubicBezTo>
                    <a:pt x="1591" y="445"/>
                    <a:pt x="1591" y="445"/>
                    <a:pt x="1591" y="445"/>
                  </a:cubicBezTo>
                  <a:cubicBezTo>
                    <a:pt x="1589" y="436"/>
                    <a:pt x="1589" y="436"/>
                    <a:pt x="1589" y="436"/>
                  </a:cubicBezTo>
                  <a:cubicBezTo>
                    <a:pt x="1573" y="407"/>
                    <a:pt x="1573" y="407"/>
                    <a:pt x="1573" y="407"/>
                  </a:cubicBezTo>
                  <a:cubicBezTo>
                    <a:pt x="1565" y="388"/>
                    <a:pt x="1565" y="388"/>
                    <a:pt x="1565" y="388"/>
                  </a:cubicBezTo>
                  <a:cubicBezTo>
                    <a:pt x="1558" y="374"/>
                    <a:pt x="1558" y="374"/>
                    <a:pt x="1558" y="374"/>
                  </a:cubicBezTo>
                  <a:cubicBezTo>
                    <a:pt x="1569" y="435"/>
                    <a:pt x="1483" y="494"/>
                    <a:pt x="1319" y="535"/>
                  </a:cubicBezTo>
                  <a:cubicBezTo>
                    <a:pt x="1336" y="587"/>
                    <a:pt x="1351" y="640"/>
                    <a:pt x="1361" y="694"/>
                  </a:cubicBezTo>
                  <a:cubicBezTo>
                    <a:pt x="1382" y="688"/>
                    <a:pt x="1402" y="683"/>
                    <a:pt x="1420" y="677"/>
                  </a:cubicBezTo>
                  <a:cubicBezTo>
                    <a:pt x="1422" y="683"/>
                    <a:pt x="1423" y="689"/>
                    <a:pt x="1424" y="695"/>
                  </a:cubicBezTo>
                  <a:cubicBezTo>
                    <a:pt x="1433" y="693"/>
                    <a:pt x="1433" y="693"/>
                    <a:pt x="1433" y="693"/>
                  </a:cubicBezTo>
                  <a:cubicBezTo>
                    <a:pt x="1462" y="732"/>
                    <a:pt x="1462" y="732"/>
                    <a:pt x="1462" y="732"/>
                  </a:cubicBezTo>
                  <a:cubicBezTo>
                    <a:pt x="1466" y="720"/>
                    <a:pt x="1466" y="720"/>
                    <a:pt x="1466" y="720"/>
                  </a:cubicBezTo>
                  <a:cubicBezTo>
                    <a:pt x="1473" y="708"/>
                    <a:pt x="1473" y="708"/>
                    <a:pt x="1473" y="708"/>
                  </a:cubicBezTo>
                  <a:cubicBezTo>
                    <a:pt x="1478" y="729"/>
                    <a:pt x="1480" y="751"/>
                    <a:pt x="1483" y="773"/>
                  </a:cubicBezTo>
                  <a:cubicBezTo>
                    <a:pt x="1497" y="826"/>
                    <a:pt x="1497" y="826"/>
                    <a:pt x="1497" y="826"/>
                  </a:cubicBezTo>
                  <a:cubicBezTo>
                    <a:pt x="1507" y="850"/>
                    <a:pt x="1507" y="850"/>
                    <a:pt x="1507" y="850"/>
                  </a:cubicBezTo>
                  <a:cubicBezTo>
                    <a:pt x="1514" y="899"/>
                    <a:pt x="1514" y="899"/>
                    <a:pt x="1514" y="899"/>
                  </a:cubicBezTo>
                  <a:cubicBezTo>
                    <a:pt x="1533" y="848"/>
                    <a:pt x="1533" y="848"/>
                    <a:pt x="1533" y="848"/>
                  </a:cubicBezTo>
                  <a:cubicBezTo>
                    <a:pt x="1531" y="784"/>
                    <a:pt x="1531" y="784"/>
                    <a:pt x="1531" y="784"/>
                  </a:cubicBezTo>
                  <a:cubicBezTo>
                    <a:pt x="1549" y="734"/>
                    <a:pt x="1549" y="734"/>
                    <a:pt x="1549" y="734"/>
                  </a:cubicBezTo>
                  <a:cubicBezTo>
                    <a:pt x="1551" y="715"/>
                    <a:pt x="1559" y="672"/>
                    <a:pt x="1560" y="667"/>
                  </a:cubicBezTo>
                  <a:cubicBezTo>
                    <a:pt x="1563" y="665"/>
                    <a:pt x="1566" y="663"/>
                    <a:pt x="1569" y="661"/>
                  </a:cubicBezTo>
                  <a:cubicBezTo>
                    <a:pt x="1573" y="650"/>
                    <a:pt x="1573" y="650"/>
                    <a:pt x="1573" y="650"/>
                  </a:cubicBezTo>
                  <a:cubicBezTo>
                    <a:pt x="1593" y="685"/>
                    <a:pt x="1593" y="685"/>
                    <a:pt x="1593" y="685"/>
                  </a:cubicBezTo>
                  <a:cubicBezTo>
                    <a:pt x="1587" y="668"/>
                    <a:pt x="1579" y="645"/>
                    <a:pt x="1572" y="629"/>
                  </a:cubicBezTo>
                  <a:cubicBezTo>
                    <a:pt x="1565" y="643"/>
                    <a:pt x="1565" y="643"/>
                    <a:pt x="1565" y="643"/>
                  </a:cubicBezTo>
                  <a:cubicBezTo>
                    <a:pt x="1572" y="629"/>
                    <a:pt x="1572" y="629"/>
                    <a:pt x="1572" y="629"/>
                  </a:cubicBezTo>
                  <a:cubicBezTo>
                    <a:pt x="1578" y="645"/>
                    <a:pt x="1588" y="668"/>
                    <a:pt x="1593" y="685"/>
                  </a:cubicBezTo>
                  <a:cubicBezTo>
                    <a:pt x="1607" y="725"/>
                    <a:pt x="1607" y="725"/>
                    <a:pt x="1607" y="725"/>
                  </a:cubicBezTo>
                  <a:cubicBezTo>
                    <a:pt x="1609" y="711"/>
                    <a:pt x="1609" y="711"/>
                    <a:pt x="1609" y="711"/>
                  </a:cubicBezTo>
                  <a:cubicBezTo>
                    <a:pt x="1616" y="738"/>
                    <a:pt x="1616" y="738"/>
                    <a:pt x="1616" y="738"/>
                  </a:cubicBezTo>
                  <a:cubicBezTo>
                    <a:pt x="1616" y="741"/>
                    <a:pt x="1617" y="744"/>
                    <a:pt x="1617" y="747"/>
                  </a:cubicBezTo>
                  <a:cubicBezTo>
                    <a:pt x="1620" y="754"/>
                    <a:pt x="1620" y="754"/>
                    <a:pt x="1620" y="754"/>
                  </a:cubicBezTo>
                  <a:cubicBezTo>
                    <a:pt x="1620" y="760"/>
                    <a:pt x="1621" y="767"/>
                    <a:pt x="1621" y="773"/>
                  </a:cubicBezTo>
                  <a:cubicBezTo>
                    <a:pt x="1623" y="738"/>
                    <a:pt x="1623" y="738"/>
                    <a:pt x="1623" y="738"/>
                  </a:cubicBezTo>
                  <a:cubicBezTo>
                    <a:pt x="1628" y="751"/>
                    <a:pt x="1634" y="768"/>
                    <a:pt x="1638" y="782"/>
                  </a:cubicBezTo>
                  <a:cubicBezTo>
                    <a:pt x="1644" y="762"/>
                    <a:pt x="1644" y="762"/>
                    <a:pt x="1644" y="762"/>
                  </a:cubicBezTo>
                  <a:cubicBezTo>
                    <a:pt x="1645" y="741"/>
                    <a:pt x="1645" y="741"/>
                    <a:pt x="1645" y="741"/>
                  </a:cubicBezTo>
                  <a:cubicBezTo>
                    <a:pt x="1644" y="762"/>
                    <a:pt x="1644" y="762"/>
                    <a:pt x="1644" y="762"/>
                  </a:cubicBezTo>
                  <a:cubicBezTo>
                    <a:pt x="1646" y="748"/>
                    <a:pt x="1646" y="748"/>
                    <a:pt x="1646" y="748"/>
                  </a:cubicBezTo>
                  <a:cubicBezTo>
                    <a:pt x="1646" y="742"/>
                    <a:pt x="1645" y="735"/>
                    <a:pt x="1645" y="729"/>
                  </a:cubicBezTo>
                  <a:cubicBezTo>
                    <a:pt x="1644" y="717"/>
                    <a:pt x="1644" y="711"/>
                    <a:pt x="1643" y="704"/>
                  </a:cubicBezTo>
                  <a:cubicBezTo>
                    <a:pt x="1642" y="700"/>
                    <a:pt x="1642" y="697"/>
                    <a:pt x="1641" y="694"/>
                  </a:cubicBezTo>
                  <a:cubicBezTo>
                    <a:pt x="1640" y="690"/>
                    <a:pt x="1640" y="690"/>
                    <a:pt x="1640" y="690"/>
                  </a:cubicBezTo>
                  <a:cubicBezTo>
                    <a:pt x="1627" y="643"/>
                    <a:pt x="1627" y="643"/>
                    <a:pt x="1627" y="613"/>
                  </a:cubicBezTo>
                  <a:cubicBezTo>
                    <a:pt x="1628" y="615"/>
                    <a:pt x="1630" y="618"/>
                    <a:pt x="1631" y="620"/>
                  </a:cubicBezTo>
                  <a:cubicBezTo>
                    <a:pt x="1630" y="608"/>
                    <a:pt x="1630" y="608"/>
                    <a:pt x="1630" y="608"/>
                  </a:cubicBezTo>
                  <a:cubicBezTo>
                    <a:pt x="1624" y="603"/>
                    <a:pt x="1624" y="603"/>
                    <a:pt x="1624" y="603"/>
                  </a:cubicBezTo>
                  <a:cubicBezTo>
                    <a:pt x="1625" y="609"/>
                    <a:pt x="1625" y="609"/>
                    <a:pt x="1625" y="609"/>
                  </a:cubicBezTo>
                  <a:cubicBezTo>
                    <a:pt x="1625" y="635"/>
                    <a:pt x="1626" y="639"/>
                    <a:pt x="1629" y="659"/>
                  </a:cubicBezTo>
                  <a:cubicBezTo>
                    <a:pt x="1628" y="656"/>
                    <a:pt x="1628" y="653"/>
                    <a:pt x="1627" y="650"/>
                  </a:cubicBezTo>
                  <a:cubicBezTo>
                    <a:pt x="1626" y="638"/>
                    <a:pt x="1626" y="638"/>
                    <a:pt x="1624" y="603"/>
                  </a:cubicBezTo>
                  <a:cubicBezTo>
                    <a:pt x="1626" y="604"/>
                    <a:pt x="1628" y="607"/>
                    <a:pt x="1630" y="608"/>
                  </a:cubicBezTo>
                  <a:cubicBezTo>
                    <a:pt x="1630" y="606"/>
                    <a:pt x="1630" y="605"/>
                    <a:pt x="1631" y="603"/>
                  </a:cubicBezTo>
                  <a:cubicBezTo>
                    <a:pt x="1629" y="579"/>
                    <a:pt x="1629" y="579"/>
                    <a:pt x="1629" y="579"/>
                  </a:cubicBezTo>
                  <a:cubicBezTo>
                    <a:pt x="1630" y="576"/>
                    <a:pt x="1630" y="573"/>
                    <a:pt x="1630" y="571"/>
                  </a:cubicBezTo>
                  <a:cubicBezTo>
                    <a:pt x="1624" y="542"/>
                    <a:pt x="1614" y="506"/>
                    <a:pt x="1606" y="478"/>
                  </a:cubicBezTo>
                  <a:cubicBezTo>
                    <a:pt x="1614" y="506"/>
                    <a:pt x="1624" y="542"/>
                    <a:pt x="1630" y="571"/>
                  </a:cubicBezTo>
                  <a:cubicBezTo>
                    <a:pt x="1623" y="542"/>
                    <a:pt x="1615" y="504"/>
                    <a:pt x="1605" y="476"/>
                  </a:cubicBezTo>
                  <a:moveTo>
                    <a:pt x="1565" y="388"/>
                  </a:moveTo>
                  <a:cubicBezTo>
                    <a:pt x="1557" y="371"/>
                    <a:pt x="1557" y="371"/>
                    <a:pt x="1557" y="371"/>
                  </a:cubicBezTo>
                  <a:cubicBezTo>
                    <a:pt x="1557" y="372"/>
                    <a:pt x="1558" y="373"/>
                    <a:pt x="1558" y="374"/>
                  </a:cubicBezTo>
                  <a:cubicBezTo>
                    <a:pt x="1565" y="388"/>
                    <a:pt x="1565" y="388"/>
                    <a:pt x="1565" y="388"/>
                  </a:cubicBezTo>
                  <a:moveTo>
                    <a:pt x="1552" y="356"/>
                  </a:moveTo>
                  <a:cubicBezTo>
                    <a:pt x="1550" y="353"/>
                    <a:pt x="1550" y="353"/>
                    <a:pt x="1550" y="353"/>
                  </a:cubicBezTo>
                  <a:cubicBezTo>
                    <a:pt x="1551" y="355"/>
                    <a:pt x="1552" y="356"/>
                    <a:pt x="1553" y="357"/>
                  </a:cubicBezTo>
                  <a:cubicBezTo>
                    <a:pt x="1553" y="359"/>
                    <a:pt x="1554" y="361"/>
                    <a:pt x="1555" y="363"/>
                  </a:cubicBezTo>
                  <a:cubicBezTo>
                    <a:pt x="1560" y="370"/>
                    <a:pt x="1564" y="378"/>
                    <a:pt x="1568" y="386"/>
                  </a:cubicBezTo>
                  <a:cubicBezTo>
                    <a:pt x="1567" y="385"/>
                    <a:pt x="1567" y="385"/>
                    <a:pt x="1567" y="384"/>
                  </a:cubicBezTo>
                  <a:cubicBezTo>
                    <a:pt x="1552" y="356"/>
                    <a:pt x="1552" y="356"/>
                    <a:pt x="1552" y="356"/>
                  </a:cubicBezTo>
                  <a:moveTo>
                    <a:pt x="631" y="580"/>
                  </a:moveTo>
                  <a:cubicBezTo>
                    <a:pt x="637" y="580"/>
                    <a:pt x="642" y="581"/>
                    <a:pt x="647" y="581"/>
                  </a:cubicBezTo>
                  <a:cubicBezTo>
                    <a:pt x="642" y="576"/>
                    <a:pt x="642" y="576"/>
                    <a:pt x="642" y="576"/>
                  </a:cubicBezTo>
                  <a:cubicBezTo>
                    <a:pt x="628" y="576"/>
                    <a:pt x="628" y="576"/>
                    <a:pt x="628" y="576"/>
                  </a:cubicBezTo>
                  <a:cubicBezTo>
                    <a:pt x="631" y="580"/>
                    <a:pt x="631" y="580"/>
                    <a:pt x="631" y="580"/>
                  </a:cubicBezTo>
                  <a:moveTo>
                    <a:pt x="880" y="584"/>
                  </a:moveTo>
                  <a:cubicBezTo>
                    <a:pt x="880" y="580"/>
                    <a:pt x="875" y="577"/>
                    <a:pt x="873" y="575"/>
                  </a:cubicBezTo>
                  <a:cubicBezTo>
                    <a:pt x="865" y="575"/>
                    <a:pt x="858" y="575"/>
                    <a:pt x="851" y="575"/>
                  </a:cubicBezTo>
                  <a:cubicBezTo>
                    <a:pt x="851" y="575"/>
                    <a:pt x="855" y="580"/>
                    <a:pt x="861" y="588"/>
                  </a:cubicBezTo>
                  <a:cubicBezTo>
                    <a:pt x="867" y="588"/>
                    <a:pt x="874" y="587"/>
                    <a:pt x="880" y="587"/>
                  </a:cubicBezTo>
                  <a:cubicBezTo>
                    <a:pt x="880" y="586"/>
                    <a:pt x="880" y="585"/>
                    <a:pt x="880" y="584"/>
                  </a:cubicBezTo>
                  <a:moveTo>
                    <a:pt x="880" y="583"/>
                  </a:moveTo>
                  <a:cubicBezTo>
                    <a:pt x="894" y="574"/>
                    <a:pt x="894" y="574"/>
                    <a:pt x="894" y="574"/>
                  </a:cubicBezTo>
                  <a:cubicBezTo>
                    <a:pt x="879" y="557"/>
                    <a:pt x="879" y="557"/>
                    <a:pt x="879" y="557"/>
                  </a:cubicBezTo>
                  <a:cubicBezTo>
                    <a:pt x="873" y="575"/>
                    <a:pt x="873" y="575"/>
                    <a:pt x="873" y="575"/>
                  </a:cubicBezTo>
                  <a:cubicBezTo>
                    <a:pt x="880" y="583"/>
                    <a:pt x="880" y="583"/>
                    <a:pt x="880" y="583"/>
                  </a:cubicBezTo>
                  <a:moveTo>
                    <a:pt x="816" y="566"/>
                  </a:moveTo>
                  <a:cubicBezTo>
                    <a:pt x="816" y="557"/>
                    <a:pt x="816" y="548"/>
                    <a:pt x="816" y="539"/>
                  </a:cubicBezTo>
                  <a:cubicBezTo>
                    <a:pt x="814" y="539"/>
                    <a:pt x="811" y="539"/>
                    <a:pt x="810" y="539"/>
                  </a:cubicBezTo>
                  <a:cubicBezTo>
                    <a:pt x="809" y="548"/>
                    <a:pt x="809" y="557"/>
                    <a:pt x="809" y="566"/>
                  </a:cubicBezTo>
                  <a:cubicBezTo>
                    <a:pt x="811" y="566"/>
                    <a:pt x="814" y="566"/>
                    <a:pt x="816" y="566"/>
                  </a:cubicBezTo>
                  <a:moveTo>
                    <a:pt x="954" y="545"/>
                  </a:moveTo>
                  <a:cubicBezTo>
                    <a:pt x="968" y="535"/>
                    <a:pt x="968" y="535"/>
                    <a:pt x="968" y="535"/>
                  </a:cubicBezTo>
                  <a:cubicBezTo>
                    <a:pt x="961" y="536"/>
                    <a:pt x="954" y="536"/>
                    <a:pt x="947" y="537"/>
                  </a:cubicBezTo>
                  <a:cubicBezTo>
                    <a:pt x="948" y="566"/>
                    <a:pt x="948" y="566"/>
                    <a:pt x="948" y="566"/>
                  </a:cubicBezTo>
                  <a:cubicBezTo>
                    <a:pt x="920" y="547"/>
                    <a:pt x="920" y="547"/>
                    <a:pt x="920" y="547"/>
                  </a:cubicBezTo>
                  <a:cubicBezTo>
                    <a:pt x="946" y="585"/>
                    <a:pt x="946" y="585"/>
                    <a:pt x="946" y="585"/>
                  </a:cubicBezTo>
                  <a:cubicBezTo>
                    <a:pt x="949" y="585"/>
                    <a:pt x="952" y="585"/>
                    <a:pt x="956" y="584"/>
                  </a:cubicBezTo>
                  <a:cubicBezTo>
                    <a:pt x="965" y="581"/>
                    <a:pt x="965" y="581"/>
                    <a:pt x="965" y="581"/>
                  </a:cubicBezTo>
                  <a:cubicBezTo>
                    <a:pt x="954" y="545"/>
                    <a:pt x="954" y="545"/>
                    <a:pt x="954" y="545"/>
                  </a:cubicBezTo>
                  <a:moveTo>
                    <a:pt x="912" y="557"/>
                  </a:moveTo>
                  <a:cubicBezTo>
                    <a:pt x="912" y="556"/>
                    <a:pt x="913" y="556"/>
                    <a:pt x="914" y="556"/>
                  </a:cubicBezTo>
                  <a:cubicBezTo>
                    <a:pt x="909" y="550"/>
                    <a:pt x="903" y="543"/>
                    <a:pt x="899" y="538"/>
                  </a:cubicBezTo>
                  <a:cubicBezTo>
                    <a:pt x="897" y="538"/>
                    <a:pt x="894" y="538"/>
                    <a:pt x="892" y="538"/>
                  </a:cubicBezTo>
                  <a:cubicBezTo>
                    <a:pt x="885" y="548"/>
                    <a:pt x="885" y="548"/>
                    <a:pt x="885" y="548"/>
                  </a:cubicBezTo>
                  <a:cubicBezTo>
                    <a:pt x="871" y="539"/>
                    <a:pt x="871" y="539"/>
                    <a:pt x="871" y="539"/>
                  </a:cubicBezTo>
                  <a:cubicBezTo>
                    <a:pt x="850" y="530"/>
                    <a:pt x="850" y="530"/>
                    <a:pt x="850" y="530"/>
                  </a:cubicBezTo>
                  <a:cubicBezTo>
                    <a:pt x="872" y="548"/>
                    <a:pt x="872" y="548"/>
                    <a:pt x="872" y="548"/>
                  </a:cubicBezTo>
                  <a:cubicBezTo>
                    <a:pt x="879" y="557"/>
                    <a:pt x="879" y="557"/>
                    <a:pt x="879" y="557"/>
                  </a:cubicBezTo>
                  <a:cubicBezTo>
                    <a:pt x="894" y="574"/>
                    <a:pt x="894" y="574"/>
                    <a:pt x="894" y="574"/>
                  </a:cubicBezTo>
                  <a:cubicBezTo>
                    <a:pt x="892" y="556"/>
                    <a:pt x="892" y="556"/>
                    <a:pt x="892" y="556"/>
                  </a:cubicBezTo>
                  <a:cubicBezTo>
                    <a:pt x="894" y="574"/>
                    <a:pt x="894" y="574"/>
                    <a:pt x="894" y="574"/>
                  </a:cubicBezTo>
                  <a:cubicBezTo>
                    <a:pt x="898" y="568"/>
                    <a:pt x="900" y="564"/>
                    <a:pt x="902" y="560"/>
                  </a:cubicBezTo>
                  <a:cubicBezTo>
                    <a:pt x="898" y="561"/>
                    <a:pt x="900" y="559"/>
                    <a:pt x="900" y="559"/>
                  </a:cubicBezTo>
                  <a:cubicBezTo>
                    <a:pt x="901" y="557"/>
                    <a:pt x="902" y="557"/>
                    <a:pt x="903" y="557"/>
                  </a:cubicBezTo>
                  <a:cubicBezTo>
                    <a:pt x="903" y="557"/>
                    <a:pt x="903" y="558"/>
                    <a:pt x="902" y="560"/>
                  </a:cubicBezTo>
                  <a:cubicBezTo>
                    <a:pt x="903" y="560"/>
                    <a:pt x="905" y="560"/>
                    <a:pt x="912" y="557"/>
                  </a:cubicBezTo>
                  <a:moveTo>
                    <a:pt x="910" y="522"/>
                  </a:moveTo>
                  <a:cubicBezTo>
                    <a:pt x="919" y="529"/>
                    <a:pt x="919" y="529"/>
                    <a:pt x="919" y="529"/>
                  </a:cubicBezTo>
                  <a:cubicBezTo>
                    <a:pt x="912" y="519"/>
                    <a:pt x="912" y="519"/>
                    <a:pt x="912" y="519"/>
                  </a:cubicBezTo>
                  <a:cubicBezTo>
                    <a:pt x="904" y="511"/>
                    <a:pt x="904" y="511"/>
                    <a:pt x="904" y="511"/>
                  </a:cubicBezTo>
                  <a:cubicBezTo>
                    <a:pt x="910" y="522"/>
                    <a:pt x="910" y="522"/>
                    <a:pt x="910" y="522"/>
                  </a:cubicBezTo>
                  <a:moveTo>
                    <a:pt x="816" y="566"/>
                  </a:moveTo>
                  <a:cubicBezTo>
                    <a:pt x="816" y="557"/>
                    <a:pt x="816" y="548"/>
                    <a:pt x="816" y="539"/>
                  </a:cubicBezTo>
                  <a:cubicBezTo>
                    <a:pt x="816" y="548"/>
                    <a:pt x="816" y="557"/>
                    <a:pt x="816" y="566"/>
                  </a:cubicBezTo>
                  <a:moveTo>
                    <a:pt x="816" y="539"/>
                  </a:moveTo>
                  <a:cubicBezTo>
                    <a:pt x="823" y="522"/>
                    <a:pt x="823" y="522"/>
                    <a:pt x="823" y="522"/>
                  </a:cubicBezTo>
                  <a:cubicBezTo>
                    <a:pt x="810" y="512"/>
                    <a:pt x="810" y="512"/>
                    <a:pt x="810" y="512"/>
                  </a:cubicBezTo>
                  <a:cubicBezTo>
                    <a:pt x="804" y="523"/>
                    <a:pt x="804" y="523"/>
                    <a:pt x="804" y="523"/>
                  </a:cubicBezTo>
                  <a:cubicBezTo>
                    <a:pt x="810" y="539"/>
                    <a:pt x="810" y="539"/>
                    <a:pt x="810" y="539"/>
                  </a:cubicBezTo>
                  <a:cubicBezTo>
                    <a:pt x="811" y="539"/>
                    <a:pt x="814" y="539"/>
                    <a:pt x="816" y="539"/>
                  </a:cubicBezTo>
                  <a:moveTo>
                    <a:pt x="776" y="512"/>
                  </a:moveTo>
                  <a:cubicBezTo>
                    <a:pt x="776" y="509"/>
                    <a:pt x="777" y="506"/>
                    <a:pt x="777" y="503"/>
                  </a:cubicBezTo>
                  <a:cubicBezTo>
                    <a:pt x="770" y="503"/>
                    <a:pt x="763" y="503"/>
                    <a:pt x="757" y="503"/>
                  </a:cubicBezTo>
                  <a:cubicBezTo>
                    <a:pt x="747" y="528"/>
                    <a:pt x="747" y="528"/>
                    <a:pt x="747" y="528"/>
                  </a:cubicBezTo>
                  <a:cubicBezTo>
                    <a:pt x="733" y="530"/>
                    <a:pt x="726" y="533"/>
                    <a:pt x="720" y="540"/>
                  </a:cubicBezTo>
                  <a:cubicBezTo>
                    <a:pt x="716" y="544"/>
                    <a:pt x="713" y="552"/>
                    <a:pt x="710" y="559"/>
                  </a:cubicBezTo>
                  <a:cubicBezTo>
                    <a:pt x="706" y="571"/>
                    <a:pt x="703" y="576"/>
                    <a:pt x="699" y="584"/>
                  </a:cubicBezTo>
                  <a:cubicBezTo>
                    <a:pt x="700" y="584"/>
                    <a:pt x="701" y="584"/>
                    <a:pt x="703" y="584"/>
                  </a:cubicBezTo>
                  <a:cubicBezTo>
                    <a:pt x="724" y="547"/>
                    <a:pt x="724" y="547"/>
                    <a:pt x="725" y="546"/>
                  </a:cubicBezTo>
                  <a:cubicBezTo>
                    <a:pt x="730" y="539"/>
                    <a:pt x="734" y="535"/>
                    <a:pt x="739" y="537"/>
                  </a:cubicBezTo>
                  <a:cubicBezTo>
                    <a:pt x="747" y="540"/>
                    <a:pt x="748" y="540"/>
                    <a:pt x="756" y="511"/>
                  </a:cubicBezTo>
                  <a:cubicBezTo>
                    <a:pt x="763" y="512"/>
                    <a:pt x="769" y="512"/>
                    <a:pt x="776" y="512"/>
                  </a:cubicBezTo>
                  <a:moveTo>
                    <a:pt x="776" y="512"/>
                  </a:moveTo>
                  <a:cubicBezTo>
                    <a:pt x="790" y="504"/>
                    <a:pt x="790" y="504"/>
                    <a:pt x="790" y="504"/>
                  </a:cubicBezTo>
                  <a:cubicBezTo>
                    <a:pt x="785" y="504"/>
                    <a:pt x="781" y="503"/>
                    <a:pt x="777" y="503"/>
                  </a:cubicBezTo>
                  <a:cubicBezTo>
                    <a:pt x="777" y="506"/>
                    <a:pt x="776" y="509"/>
                    <a:pt x="776" y="512"/>
                  </a:cubicBezTo>
                  <a:moveTo>
                    <a:pt x="1010" y="497"/>
                  </a:moveTo>
                  <a:cubicBezTo>
                    <a:pt x="1009" y="491"/>
                    <a:pt x="1009" y="486"/>
                    <a:pt x="1008" y="480"/>
                  </a:cubicBezTo>
                  <a:cubicBezTo>
                    <a:pt x="998" y="507"/>
                    <a:pt x="998" y="507"/>
                    <a:pt x="998" y="507"/>
                  </a:cubicBezTo>
                  <a:cubicBezTo>
                    <a:pt x="1010" y="497"/>
                    <a:pt x="1010" y="497"/>
                    <a:pt x="1010" y="497"/>
                  </a:cubicBezTo>
                  <a:moveTo>
                    <a:pt x="856" y="478"/>
                  </a:moveTo>
                  <a:cubicBezTo>
                    <a:pt x="883" y="503"/>
                    <a:pt x="883" y="503"/>
                    <a:pt x="883" y="503"/>
                  </a:cubicBezTo>
                  <a:cubicBezTo>
                    <a:pt x="869" y="478"/>
                    <a:pt x="869" y="478"/>
                    <a:pt x="869" y="478"/>
                  </a:cubicBezTo>
                  <a:cubicBezTo>
                    <a:pt x="865" y="478"/>
                    <a:pt x="860" y="478"/>
                    <a:pt x="856" y="478"/>
                  </a:cubicBezTo>
                  <a:moveTo>
                    <a:pt x="1067" y="483"/>
                  </a:moveTo>
                  <a:cubicBezTo>
                    <a:pt x="1067" y="477"/>
                    <a:pt x="1065" y="472"/>
                    <a:pt x="1064" y="466"/>
                  </a:cubicBezTo>
                  <a:cubicBezTo>
                    <a:pt x="1062" y="466"/>
                    <a:pt x="1060" y="467"/>
                    <a:pt x="1057" y="467"/>
                  </a:cubicBezTo>
                  <a:cubicBezTo>
                    <a:pt x="1053" y="476"/>
                    <a:pt x="1053" y="476"/>
                    <a:pt x="1053" y="476"/>
                  </a:cubicBezTo>
                  <a:cubicBezTo>
                    <a:pt x="1067" y="483"/>
                    <a:pt x="1067" y="483"/>
                    <a:pt x="1067" y="483"/>
                  </a:cubicBezTo>
                  <a:moveTo>
                    <a:pt x="1057" y="467"/>
                  </a:moveTo>
                  <a:cubicBezTo>
                    <a:pt x="1057" y="464"/>
                    <a:pt x="1056" y="461"/>
                    <a:pt x="1055" y="458"/>
                  </a:cubicBezTo>
                  <a:cubicBezTo>
                    <a:pt x="1052" y="458"/>
                    <a:pt x="1047" y="459"/>
                    <a:pt x="1043" y="459"/>
                  </a:cubicBezTo>
                  <a:cubicBezTo>
                    <a:pt x="1053" y="476"/>
                    <a:pt x="1053" y="476"/>
                    <a:pt x="1053" y="476"/>
                  </a:cubicBezTo>
                  <a:cubicBezTo>
                    <a:pt x="1057" y="467"/>
                    <a:pt x="1057" y="467"/>
                    <a:pt x="1057" y="467"/>
                  </a:cubicBezTo>
                  <a:moveTo>
                    <a:pt x="297" y="387"/>
                  </a:moveTo>
                  <a:cubicBezTo>
                    <a:pt x="302" y="398"/>
                    <a:pt x="302" y="398"/>
                    <a:pt x="302" y="398"/>
                  </a:cubicBezTo>
                  <a:cubicBezTo>
                    <a:pt x="306" y="380"/>
                    <a:pt x="306" y="380"/>
                    <a:pt x="306" y="380"/>
                  </a:cubicBezTo>
                  <a:cubicBezTo>
                    <a:pt x="297" y="387"/>
                    <a:pt x="297" y="387"/>
                    <a:pt x="297" y="387"/>
                  </a:cubicBezTo>
                  <a:moveTo>
                    <a:pt x="297" y="387"/>
                  </a:moveTo>
                  <a:cubicBezTo>
                    <a:pt x="306" y="380"/>
                    <a:pt x="306" y="380"/>
                    <a:pt x="306" y="380"/>
                  </a:cubicBezTo>
                  <a:cubicBezTo>
                    <a:pt x="311" y="363"/>
                    <a:pt x="311" y="363"/>
                    <a:pt x="311" y="363"/>
                  </a:cubicBezTo>
                  <a:cubicBezTo>
                    <a:pt x="307" y="362"/>
                    <a:pt x="303" y="360"/>
                    <a:pt x="299" y="359"/>
                  </a:cubicBezTo>
                  <a:cubicBezTo>
                    <a:pt x="301" y="350"/>
                    <a:pt x="301" y="350"/>
                    <a:pt x="301" y="350"/>
                  </a:cubicBezTo>
                  <a:cubicBezTo>
                    <a:pt x="298" y="349"/>
                    <a:pt x="296" y="348"/>
                    <a:pt x="293" y="346"/>
                  </a:cubicBezTo>
                  <a:cubicBezTo>
                    <a:pt x="272" y="366"/>
                    <a:pt x="272" y="366"/>
                    <a:pt x="272" y="366"/>
                  </a:cubicBezTo>
                  <a:cubicBezTo>
                    <a:pt x="280" y="372"/>
                    <a:pt x="290" y="381"/>
                    <a:pt x="297" y="387"/>
                  </a:cubicBezTo>
                  <a:moveTo>
                    <a:pt x="720" y="415"/>
                  </a:moveTo>
                  <a:cubicBezTo>
                    <a:pt x="720" y="413"/>
                    <a:pt x="721" y="410"/>
                    <a:pt x="721" y="407"/>
                  </a:cubicBezTo>
                  <a:cubicBezTo>
                    <a:pt x="700" y="389"/>
                    <a:pt x="700" y="389"/>
                    <a:pt x="700" y="389"/>
                  </a:cubicBezTo>
                  <a:cubicBezTo>
                    <a:pt x="690" y="414"/>
                    <a:pt x="690" y="414"/>
                    <a:pt x="690" y="414"/>
                  </a:cubicBezTo>
                  <a:cubicBezTo>
                    <a:pt x="700" y="415"/>
                    <a:pt x="710" y="415"/>
                    <a:pt x="720" y="415"/>
                  </a:cubicBezTo>
                  <a:moveTo>
                    <a:pt x="740" y="410"/>
                  </a:moveTo>
                  <a:cubicBezTo>
                    <a:pt x="753" y="390"/>
                    <a:pt x="753" y="390"/>
                    <a:pt x="753" y="390"/>
                  </a:cubicBezTo>
                  <a:cubicBezTo>
                    <a:pt x="747" y="384"/>
                    <a:pt x="747" y="384"/>
                    <a:pt x="747" y="384"/>
                  </a:cubicBezTo>
                  <a:cubicBezTo>
                    <a:pt x="747" y="386"/>
                    <a:pt x="747" y="386"/>
                    <a:pt x="747" y="386"/>
                  </a:cubicBezTo>
                  <a:cubicBezTo>
                    <a:pt x="741" y="405"/>
                    <a:pt x="741" y="405"/>
                    <a:pt x="740" y="406"/>
                  </a:cubicBezTo>
                  <a:cubicBezTo>
                    <a:pt x="739" y="406"/>
                    <a:pt x="737" y="407"/>
                    <a:pt x="737" y="407"/>
                  </a:cubicBezTo>
                  <a:cubicBezTo>
                    <a:pt x="731" y="407"/>
                    <a:pt x="726" y="407"/>
                    <a:pt x="721" y="407"/>
                  </a:cubicBezTo>
                  <a:cubicBezTo>
                    <a:pt x="721" y="410"/>
                    <a:pt x="720" y="413"/>
                    <a:pt x="720" y="415"/>
                  </a:cubicBezTo>
                  <a:cubicBezTo>
                    <a:pt x="737" y="425"/>
                    <a:pt x="737" y="425"/>
                    <a:pt x="737" y="425"/>
                  </a:cubicBezTo>
                  <a:cubicBezTo>
                    <a:pt x="745" y="418"/>
                    <a:pt x="745" y="418"/>
                    <a:pt x="745" y="418"/>
                  </a:cubicBezTo>
                  <a:cubicBezTo>
                    <a:pt x="751" y="408"/>
                    <a:pt x="751" y="408"/>
                    <a:pt x="751" y="408"/>
                  </a:cubicBezTo>
                  <a:cubicBezTo>
                    <a:pt x="743" y="418"/>
                    <a:pt x="743" y="418"/>
                    <a:pt x="743" y="418"/>
                  </a:cubicBezTo>
                  <a:cubicBezTo>
                    <a:pt x="740" y="410"/>
                    <a:pt x="740" y="410"/>
                    <a:pt x="740" y="410"/>
                  </a:cubicBezTo>
                  <a:moveTo>
                    <a:pt x="664" y="395"/>
                  </a:moveTo>
                  <a:cubicBezTo>
                    <a:pt x="677" y="388"/>
                    <a:pt x="677" y="388"/>
                    <a:pt x="677" y="388"/>
                  </a:cubicBezTo>
                  <a:cubicBezTo>
                    <a:pt x="680" y="359"/>
                    <a:pt x="680" y="359"/>
                    <a:pt x="680" y="359"/>
                  </a:cubicBezTo>
                  <a:cubicBezTo>
                    <a:pt x="654" y="386"/>
                    <a:pt x="654" y="386"/>
                    <a:pt x="654" y="386"/>
                  </a:cubicBezTo>
                  <a:cubicBezTo>
                    <a:pt x="654" y="389"/>
                    <a:pt x="653" y="392"/>
                    <a:pt x="652" y="395"/>
                  </a:cubicBezTo>
                  <a:cubicBezTo>
                    <a:pt x="656" y="395"/>
                    <a:pt x="660" y="395"/>
                    <a:pt x="664" y="395"/>
                  </a:cubicBezTo>
                  <a:moveTo>
                    <a:pt x="687" y="364"/>
                  </a:moveTo>
                  <a:cubicBezTo>
                    <a:pt x="688" y="361"/>
                    <a:pt x="688" y="358"/>
                    <a:pt x="688" y="356"/>
                  </a:cubicBezTo>
                  <a:cubicBezTo>
                    <a:pt x="659" y="362"/>
                    <a:pt x="659" y="362"/>
                    <a:pt x="659" y="362"/>
                  </a:cubicBezTo>
                  <a:cubicBezTo>
                    <a:pt x="658" y="370"/>
                    <a:pt x="656" y="378"/>
                    <a:pt x="654" y="386"/>
                  </a:cubicBezTo>
                  <a:cubicBezTo>
                    <a:pt x="680" y="359"/>
                    <a:pt x="680" y="359"/>
                    <a:pt x="680" y="359"/>
                  </a:cubicBezTo>
                  <a:cubicBezTo>
                    <a:pt x="677" y="388"/>
                    <a:pt x="677" y="388"/>
                    <a:pt x="677" y="388"/>
                  </a:cubicBezTo>
                  <a:cubicBezTo>
                    <a:pt x="687" y="364"/>
                    <a:pt x="687" y="364"/>
                    <a:pt x="687" y="364"/>
                  </a:cubicBezTo>
                  <a:moveTo>
                    <a:pt x="301" y="350"/>
                  </a:moveTo>
                  <a:cubicBezTo>
                    <a:pt x="299" y="359"/>
                    <a:pt x="299" y="359"/>
                    <a:pt x="299" y="359"/>
                  </a:cubicBezTo>
                  <a:cubicBezTo>
                    <a:pt x="301" y="350"/>
                    <a:pt x="301" y="350"/>
                    <a:pt x="301" y="350"/>
                  </a:cubicBezTo>
                  <a:moveTo>
                    <a:pt x="301" y="350"/>
                  </a:moveTo>
                  <a:cubicBezTo>
                    <a:pt x="326" y="320"/>
                    <a:pt x="326" y="320"/>
                    <a:pt x="326" y="320"/>
                  </a:cubicBezTo>
                  <a:cubicBezTo>
                    <a:pt x="334" y="289"/>
                    <a:pt x="334" y="289"/>
                    <a:pt x="334" y="289"/>
                  </a:cubicBezTo>
                  <a:cubicBezTo>
                    <a:pt x="328" y="279"/>
                    <a:pt x="328" y="279"/>
                    <a:pt x="328" y="279"/>
                  </a:cubicBezTo>
                  <a:cubicBezTo>
                    <a:pt x="314" y="296"/>
                    <a:pt x="300" y="315"/>
                    <a:pt x="287" y="334"/>
                  </a:cubicBezTo>
                  <a:cubicBezTo>
                    <a:pt x="288" y="334"/>
                    <a:pt x="288" y="334"/>
                    <a:pt x="288" y="334"/>
                  </a:cubicBezTo>
                  <a:cubicBezTo>
                    <a:pt x="302" y="321"/>
                    <a:pt x="302" y="321"/>
                    <a:pt x="302" y="321"/>
                  </a:cubicBezTo>
                  <a:cubicBezTo>
                    <a:pt x="317" y="326"/>
                    <a:pt x="317" y="326"/>
                    <a:pt x="317" y="326"/>
                  </a:cubicBezTo>
                  <a:cubicBezTo>
                    <a:pt x="302" y="321"/>
                    <a:pt x="302" y="321"/>
                    <a:pt x="302" y="321"/>
                  </a:cubicBezTo>
                  <a:cubicBezTo>
                    <a:pt x="288" y="334"/>
                    <a:pt x="288" y="334"/>
                    <a:pt x="288" y="334"/>
                  </a:cubicBezTo>
                  <a:cubicBezTo>
                    <a:pt x="307" y="333"/>
                    <a:pt x="307" y="333"/>
                    <a:pt x="307" y="333"/>
                  </a:cubicBezTo>
                  <a:cubicBezTo>
                    <a:pt x="293" y="346"/>
                    <a:pt x="293" y="346"/>
                    <a:pt x="293" y="346"/>
                  </a:cubicBezTo>
                  <a:cubicBezTo>
                    <a:pt x="296" y="348"/>
                    <a:pt x="298" y="349"/>
                    <a:pt x="301" y="350"/>
                  </a:cubicBezTo>
                  <a:moveTo>
                    <a:pt x="723" y="350"/>
                  </a:moveTo>
                  <a:cubicBezTo>
                    <a:pt x="719" y="350"/>
                    <a:pt x="716" y="350"/>
                    <a:pt x="712" y="349"/>
                  </a:cubicBezTo>
                  <a:cubicBezTo>
                    <a:pt x="716" y="350"/>
                    <a:pt x="719" y="350"/>
                    <a:pt x="723" y="350"/>
                  </a:cubicBezTo>
                  <a:moveTo>
                    <a:pt x="712" y="349"/>
                  </a:moveTo>
                  <a:cubicBezTo>
                    <a:pt x="716" y="350"/>
                    <a:pt x="719" y="350"/>
                    <a:pt x="723" y="350"/>
                  </a:cubicBezTo>
                  <a:cubicBezTo>
                    <a:pt x="719" y="350"/>
                    <a:pt x="716" y="350"/>
                    <a:pt x="712" y="349"/>
                  </a:cubicBezTo>
                  <a:moveTo>
                    <a:pt x="727" y="358"/>
                  </a:moveTo>
                  <a:cubicBezTo>
                    <a:pt x="723" y="350"/>
                    <a:pt x="723" y="350"/>
                    <a:pt x="723" y="350"/>
                  </a:cubicBezTo>
                  <a:cubicBezTo>
                    <a:pt x="727" y="358"/>
                    <a:pt x="727" y="358"/>
                    <a:pt x="727" y="358"/>
                  </a:cubicBezTo>
                  <a:moveTo>
                    <a:pt x="732" y="366"/>
                  </a:moveTo>
                  <a:cubicBezTo>
                    <a:pt x="727" y="358"/>
                    <a:pt x="727" y="358"/>
                    <a:pt x="727" y="358"/>
                  </a:cubicBezTo>
                  <a:cubicBezTo>
                    <a:pt x="732" y="366"/>
                    <a:pt x="732" y="366"/>
                    <a:pt x="732" y="366"/>
                  </a:cubicBezTo>
                  <a:moveTo>
                    <a:pt x="732" y="366"/>
                  </a:moveTo>
                  <a:cubicBezTo>
                    <a:pt x="737" y="375"/>
                    <a:pt x="737" y="375"/>
                    <a:pt x="737" y="375"/>
                  </a:cubicBezTo>
                  <a:cubicBezTo>
                    <a:pt x="732" y="366"/>
                    <a:pt x="732" y="366"/>
                    <a:pt x="732" y="366"/>
                  </a:cubicBezTo>
                  <a:moveTo>
                    <a:pt x="746" y="388"/>
                  </a:moveTo>
                  <a:cubicBezTo>
                    <a:pt x="746" y="387"/>
                    <a:pt x="747" y="385"/>
                    <a:pt x="747" y="384"/>
                  </a:cubicBezTo>
                  <a:cubicBezTo>
                    <a:pt x="744" y="381"/>
                    <a:pt x="740" y="377"/>
                    <a:pt x="737" y="375"/>
                  </a:cubicBezTo>
                  <a:cubicBezTo>
                    <a:pt x="732" y="366"/>
                    <a:pt x="732" y="366"/>
                    <a:pt x="732" y="366"/>
                  </a:cubicBezTo>
                  <a:cubicBezTo>
                    <a:pt x="727" y="358"/>
                    <a:pt x="727" y="358"/>
                    <a:pt x="727" y="358"/>
                  </a:cubicBezTo>
                  <a:cubicBezTo>
                    <a:pt x="723" y="350"/>
                    <a:pt x="723" y="350"/>
                    <a:pt x="723" y="350"/>
                  </a:cubicBezTo>
                  <a:cubicBezTo>
                    <a:pt x="719" y="350"/>
                    <a:pt x="716" y="350"/>
                    <a:pt x="712" y="349"/>
                  </a:cubicBezTo>
                  <a:cubicBezTo>
                    <a:pt x="716" y="350"/>
                    <a:pt x="719" y="350"/>
                    <a:pt x="723" y="350"/>
                  </a:cubicBezTo>
                  <a:cubicBezTo>
                    <a:pt x="724" y="342"/>
                    <a:pt x="725" y="334"/>
                    <a:pt x="727" y="326"/>
                  </a:cubicBezTo>
                  <a:cubicBezTo>
                    <a:pt x="723" y="326"/>
                    <a:pt x="720" y="325"/>
                    <a:pt x="716" y="325"/>
                  </a:cubicBezTo>
                  <a:cubicBezTo>
                    <a:pt x="714" y="325"/>
                    <a:pt x="713" y="325"/>
                    <a:pt x="711" y="325"/>
                  </a:cubicBezTo>
                  <a:cubicBezTo>
                    <a:pt x="720" y="334"/>
                    <a:pt x="720" y="334"/>
                    <a:pt x="720" y="334"/>
                  </a:cubicBezTo>
                  <a:cubicBezTo>
                    <a:pt x="711" y="325"/>
                    <a:pt x="711" y="325"/>
                    <a:pt x="711" y="325"/>
                  </a:cubicBezTo>
                  <a:cubicBezTo>
                    <a:pt x="707" y="325"/>
                    <a:pt x="703" y="325"/>
                    <a:pt x="700" y="324"/>
                  </a:cubicBezTo>
                  <a:cubicBezTo>
                    <a:pt x="699" y="330"/>
                    <a:pt x="698" y="335"/>
                    <a:pt x="697" y="340"/>
                  </a:cubicBezTo>
                  <a:cubicBezTo>
                    <a:pt x="702" y="352"/>
                    <a:pt x="710" y="362"/>
                    <a:pt x="714" y="374"/>
                  </a:cubicBezTo>
                  <a:cubicBezTo>
                    <a:pt x="712" y="376"/>
                    <a:pt x="709" y="379"/>
                    <a:pt x="707" y="381"/>
                  </a:cubicBezTo>
                  <a:cubicBezTo>
                    <a:pt x="700" y="389"/>
                    <a:pt x="700" y="389"/>
                    <a:pt x="700" y="389"/>
                  </a:cubicBezTo>
                  <a:cubicBezTo>
                    <a:pt x="721" y="407"/>
                    <a:pt x="721" y="407"/>
                    <a:pt x="721" y="407"/>
                  </a:cubicBezTo>
                  <a:cubicBezTo>
                    <a:pt x="739" y="406"/>
                    <a:pt x="739" y="406"/>
                    <a:pt x="740" y="406"/>
                  </a:cubicBezTo>
                  <a:cubicBezTo>
                    <a:pt x="741" y="405"/>
                    <a:pt x="741" y="405"/>
                    <a:pt x="746" y="388"/>
                  </a:cubicBezTo>
                  <a:moveTo>
                    <a:pt x="700" y="324"/>
                  </a:moveTo>
                  <a:cubicBezTo>
                    <a:pt x="703" y="325"/>
                    <a:pt x="707" y="325"/>
                    <a:pt x="711" y="325"/>
                  </a:cubicBezTo>
                  <a:cubicBezTo>
                    <a:pt x="707" y="317"/>
                    <a:pt x="707" y="317"/>
                    <a:pt x="707" y="317"/>
                  </a:cubicBezTo>
                  <a:cubicBezTo>
                    <a:pt x="700" y="324"/>
                    <a:pt x="700" y="324"/>
                    <a:pt x="700" y="324"/>
                  </a:cubicBezTo>
                  <a:moveTo>
                    <a:pt x="835" y="329"/>
                  </a:moveTo>
                  <a:cubicBezTo>
                    <a:pt x="836" y="329"/>
                    <a:pt x="838" y="329"/>
                    <a:pt x="840" y="329"/>
                  </a:cubicBezTo>
                  <a:cubicBezTo>
                    <a:pt x="833" y="306"/>
                    <a:pt x="833" y="306"/>
                    <a:pt x="833" y="306"/>
                  </a:cubicBezTo>
                  <a:cubicBezTo>
                    <a:pt x="824" y="313"/>
                    <a:pt x="824" y="313"/>
                    <a:pt x="824" y="313"/>
                  </a:cubicBezTo>
                  <a:cubicBezTo>
                    <a:pt x="829" y="321"/>
                    <a:pt x="829" y="321"/>
                    <a:pt x="829" y="321"/>
                  </a:cubicBezTo>
                  <a:cubicBezTo>
                    <a:pt x="835" y="329"/>
                    <a:pt x="835" y="329"/>
                    <a:pt x="835" y="329"/>
                  </a:cubicBezTo>
                  <a:moveTo>
                    <a:pt x="818" y="314"/>
                  </a:moveTo>
                  <a:cubicBezTo>
                    <a:pt x="818" y="314"/>
                    <a:pt x="818" y="314"/>
                    <a:pt x="818" y="313"/>
                  </a:cubicBezTo>
                  <a:cubicBezTo>
                    <a:pt x="812" y="316"/>
                    <a:pt x="803" y="320"/>
                    <a:pt x="797" y="323"/>
                  </a:cubicBezTo>
                  <a:cubicBezTo>
                    <a:pt x="792" y="305"/>
                    <a:pt x="792" y="305"/>
                    <a:pt x="792" y="305"/>
                  </a:cubicBezTo>
                  <a:cubicBezTo>
                    <a:pt x="792" y="306"/>
                    <a:pt x="792" y="306"/>
                    <a:pt x="792" y="306"/>
                  </a:cubicBezTo>
                  <a:cubicBezTo>
                    <a:pt x="794" y="324"/>
                    <a:pt x="794" y="324"/>
                    <a:pt x="797" y="326"/>
                  </a:cubicBezTo>
                  <a:cubicBezTo>
                    <a:pt x="800" y="330"/>
                    <a:pt x="811" y="328"/>
                    <a:pt x="813" y="326"/>
                  </a:cubicBezTo>
                  <a:cubicBezTo>
                    <a:pt x="814" y="325"/>
                    <a:pt x="814" y="324"/>
                    <a:pt x="815" y="321"/>
                  </a:cubicBezTo>
                  <a:cubicBezTo>
                    <a:pt x="816" y="319"/>
                    <a:pt x="817" y="317"/>
                    <a:pt x="818" y="314"/>
                  </a:cubicBezTo>
                  <a:moveTo>
                    <a:pt x="654" y="244"/>
                  </a:moveTo>
                  <a:cubicBezTo>
                    <a:pt x="655" y="244"/>
                    <a:pt x="657" y="244"/>
                    <a:pt x="658" y="244"/>
                  </a:cubicBezTo>
                  <a:cubicBezTo>
                    <a:pt x="659" y="241"/>
                    <a:pt x="661" y="235"/>
                    <a:pt x="662" y="231"/>
                  </a:cubicBezTo>
                  <a:cubicBezTo>
                    <a:pt x="653" y="222"/>
                    <a:pt x="653" y="222"/>
                    <a:pt x="653" y="222"/>
                  </a:cubicBezTo>
                  <a:cubicBezTo>
                    <a:pt x="625" y="226"/>
                    <a:pt x="625" y="226"/>
                    <a:pt x="625" y="226"/>
                  </a:cubicBezTo>
                  <a:cubicBezTo>
                    <a:pt x="622" y="226"/>
                    <a:pt x="619" y="225"/>
                    <a:pt x="617" y="225"/>
                  </a:cubicBezTo>
                  <a:cubicBezTo>
                    <a:pt x="606" y="238"/>
                    <a:pt x="606" y="238"/>
                    <a:pt x="606" y="238"/>
                  </a:cubicBezTo>
                  <a:cubicBezTo>
                    <a:pt x="607" y="238"/>
                    <a:pt x="609" y="239"/>
                    <a:pt x="610" y="239"/>
                  </a:cubicBezTo>
                  <a:cubicBezTo>
                    <a:pt x="609" y="241"/>
                    <a:pt x="608" y="243"/>
                    <a:pt x="607" y="246"/>
                  </a:cubicBezTo>
                  <a:cubicBezTo>
                    <a:pt x="610" y="248"/>
                    <a:pt x="612" y="252"/>
                    <a:pt x="616" y="254"/>
                  </a:cubicBezTo>
                  <a:cubicBezTo>
                    <a:pt x="617" y="255"/>
                    <a:pt x="621" y="256"/>
                    <a:pt x="623" y="255"/>
                  </a:cubicBezTo>
                  <a:cubicBezTo>
                    <a:pt x="626" y="255"/>
                    <a:pt x="629" y="254"/>
                    <a:pt x="634" y="251"/>
                  </a:cubicBezTo>
                  <a:cubicBezTo>
                    <a:pt x="640" y="248"/>
                    <a:pt x="645" y="246"/>
                    <a:pt x="654" y="244"/>
                  </a:cubicBezTo>
                  <a:moveTo>
                    <a:pt x="1066" y="191"/>
                  </a:moveTo>
                  <a:cubicBezTo>
                    <a:pt x="1065" y="190"/>
                    <a:pt x="1065" y="189"/>
                    <a:pt x="1065" y="189"/>
                  </a:cubicBezTo>
                  <a:cubicBezTo>
                    <a:pt x="1065" y="189"/>
                    <a:pt x="1063" y="188"/>
                    <a:pt x="1063" y="189"/>
                  </a:cubicBezTo>
                  <a:cubicBezTo>
                    <a:pt x="1062" y="189"/>
                    <a:pt x="1065" y="192"/>
                    <a:pt x="1066" y="192"/>
                  </a:cubicBezTo>
                  <a:cubicBezTo>
                    <a:pt x="1067" y="192"/>
                    <a:pt x="1066" y="191"/>
                    <a:pt x="1066" y="191"/>
                  </a:cubicBezTo>
                  <a:moveTo>
                    <a:pt x="483" y="157"/>
                  </a:moveTo>
                  <a:cubicBezTo>
                    <a:pt x="498" y="146"/>
                    <a:pt x="498" y="146"/>
                    <a:pt x="498" y="146"/>
                  </a:cubicBezTo>
                  <a:cubicBezTo>
                    <a:pt x="497" y="146"/>
                    <a:pt x="497" y="145"/>
                    <a:pt x="496" y="145"/>
                  </a:cubicBezTo>
                  <a:cubicBezTo>
                    <a:pt x="493" y="144"/>
                    <a:pt x="490" y="143"/>
                    <a:pt x="488" y="142"/>
                  </a:cubicBezTo>
                  <a:cubicBezTo>
                    <a:pt x="478" y="155"/>
                    <a:pt x="478" y="155"/>
                    <a:pt x="478" y="155"/>
                  </a:cubicBezTo>
                  <a:cubicBezTo>
                    <a:pt x="483" y="157"/>
                    <a:pt x="483" y="157"/>
                    <a:pt x="483" y="157"/>
                  </a:cubicBezTo>
                  <a:moveTo>
                    <a:pt x="1193" y="530"/>
                  </a:moveTo>
                  <a:cubicBezTo>
                    <a:pt x="1191" y="524"/>
                    <a:pt x="1190" y="517"/>
                    <a:pt x="1188" y="512"/>
                  </a:cubicBezTo>
                  <a:cubicBezTo>
                    <a:pt x="1190" y="517"/>
                    <a:pt x="1191" y="524"/>
                    <a:pt x="1193" y="530"/>
                  </a:cubicBezTo>
                  <a:moveTo>
                    <a:pt x="1193" y="530"/>
                  </a:moveTo>
                  <a:cubicBezTo>
                    <a:pt x="1216" y="522"/>
                    <a:pt x="1216" y="522"/>
                    <a:pt x="1216" y="522"/>
                  </a:cubicBezTo>
                  <a:cubicBezTo>
                    <a:pt x="1193" y="530"/>
                    <a:pt x="1193" y="530"/>
                    <a:pt x="1193" y="530"/>
                  </a:cubicBezTo>
                  <a:moveTo>
                    <a:pt x="1152" y="508"/>
                  </a:moveTo>
                  <a:cubicBezTo>
                    <a:pt x="1147" y="509"/>
                    <a:pt x="1147" y="509"/>
                    <a:pt x="1147" y="509"/>
                  </a:cubicBezTo>
                  <a:cubicBezTo>
                    <a:pt x="1149" y="509"/>
                    <a:pt x="1150" y="509"/>
                    <a:pt x="1152" y="508"/>
                  </a:cubicBezTo>
                  <a:moveTo>
                    <a:pt x="1156" y="507"/>
                  </a:moveTo>
                  <a:cubicBezTo>
                    <a:pt x="1155" y="507"/>
                    <a:pt x="1153" y="508"/>
                    <a:pt x="1152" y="508"/>
                  </a:cubicBezTo>
                  <a:cubicBezTo>
                    <a:pt x="1153" y="508"/>
                    <a:pt x="1155" y="507"/>
                    <a:pt x="1156" y="507"/>
                  </a:cubicBezTo>
                  <a:moveTo>
                    <a:pt x="1159" y="507"/>
                  </a:moveTo>
                  <a:cubicBezTo>
                    <a:pt x="1158" y="507"/>
                    <a:pt x="1157" y="507"/>
                    <a:pt x="1156" y="507"/>
                  </a:cubicBezTo>
                  <a:cubicBezTo>
                    <a:pt x="1157" y="507"/>
                    <a:pt x="1158" y="507"/>
                    <a:pt x="1159" y="507"/>
                  </a:cubicBezTo>
                  <a:moveTo>
                    <a:pt x="1163" y="506"/>
                  </a:moveTo>
                  <a:cubicBezTo>
                    <a:pt x="1162" y="506"/>
                    <a:pt x="1160" y="506"/>
                    <a:pt x="1159" y="507"/>
                  </a:cubicBezTo>
                  <a:cubicBezTo>
                    <a:pt x="1160" y="506"/>
                    <a:pt x="1162" y="506"/>
                    <a:pt x="1163" y="506"/>
                  </a:cubicBezTo>
                  <a:moveTo>
                    <a:pt x="1166" y="505"/>
                  </a:moveTo>
                  <a:cubicBezTo>
                    <a:pt x="1165" y="505"/>
                    <a:pt x="1163" y="506"/>
                    <a:pt x="1163" y="506"/>
                  </a:cubicBezTo>
                  <a:cubicBezTo>
                    <a:pt x="1163" y="506"/>
                    <a:pt x="1165" y="505"/>
                    <a:pt x="1166" y="505"/>
                  </a:cubicBezTo>
                  <a:moveTo>
                    <a:pt x="1168" y="504"/>
                  </a:moveTo>
                  <a:cubicBezTo>
                    <a:pt x="1167" y="504"/>
                    <a:pt x="1166" y="504"/>
                    <a:pt x="1166" y="505"/>
                  </a:cubicBezTo>
                  <a:cubicBezTo>
                    <a:pt x="1166" y="504"/>
                    <a:pt x="1167" y="504"/>
                    <a:pt x="1168" y="504"/>
                  </a:cubicBezTo>
                  <a:moveTo>
                    <a:pt x="1170" y="502"/>
                  </a:moveTo>
                  <a:cubicBezTo>
                    <a:pt x="1170" y="503"/>
                    <a:pt x="1169" y="503"/>
                    <a:pt x="1168" y="504"/>
                  </a:cubicBezTo>
                  <a:cubicBezTo>
                    <a:pt x="1169" y="503"/>
                    <a:pt x="1170" y="503"/>
                    <a:pt x="1170" y="502"/>
                  </a:cubicBezTo>
                  <a:moveTo>
                    <a:pt x="1172" y="502"/>
                  </a:moveTo>
                  <a:cubicBezTo>
                    <a:pt x="1172" y="502"/>
                    <a:pt x="1171" y="502"/>
                    <a:pt x="1170" y="502"/>
                  </a:cubicBezTo>
                  <a:cubicBezTo>
                    <a:pt x="1171" y="502"/>
                    <a:pt x="1172" y="502"/>
                    <a:pt x="1172" y="502"/>
                  </a:cubicBezTo>
                  <a:moveTo>
                    <a:pt x="1174" y="501"/>
                  </a:moveTo>
                  <a:cubicBezTo>
                    <a:pt x="1174" y="501"/>
                    <a:pt x="1173" y="501"/>
                    <a:pt x="1172" y="502"/>
                  </a:cubicBezTo>
                  <a:cubicBezTo>
                    <a:pt x="1173" y="501"/>
                    <a:pt x="1174" y="501"/>
                    <a:pt x="1174" y="501"/>
                  </a:cubicBezTo>
                  <a:moveTo>
                    <a:pt x="1175" y="500"/>
                  </a:moveTo>
                  <a:cubicBezTo>
                    <a:pt x="1175" y="500"/>
                    <a:pt x="1175" y="500"/>
                    <a:pt x="1174" y="501"/>
                  </a:cubicBezTo>
                  <a:cubicBezTo>
                    <a:pt x="1175" y="500"/>
                    <a:pt x="1175" y="500"/>
                    <a:pt x="1175" y="500"/>
                  </a:cubicBezTo>
                  <a:moveTo>
                    <a:pt x="1175" y="500"/>
                  </a:moveTo>
                  <a:cubicBezTo>
                    <a:pt x="1176" y="499"/>
                    <a:pt x="1177" y="499"/>
                    <a:pt x="1177" y="499"/>
                  </a:cubicBezTo>
                  <a:cubicBezTo>
                    <a:pt x="1177" y="499"/>
                    <a:pt x="1176" y="499"/>
                    <a:pt x="1175" y="500"/>
                  </a:cubicBezTo>
                  <a:moveTo>
                    <a:pt x="1177" y="499"/>
                  </a:moveTo>
                  <a:cubicBezTo>
                    <a:pt x="1178" y="499"/>
                    <a:pt x="1178" y="499"/>
                    <a:pt x="1178" y="498"/>
                  </a:cubicBezTo>
                  <a:cubicBezTo>
                    <a:pt x="1178" y="499"/>
                    <a:pt x="1178" y="499"/>
                    <a:pt x="1177" y="499"/>
                  </a:cubicBezTo>
                  <a:moveTo>
                    <a:pt x="1178" y="498"/>
                  </a:moveTo>
                  <a:cubicBezTo>
                    <a:pt x="1179" y="498"/>
                    <a:pt x="1179" y="497"/>
                    <a:pt x="1179" y="497"/>
                  </a:cubicBezTo>
                  <a:cubicBezTo>
                    <a:pt x="1179" y="497"/>
                    <a:pt x="1179" y="498"/>
                    <a:pt x="1178" y="498"/>
                  </a:cubicBezTo>
                  <a:moveTo>
                    <a:pt x="1179" y="497"/>
                  </a:moveTo>
                  <a:cubicBezTo>
                    <a:pt x="1180" y="497"/>
                    <a:pt x="1180" y="497"/>
                    <a:pt x="1181" y="497"/>
                  </a:cubicBezTo>
                  <a:cubicBezTo>
                    <a:pt x="1180" y="497"/>
                    <a:pt x="1180" y="497"/>
                    <a:pt x="1179" y="497"/>
                  </a:cubicBezTo>
                  <a:moveTo>
                    <a:pt x="1181" y="497"/>
                  </a:moveTo>
                  <a:cubicBezTo>
                    <a:pt x="1181" y="497"/>
                    <a:pt x="1182" y="497"/>
                    <a:pt x="1182" y="497"/>
                  </a:cubicBezTo>
                  <a:cubicBezTo>
                    <a:pt x="1182" y="497"/>
                    <a:pt x="1181" y="497"/>
                    <a:pt x="1181" y="497"/>
                  </a:cubicBezTo>
                  <a:moveTo>
                    <a:pt x="1182" y="497"/>
                  </a:moveTo>
                  <a:cubicBezTo>
                    <a:pt x="1182" y="496"/>
                    <a:pt x="1182" y="496"/>
                    <a:pt x="1183" y="496"/>
                  </a:cubicBezTo>
                  <a:cubicBezTo>
                    <a:pt x="1182" y="496"/>
                    <a:pt x="1182" y="496"/>
                    <a:pt x="1182" y="497"/>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4" y="496"/>
                  </a:moveTo>
                  <a:cubicBezTo>
                    <a:pt x="1184" y="496"/>
                    <a:pt x="1184" y="496"/>
                    <a:pt x="1183" y="496"/>
                  </a:cubicBezTo>
                  <a:cubicBezTo>
                    <a:pt x="1184" y="496"/>
                    <a:pt x="1184" y="496"/>
                    <a:pt x="1184" y="496"/>
                  </a:cubicBezTo>
                  <a:moveTo>
                    <a:pt x="1186" y="497"/>
                  </a:moveTo>
                  <a:cubicBezTo>
                    <a:pt x="1185" y="497"/>
                    <a:pt x="1185" y="496"/>
                    <a:pt x="1184" y="496"/>
                  </a:cubicBezTo>
                  <a:cubicBezTo>
                    <a:pt x="1185" y="496"/>
                    <a:pt x="1185" y="497"/>
                    <a:pt x="1186" y="497"/>
                  </a:cubicBezTo>
                  <a:moveTo>
                    <a:pt x="1186" y="497"/>
                  </a:moveTo>
                  <a:cubicBezTo>
                    <a:pt x="1186" y="497"/>
                    <a:pt x="1186" y="497"/>
                    <a:pt x="1186" y="497"/>
                  </a:cubicBezTo>
                  <a:cubicBezTo>
                    <a:pt x="1186" y="497"/>
                    <a:pt x="1186" y="497"/>
                    <a:pt x="1186" y="497"/>
                  </a:cubicBezTo>
                  <a:moveTo>
                    <a:pt x="1188" y="498"/>
                  </a:moveTo>
                  <a:cubicBezTo>
                    <a:pt x="1188" y="498"/>
                    <a:pt x="1187" y="497"/>
                    <a:pt x="1186" y="497"/>
                  </a:cubicBezTo>
                  <a:cubicBezTo>
                    <a:pt x="1187" y="497"/>
                    <a:pt x="1188" y="498"/>
                    <a:pt x="1188" y="498"/>
                  </a:cubicBezTo>
                  <a:moveTo>
                    <a:pt x="1190" y="499"/>
                  </a:moveTo>
                  <a:cubicBezTo>
                    <a:pt x="1190" y="499"/>
                    <a:pt x="1189" y="499"/>
                    <a:pt x="1188" y="498"/>
                  </a:cubicBezTo>
                  <a:cubicBezTo>
                    <a:pt x="1189" y="499"/>
                    <a:pt x="1190" y="499"/>
                    <a:pt x="1190" y="499"/>
                  </a:cubicBezTo>
                  <a:moveTo>
                    <a:pt x="1192" y="501"/>
                  </a:moveTo>
                  <a:cubicBezTo>
                    <a:pt x="1191" y="501"/>
                    <a:pt x="1190" y="500"/>
                    <a:pt x="1190" y="499"/>
                  </a:cubicBezTo>
                  <a:cubicBezTo>
                    <a:pt x="1190" y="500"/>
                    <a:pt x="1191" y="501"/>
                    <a:pt x="1192" y="501"/>
                  </a:cubicBezTo>
                  <a:moveTo>
                    <a:pt x="1194" y="503"/>
                  </a:moveTo>
                  <a:cubicBezTo>
                    <a:pt x="1193" y="502"/>
                    <a:pt x="1192" y="502"/>
                    <a:pt x="1192" y="501"/>
                  </a:cubicBezTo>
                  <a:cubicBezTo>
                    <a:pt x="1192" y="502"/>
                    <a:pt x="1193" y="502"/>
                    <a:pt x="1194" y="503"/>
                  </a:cubicBezTo>
                  <a:moveTo>
                    <a:pt x="1196" y="506"/>
                  </a:moveTo>
                  <a:cubicBezTo>
                    <a:pt x="1196" y="505"/>
                    <a:pt x="1195" y="504"/>
                    <a:pt x="1194" y="503"/>
                  </a:cubicBezTo>
                  <a:cubicBezTo>
                    <a:pt x="1195" y="504"/>
                    <a:pt x="1196" y="505"/>
                    <a:pt x="1196" y="506"/>
                  </a:cubicBezTo>
                  <a:moveTo>
                    <a:pt x="1197" y="506"/>
                  </a:moveTo>
                  <a:cubicBezTo>
                    <a:pt x="1196" y="506"/>
                    <a:pt x="1196" y="506"/>
                    <a:pt x="1196" y="506"/>
                  </a:cubicBezTo>
                  <a:cubicBezTo>
                    <a:pt x="1196" y="506"/>
                    <a:pt x="1196" y="506"/>
                    <a:pt x="1197" y="506"/>
                  </a:cubicBezTo>
                  <a:moveTo>
                    <a:pt x="1197" y="506"/>
                  </a:moveTo>
                  <a:cubicBezTo>
                    <a:pt x="1197" y="506"/>
                    <a:pt x="1197" y="506"/>
                    <a:pt x="1197" y="506"/>
                  </a:cubicBezTo>
                  <a:cubicBezTo>
                    <a:pt x="1197" y="506"/>
                    <a:pt x="1197" y="506"/>
                    <a:pt x="1197" y="506"/>
                  </a:cubicBezTo>
                  <a:moveTo>
                    <a:pt x="1197" y="506"/>
                  </a:moveTo>
                  <a:cubicBezTo>
                    <a:pt x="1197" y="507"/>
                    <a:pt x="1197" y="507"/>
                    <a:pt x="1197" y="507"/>
                  </a:cubicBezTo>
                  <a:cubicBezTo>
                    <a:pt x="1197" y="507"/>
                    <a:pt x="1197" y="507"/>
                    <a:pt x="1197" y="506"/>
                  </a:cubicBezTo>
                  <a:moveTo>
                    <a:pt x="1198" y="507"/>
                  </a:moveTo>
                  <a:cubicBezTo>
                    <a:pt x="1197" y="507"/>
                    <a:pt x="1197" y="507"/>
                    <a:pt x="1197" y="507"/>
                  </a:cubicBezTo>
                  <a:cubicBezTo>
                    <a:pt x="1198" y="507"/>
                    <a:pt x="1198" y="507"/>
                    <a:pt x="1198" y="507"/>
                  </a:cubicBezTo>
                  <a:moveTo>
                    <a:pt x="1198" y="507"/>
                  </a:moveTo>
                  <a:cubicBezTo>
                    <a:pt x="1198" y="507"/>
                    <a:pt x="1198" y="507"/>
                    <a:pt x="1198" y="507"/>
                  </a:cubicBezTo>
                  <a:cubicBezTo>
                    <a:pt x="1198" y="507"/>
                    <a:pt x="1198" y="507"/>
                    <a:pt x="1198" y="507"/>
                  </a:cubicBezTo>
                  <a:moveTo>
                    <a:pt x="1198" y="507"/>
                  </a:moveTo>
                  <a:cubicBezTo>
                    <a:pt x="1198" y="507"/>
                    <a:pt x="1198" y="507"/>
                    <a:pt x="1198" y="508"/>
                  </a:cubicBezTo>
                  <a:cubicBezTo>
                    <a:pt x="1198" y="507"/>
                    <a:pt x="1198" y="507"/>
                    <a:pt x="1198" y="507"/>
                  </a:cubicBezTo>
                  <a:moveTo>
                    <a:pt x="1198" y="508"/>
                  </a:moveTo>
                  <a:cubicBezTo>
                    <a:pt x="1198" y="508"/>
                    <a:pt x="1199" y="508"/>
                    <a:pt x="1199" y="508"/>
                  </a:cubicBezTo>
                  <a:cubicBezTo>
                    <a:pt x="1199" y="508"/>
                    <a:pt x="1199" y="508"/>
                    <a:pt x="1199" y="508"/>
                  </a:cubicBezTo>
                  <a:moveTo>
                    <a:pt x="1199" y="509"/>
                  </a:moveTo>
                  <a:cubicBezTo>
                    <a:pt x="1199" y="509"/>
                    <a:pt x="1199" y="509"/>
                    <a:pt x="1199" y="508"/>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10"/>
                  </a:moveTo>
                  <a:cubicBezTo>
                    <a:pt x="1199" y="509"/>
                    <a:pt x="1199" y="509"/>
                    <a:pt x="1199" y="509"/>
                  </a:cubicBezTo>
                  <a:cubicBezTo>
                    <a:pt x="1199" y="509"/>
                    <a:pt x="1199" y="509"/>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200" y="510"/>
                  </a:moveTo>
                  <a:cubicBezTo>
                    <a:pt x="1199" y="510"/>
                    <a:pt x="1199" y="510"/>
                    <a:pt x="1199"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7" y="509"/>
                    <a:pt x="677" y="509"/>
                    <a:pt x="677" y="509"/>
                  </a:cubicBezTo>
                  <a:cubicBezTo>
                    <a:pt x="676" y="509"/>
                    <a:pt x="676" y="509"/>
                    <a:pt x="676"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2" y="509"/>
                  </a:moveTo>
                  <a:cubicBezTo>
                    <a:pt x="671" y="509"/>
                    <a:pt x="671" y="509"/>
                    <a:pt x="671" y="509"/>
                  </a:cubicBezTo>
                  <a:cubicBezTo>
                    <a:pt x="672" y="509"/>
                    <a:pt x="672" y="509"/>
                    <a:pt x="672" y="509"/>
                  </a:cubicBezTo>
                  <a:moveTo>
                    <a:pt x="675" y="509"/>
                  </a:moveTo>
                  <a:cubicBezTo>
                    <a:pt x="675" y="509"/>
                    <a:pt x="675" y="509"/>
                    <a:pt x="675" y="509"/>
                  </a:cubicBezTo>
                  <a:cubicBezTo>
                    <a:pt x="674" y="509"/>
                    <a:pt x="673" y="509"/>
                    <a:pt x="672" y="509"/>
                  </a:cubicBezTo>
                  <a:cubicBezTo>
                    <a:pt x="672" y="509"/>
                    <a:pt x="674"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7" y="506"/>
                  </a:moveTo>
                  <a:cubicBezTo>
                    <a:pt x="647" y="506"/>
                    <a:pt x="647" y="506"/>
                    <a:pt x="646" y="506"/>
                  </a:cubicBezTo>
                  <a:cubicBezTo>
                    <a:pt x="647" y="506"/>
                    <a:pt x="647" y="506"/>
                    <a:pt x="647" y="506"/>
                  </a:cubicBez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7" y="504"/>
                  </a:moveTo>
                  <a:cubicBezTo>
                    <a:pt x="706" y="504"/>
                    <a:pt x="706" y="504"/>
                    <a:pt x="706"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8" y="503"/>
                  </a:moveTo>
                  <a:cubicBezTo>
                    <a:pt x="708" y="503"/>
                    <a:pt x="708" y="503"/>
                    <a:pt x="708" y="503"/>
                  </a:cubicBezTo>
                  <a:cubicBezTo>
                    <a:pt x="708" y="503"/>
                    <a:pt x="708" y="503"/>
                    <a:pt x="708" y="503"/>
                  </a:cubicBezTo>
                  <a:moveTo>
                    <a:pt x="708" y="502"/>
                  </a:moveTo>
                  <a:cubicBezTo>
                    <a:pt x="708" y="503"/>
                    <a:pt x="708" y="503"/>
                    <a:pt x="708" y="503"/>
                  </a:cubicBezTo>
                  <a:cubicBezTo>
                    <a:pt x="708" y="502"/>
                    <a:pt x="708" y="502"/>
                    <a:pt x="708" y="502"/>
                  </a:cubicBezTo>
                  <a:moveTo>
                    <a:pt x="708" y="502"/>
                  </a:moveTo>
                  <a:cubicBezTo>
                    <a:pt x="708" y="502"/>
                    <a:pt x="708" y="502"/>
                    <a:pt x="708" y="502"/>
                  </a:cubicBezTo>
                  <a:cubicBezTo>
                    <a:pt x="708" y="502"/>
                    <a:pt x="708" y="502"/>
                    <a:pt x="708" y="502"/>
                  </a:cubicBezTo>
                  <a:moveTo>
                    <a:pt x="708" y="502"/>
                  </a:moveTo>
                  <a:cubicBezTo>
                    <a:pt x="708" y="502"/>
                    <a:pt x="708" y="502"/>
                    <a:pt x="708" y="502"/>
                  </a:cubicBezTo>
                  <a:cubicBezTo>
                    <a:pt x="708" y="502"/>
                    <a:pt x="708" y="502"/>
                    <a:pt x="708" y="502"/>
                  </a:cubicBezTo>
                  <a:moveTo>
                    <a:pt x="709" y="502"/>
                  </a:moveTo>
                  <a:cubicBezTo>
                    <a:pt x="708" y="502"/>
                    <a:pt x="708" y="502"/>
                    <a:pt x="708"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10" y="502"/>
                  </a:moveTo>
                  <a:cubicBezTo>
                    <a:pt x="709" y="502"/>
                    <a:pt x="709" y="502"/>
                    <a:pt x="709"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1"/>
                  </a:moveTo>
                  <a:cubicBezTo>
                    <a:pt x="710" y="502"/>
                    <a:pt x="710" y="502"/>
                    <a:pt x="710" y="502"/>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1" y="501"/>
                  </a:moveTo>
                  <a:cubicBezTo>
                    <a:pt x="711" y="501"/>
                    <a:pt x="711" y="501"/>
                    <a:pt x="711" y="501"/>
                  </a:cubicBezTo>
                  <a:cubicBezTo>
                    <a:pt x="711" y="501"/>
                    <a:pt x="711" y="501"/>
                    <a:pt x="711" y="501"/>
                  </a:cubicBezTo>
                  <a:cubicBezTo>
                    <a:pt x="711" y="501"/>
                    <a:pt x="711" y="501"/>
                    <a:pt x="711" y="501"/>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9" y="478"/>
                    <a:pt x="819" y="478"/>
                    <a:pt x="819" y="478"/>
                  </a:cubicBezTo>
                  <a:cubicBezTo>
                    <a:pt x="818" y="478"/>
                    <a:pt x="818" y="478"/>
                    <a:pt x="818" y="478"/>
                  </a:cubicBezTo>
                  <a:cubicBezTo>
                    <a:pt x="818" y="478"/>
                    <a:pt x="818" y="478"/>
                    <a:pt x="818"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6" y="478"/>
                  </a:moveTo>
                  <a:cubicBezTo>
                    <a:pt x="805" y="478"/>
                    <a:pt x="805" y="478"/>
                    <a:pt x="805"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8" y="478"/>
                    <a:pt x="808" y="478"/>
                    <a:pt x="808" y="478"/>
                  </a:cubicBezTo>
                  <a:cubicBezTo>
                    <a:pt x="807" y="478"/>
                    <a:pt x="807" y="478"/>
                    <a:pt x="807"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9" y="478"/>
                    <a:pt x="809" y="478"/>
                    <a:pt x="809" y="478"/>
                  </a:cubicBezTo>
                  <a:cubicBezTo>
                    <a:pt x="808" y="478"/>
                    <a:pt x="808" y="478"/>
                    <a:pt x="808"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10" y="478"/>
                  </a:moveTo>
                  <a:cubicBezTo>
                    <a:pt x="809" y="478"/>
                    <a:pt x="809" y="478"/>
                    <a:pt x="809"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cubicBezTo>
                    <a:pt x="810" y="478"/>
                    <a:pt x="810" y="478"/>
                    <a:pt x="810"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8" y="478"/>
                  </a:moveTo>
                  <a:cubicBezTo>
                    <a:pt x="797" y="478"/>
                    <a:pt x="797" y="478"/>
                    <a:pt x="797"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9" y="478"/>
                    <a:pt x="799" y="478"/>
                    <a:pt x="799" y="478"/>
                  </a:cubicBezTo>
                  <a:cubicBezTo>
                    <a:pt x="798" y="478"/>
                    <a:pt x="798" y="478"/>
                    <a:pt x="798"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1" y="478"/>
                    <a:pt x="801" y="478"/>
                    <a:pt x="801" y="478"/>
                  </a:cubicBezTo>
                  <a:cubicBezTo>
                    <a:pt x="800" y="478"/>
                    <a:pt x="800" y="478"/>
                    <a:pt x="800"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791" y="426"/>
                  </a:moveTo>
                  <a:cubicBezTo>
                    <a:pt x="792" y="426"/>
                    <a:pt x="792" y="426"/>
                    <a:pt x="793" y="426"/>
                  </a:cubicBezTo>
                  <a:cubicBezTo>
                    <a:pt x="792" y="426"/>
                    <a:pt x="792" y="426"/>
                    <a:pt x="791" y="426"/>
                  </a:cubicBezTo>
                  <a:moveTo>
                    <a:pt x="794" y="427"/>
                  </a:moveTo>
                  <a:cubicBezTo>
                    <a:pt x="793" y="427"/>
                    <a:pt x="793" y="426"/>
                    <a:pt x="793" y="426"/>
                  </a:cubicBezTo>
                  <a:cubicBezTo>
                    <a:pt x="793" y="426"/>
                    <a:pt x="793" y="427"/>
                    <a:pt x="794" y="427"/>
                  </a:cubicBezTo>
                  <a:moveTo>
                    <a:pt x="794" y="427"/>
                  </a:moveTo>
                  <a:cubicBezTo>
                    <a:pt x="794" y="427"/>
                    <a:pt x="795" y="427"/>
                    <a:pt x="795" y="428"/>
                  </a:cubicBezTo>
                  <a:cubicBezTo>
                    <a:pt x="795" y="427"/>
                    <a:pt x="794" y="427"/>
                    <a:pt x="794" y="427"/>
                  </a:cubicBezTo>
                  <a:moveTo>
                    <a:pt x="795" y="428"/>
                  </a:moveTo>
                  <a:cubicBezTo>
                    <a:pt x="795" y="428"/>
                    <a:pt x="796" y="428"/>
                    <a:pt x="796" y="428"/>
                  </a:cubicBezTo>
                  <a:cubicBezTo>
                    <a:pt x="796" y="428"/>
                    <a:pt x="795" y="428"/>
                    <a:pt x="795" y="428"/>
                  </a:cubicBezTo>
                  <a:moveTo>
                    <a:pt x="796" y="428"/>
                  </a:moveTo>
                  <a:cubicBezTo>
                    <a:pt x="796" y="428"/>
                    <a:pt x="797" y="429"/>
                    <a:pt x="797" y="429"/>
                  </a:cubicBezTo>
                  <a:cubicBezTo>
                    <a:pt x="797" y="429"/>
                    <a:pt x="796" y="428"/>
                    <a:pt x="796" y="428"/>
                  </a:cubicBezTo>
                  <a:moveTo>
                    <a:pt x="797" y="429"/>
                  </a:moveTo>
                  <a:cubicBezTo>
                    <a:pt x="797" y="429"/>
                    <a:pt x="798" y="429"/>
                    <a:pt x="798" y="430"/>
                  </a:cubicBezTo>
                  <a:cubicBezTo>
                    <a:pt x="798" y="429"/>
                    <a:pt x="797" y="429"/>
                    <a:pt x="797" y="429"/>
                  </a:cubicBezTo>
                  <a:moveTo>
                    <a:pt x="798" y="430"/>
                  </a:moveTo>
                  <a:cubicBezTo>
                    <a:pt x="798" y="430"/>
                    <a:pt x="799" y="430"/>
                    <a:pt x="799" y="430"/>
                  </a:cubicBezTo>
                  <a:cubicBezTo>
                    <a:pt x="799" y="430"/>
                    <a:pt x="798" y="430"/>
                    <a:pt x="798" y="430"/>
                  </a:cubicBezTo>
                  <a:moveTo>
                    <a:pt x="799" y="430"/>
                  </a:moveTo>
                  <a:cubicBezTo>
                    <a:pt x="799" y="431"/>
                    <a:pt x="800" y="431"/>
                    <a:pt x="800" y="431"/>
                  </a:cubicBezTo>
                  <a:cubicBezTo>
                    <a:pt x="800" y="431"/>
                    <a:pt x="799" y="431"/>
                    <a:pt x="799" y="430"/>
                  </a:cubicBezTo>
                  <a:moveTo>
                    <a:pt x="800" y="431"/>
                  </a:moveTo>
                  <a:cubicBezTo>
                    <a:pt x="800" y="431"/>
                    <a:pt x="800" y="432"/>
                    <a:pt x="800" y="432"/>
                  </a:cubicBezTo>
                  <a:cubicBezTo>
                    <a:pt x="800" y="432"/>
                    <a:pt x="800" y="431"/>
                    <a:pt x="800" y="431"/>
                  </a:cubicBezTo>
                  <a:moveTo>
                    <a:pt x="800" y="432"/>
                  </a:moveTo>
                  <a:cubicBezTo>
                    <a:pt x="801" y="432"/>
                    <a:pt x="801" y="432"/>
                    <a:pt x="801" y="432"/>
                  </a:cubicBezTo>
                  <a:cubicBezTo>
                    <a:pt x="801" y="432"/>
                    <a:pt x="801" y="432"/>
                    <a:pt x="800" y="432"/>
                  </a:cubicBezTo>
                  <a:moveTo>
                    <a:pt x="802" y="433"/>
                  </a:moveTo>
                  <a:cubicBezTo>
                    <a:pt x="801" y="432"/>
                    <a:pt x="801" y="432"/>
                    <a:pt x="801" y="432"/>
                  </a:cubicBezTo>
                  <a:cubicBezTo>
                    <a:pt x="802" y="433"/>
                    <a:pt x="802" y="433"/>
                    <a:pt x="802" y="433"/>
                  </a:cubicBezTo>
                  <a:moveTo>
                    <a:pt x="802" y="433"/>
                  </a:moveTo>
                  <a:cubicBezTo>
                    <a:pt x="802" y="433"/>
                    <a:pt x="802" y="433"/>
                    <a:pt x="802" y="433"/>
                  </a:cubicBezTo>
                  <a:cubicBezTo>
                    <a:pt x="802" y="433"/>
                    <a:pt x="802" y="433"/>
                    <a:pt x="802" y="433"/>
                  </a:cubicBezTo>
                  <a:moveTo>
                    <a:pt x="802" y="433"/>
                  </a:moveTo>
                  <a:cubicBezTo>
                    <a:pt x="803" y="434"/>
                    <a:pt x="803" y="434"/>
                    <a:pt x="803" y="434"/>
                  </a:cubicBezTo>
                  <a:cubicBezTo>
                    <a:pt x="803" y="434"/>
                    <a:pt x="803" y="434"/>
                    <a:pt x="802" y="433"/>
                  </a:cubicBezTo>
                  <a:moveTo>
                    <a:pt x="803" y="434"/>
                  </a:moveTo>
                  <a:cubicBezTo>
                    <a:pt x="803" y="434"/>
                    <a:pt x="803" y="434"/>
                    <a:pt x="803" y="435"/>
                  </a:cubicBezTo>
                  <a:cubicBezTo>
                    <a:pt x="803" y="434"/>
                    <a:pt x="803" y="434"/>
                    <a:pt x="803" y="434"/>
                  </a:cubicBezTo>
                  <a:moveTo>
                    <a:pt x="803" y="435"/>
                  </a:moveTo>
                  <a:cubicBezTo>
                    <a:pt x="803" y="435"/>
                    <a:pt x="804" y="435"/>
                    <a:pt x="804" y="435"/>
                  </a:cubicBezTo>
                  <a:cubicBezTo>
                    <a:pt x="804" y="435"/>
                    <a:pt x="803" y="435"/>
                    <a:pt x="803" y="435"/>
                  </a:cubicBezTo>
                  <a:moveTo>
                    <a:pt x="804" y="435"/>
                  </a:moveTo>
                  <a:cubicBezTo>
                    <a:pt x="804" y="435"/>
                    <a:pt x="804" y="436"/>
                    <a:pt x="804" y="436"/>
                  </a:cubicBezTo>
                  <a:cubicBezTo>
                    <a:pt x="804" y="436"/>
                    <a:pt x="804" y="435"/>
                    <a:pt x="804" y="435"/>
                  </a:cubicBezTo>
                  <a:moveTo>
                    <a:pt x="804" y="436"/>
                  </a:moveTo>
                  <a:cubicBezTo>
                    <a:pt x="804" y="436"/>
                    <a:pt x="804" y="436"/>
                    <a:pt x="804" y="436"/>
                  </a:cubicBezTo>
                  <a:cubicBezTo>
                    <a:pt x="804" y="436"/>
                    <a:pt x="804" y="436"/>
                    <a:pt x="804" y="436"/>
                  </a:cubicBezTo>
                  <a:moveTo>
                    <a:pt x="804" y="436"/>
                  </a:moveTo>
                  <a:cubicBezTo>
                    <a:pt x="804" y="436"/>
                    <a:pt x="805" y="436"/>
                    <a:pt x="805" y="437"/>
                  </a:cubicBezTo>
                  <a:cubicBezTo>
                    <a:pt x="805" y="436"/>
                    <a:pt x="804" y="436"/>
                    <a:pt x="804" y="436"/>
                  </a:cubicBezTo>
                  <a:moveTo>
                    <a:pt x="805" y="437"/>
                  </a:moveTo>
                  <a:cubicBezTo>
                    <a:pt x="805" y="437"/>
                    <a:pt x="805" y="437"/>
                    <a:pt x="805" y="437"/>
                  </a:cubicBezTo>
                  <a:cubicBezTo>
                    <a:pt x="805" y="437"/>
                    <a:pt x="805" y="437"/>
                    <a:pt x="805" y="437"/>
                  </a:cubicBezTo>
                  <a:moveTo>
                    <a:pt x="805" y="437"/>
                  </a:moveTo>
                  <a:cubicBezTo>
                    <a:pt x="805" y="437"/>
                    <a:pt x="805" y="437"/>
                    <a:pt x="805" y="437"/>
                  </a:cubicBezTo>
                  <a:cubicBezTo>
                    <a:pt x="805" y="437"/>
                    <a:pt x="805" y="437"/>
                    <a:pt x="805" y="437"/>
                  </a:cubicBezTo>
                  <a:moveTo>
                    <a:pt x="805" y="437"/>
                  </a:moveTo>
                  <a:cubicBezTo>
                    <a:pt x="805" y="438"/>
                    <a:pt x="805" y="438"/>
                    <a:pt x="805" y="438"/>
                  </a:cubicBezTo>
                  <a:cubicBezTo>
                    <a:pt x="805" y="437"/>
                    <a:pt x="805" y="437"/>
                    <a:pt x="805" y="437"/>
                  </a:cubicBezTo>
                  <a:moveTo>
                    <a:pt x="806" y="438"/>
                  </a:moveTo>
                  <a:cubicBezTo>
                    <a:pt x="806" y="438"/>
                    <a:pt x="805" y="438"/>
                    <a:pt x="805" y="438"/>
                  </a:cubicBezTo>
                  <a:cubicBezTo>
                    <a:pt x="805" y="438"/>
                    <a:pt x="806" y="438"/>
                    <a:pt x="806" y="438"/>
                  </a:cubicBezTo>
                  <a:moveTo>
                    <a:pt x="806" y="439"/>
                  </a:moveTo>
                  <a:cubicBezTo>
                    <a:pt x="806" y="439"/>
                    <a:pt x="806" y="439"/>
                    <a:pt x="806" y="438"/>
                  </a:cubicBezTo>
                  <a:cubicBezTo>
                    <a:pt x="806" y="439"/>
                    <a:pt x="806" y="439"/>
                    <a:pt x="806" y="439"/>
                  </a:cubicBezTo>
                  <a:moveTo>
                    <a:pt x="806" y="439"/>
                  </a:moveTo>
                  <a:cubicBezTo>
                    <a:pt x="806" y="439"/>
                    <a:pt x="806" y="439"/>
                    <a:pt x="806" y="439"/>
                  </a:cubicBezTo>
                  <a:cubicBezTo>
                    <a:pt x="806" y="439"/>
                    <a:pt x="806" y="439"/>
                    <a:pt x="806" y="439"/>
                  </a:cubicBezTo>
                  <a:moveTo>
                    <a:pt x="806" y="440"/>
                  </a:moveTo>
                  <a:cubicBezTo>
                    <a:pt x="806" y="440"/>
                    <a:pt x="806" y="439"/>
                    <a:pt x="806" y="439"/>
                  </a:cubicBezTo>
                  <a:cubicBezTo>
                    <a:pt x="806" y="439"/>
                    <a:pt x="806" y="440"/>
                    <a:pt x="806" y="440"/>
                  </a:cubicBezTo>
                  <a:moveTo>
                    <a:pt x="806" y="440"/>
                  </a:moveTo>
                  <a:cubicBezTo>
                    <a:pt x="806" y="440"/>
                    <a:pt x="806" y="440"/>
                    <a:pt x="806" y="440"/>
                  </a:cubicBezTo>
                  <a:cubicBezTo>
                    <a:pt x="806" y="440"/>
                    <a:pt x="806" y="440"/>
                    <a:pt x="806" y="440"/>
                  </a:cubicBezTo>
                  <a:moveTo>
                    <a:pt x="806" y="440"/>
                  </a:moveTo>
                  <a:cubicBezTo>
                    <a:pt x="806" y="440"/>
                    <a:pt x="806" y="440"/>
                    <a:pt x="806" y="440"/>
                  </a:cubicBezTo>
                  <a:cubicBezTo>
                    <a:pt x="806" y="440"/>
                    <a:pt x="806" y="440"/>
                    <a:pt x="806" y="440"/>
                  </a:cubicBezTo>
                  <a:moveTo>
                    <a:pt x="806" y="440"/>
                  </a:moveTo>
                  <a:cubicBezTo>
                    <a:pt x="806" y="441"/>
                    <a:pt x="806" y="441"/>
                    <a:pt x="806" y="441"/>
                  </a:cubicBezTo>
                  <a:cubicBezTo>
                    <a:pt x="806" y="440"/>
                    <a:pt x="806" y="440"/>
                    <a:pt x="806" y="440"/>
                  </a:cubicBezTo>
                  <a:moveTo>
                    <a:pt x="806" y="441"/>
                  </a:moveTo>
                  <a:cubicBezTo>
                    <a:pt x="806" y="441"/>
                    <a:pt x="806" y="441"/>
                    <a:pt x="806" y="441"/>
                  </a:cubicBezTo>
                  <a:cubicBezTo>
                    <a:pt x="806" y="441"/>
                    <a:pt x="806" y="441"/>
                    <a:pt x="806" y="441"/>
                  </a:cubicBezTo>
                  <a:moveTo>
                    <a:pt x="806" y="442"/>
                  </a:moveTo>
                  <a:cubicBezTo>
                    <a:pt x="806" y="442"/>
                    <a:pt x="806" y="442"/>
                    <a:pt x="806" y="441"/>
                  </a:cubicBezTo>
                  <a:cubicBezTo>
                    <a:pt x="806" y="442"/>
                    <a:pt x="806" y="442"/>
                    <a:pt x="806" y="442"/>
                  </a:cubicBezTo>
                  <a:moveTo>
                    <a:pt x="806" y="442"/>
                  </a:moveTo>
                  <a:cubicBezTo>
                    <a:pt x="806" y="442"/>
                    <a:pt x="806" y="442"/>
                    <a:pt x="806" y="442"/>
                  </a:cubicBezTo>
                  <a:cubicBezTo>
                    <a:pt x="806" y="442"/>
                    <a:pt x="806" y="442"/>
                    <a:pt x="806" y="442"/>
                  </a:cubicBezTo>
                  <a:moveTo>
                    <a:pt x="806" y="443"/>
                  </a:moveTo>
                  <a:cubicBezTo>
                    <a:pt x="806" y="442"/>
                    <a:pt x="806" y="442"/>
                    <a:pt x="806" y="442"/>
                  </a:cubicBezTo>
                  <a:cubicBezTo>
                    <a:pt x="806" y="443"/>
                    <a:pt x="806" y="443"/>
                    <a:pt x="806" y="443"/>
                  </a:cubicBezTo>
                  <a:moveTo>
                    <a:pt x="807" y="443"/>
                  </a:moveTo>
                  <a:cubicBezTo>
                    <a:pt x="807" y="443"/>
                    <a:pt x="807" y="443"/>
                    <a:pt x="807" y="443"/>
                  </a:cubicBezTo>
                  <a:cubicBezTo>
                    <a:pt x="807" y="443"/>
                    <a:pt x="807" y="443"/>
                    <a:pt x="807" y="443"/>
                  </a:cubicBezTo>
                  <a:moveTo>
                    <a:pt x="807" y="444"/>
                  </a:moveTo>
                  <a:cubicBezTo>
                    <a:pt x="807" y="443"/>
                    <a:pt x="807" y="443"/>
                    <a:pt x="807" y="443"/>
                  </a:cubicBezTo>
                  <a:cubicBezTo>
                    <a:pt x="807" y="443"/>
                    <a:pt x="807" y="443"/>
                    <a:pt x="807" y="443"/>
                  </a:cubicBezTo>
                  <a:moveTo>
                    <a:pt x="807" y="444"/>
                  </a:moveTo>
                  <a:cubicBezTo>
                    <a:pt x="807" y="444"/>
                    <a:pt x="807" y="444"/>
                    <a:pt x="807" y="444"/>
                  </a:cubicBezTo>
                  <a:cubicBezTo>
                    <a:pt x="807" y="444"/>
                    <a:pt x="807" y="444"/>
                    <a:pt x="807" y="444"/>
                  </a:cubicBezTo>
                  <a:moveTo>
                    <a:pt x="807" y="444"/>
                  </a:moveTo>
                  <a:cubicBezTo>
                    <a:pt x="807" y="444"/>
                    <a:pt x="807" y="444"/>
                    <a:pt x="807" y="444"/>
                  </a:cubicBezTo>
                  <a:cubicBezTo>
                    <a:pt x="807" y="444"/>
                    <a:pt x="807" y="444"/>
                    <a:pt x="807" y="444"/>
                  </a:cubicBezTo>
                  <a:moveTo>
                    <a:pt x="807" y="445"/>
                  </a:moveTo>
                  <a:cubicBezTo>
                    <a:pt x="807" y="444"/>
                    <a:pt x="807" y="444"/>
                    <a:pt x="807" y="444"/>
                  </a:cubicBezTo>
                  <a:cubicBezTo>
                    <a:pt x="807" y="445"/>
                    <a:pt x="807" y="445"/>
                    <a:pt x="807" y="445"/>
                  </a:cubicBezTo>
                  <a:moveTo>
                    <a:pt x="807" y="445"/>
                  </a:moveTo>
                  <a:cubicBezTo>
                    <a:pt x="807" y="445"/>
                    <a:pt x="807" y="445"/>
                    <a:pt x="807" y="445"/>
                  </a:cubicBezTo>
                  <a:cubicBezTo>
                    <a:pt x="807" y="445"/>
                    <a:pt x="807" y="445"/>
                    <a:pt x="807" y="445"/>
                  </a:cubicBezTo>
                  <a:moveTo>
                    <a:pt x="807" y="445"/>
                  </a:moveTo>
                  <a:cubicBezTo>
                    <a:pt x="807" y="445"/>
                    <a:pt x="807" y="445"/>
                    <a:pt x="807" y="445"/>
                  </a:cubicBezTo>
                  <a:cubicBezTo>
                    <a:pt x="807" y="445"/>
                    <a:pt x="807" y="445"/>
                    <a:pt x="807" y="445"/>
                  </a:cubicBezTo>
                  <a:moveTo>
                    <a:pt x="807" y="446"/>
                  </a:moveTo>
                  <a:cubicBezTo>
                    <a:pt x="807" y="445"/>
                    <a:pt x="807" y="445"/>
                    <a:pt x="807" y="445"/>
                  </a:cubicBezTo>
                  <a:cubicBezTo>
                    <a:pt x="807" y="446"/>
                    <a:pt x="807" y="446"/>
                    <a:pt x="807" y="446"/>
                  </a:cubicBezTo>
                  <a:moveTo>
                    <a:pt x="808" y="446"/>
                  </a:moveTo>
                  <a:cubicBezTo>
                    <a:pt x="807" y="446"/>
                    <a:pt x="807" y="446"/>
                    <a:pt x="807" y="446"/>
                  </a:cubicBezTo>
                  <a:cubicBezTo>
                    <a:pt x="807" y="446"/>
                    <a:pt x="807" y="446"/>
                    <a:pt x="808" y="446"/>
                  </a:cubicBezTo>
                  <a:moveTo>
                    <a:pt x="808" y="446"/>
                  </a:moveTo>
                  <a:cubicBezTo>
                    <a:pt x="808" y="446"/>
                    <a:pt x="808" y="446"/>
                    <a:pt x="808" y="446"/>
                  </a:cubicBezTo>
                  <a:cubicBezTo>
                    <a:pt x="808" y="446"/>
                    <a:pt x="808" y="446"/>
                    <a:pt x="808" y="446"/>
                  </a:cubicBezTo>
                  <a:moveTo>
                    <a:pt x="808" y="447"/>
                  </a:moveTo>
                  <a:cubicBezTo>
                    <a:pt x="808" y="446"/>
                    <a:pt x="808" y="446"/>
                    <a:pt x="808" y="446"/>
                  </a:cubicBezTo>
                  <a:cubicBezTo>
                    <a:pt x="808" y="447"/>
                    <a:pt x="808" y="447"/>
                    <a:pt x="808" y="447"/>
                  </a:cubicBezTo>
                  <a:moveTo>
                    <a:pt x="809" y="447"/>
                  </a:moveTo>
                  <a:cubicBezTo>
                    <a:pt x="808" y="447"/>
                    <a:pt x="808" y="447"/>
                    <a:pt x="808" y="447"/>
                  </a:cubicBezTo>
                  <a:cubicBezTo>
                    <a:pt x="809" y="447"/>
                    <a:pt x="809" y="447"/>
                    <a:pt x="809" y="447"/>
                  </a:cubicBezTo>
                  <a:moveTo>
                    <a:pt x="809" y="447"/>
                  </a:moveTo>
                  <a:cubicBezTo>
                    <a:pt x="809" y="447"/>
                    <a:pt x="809" y="447"/>
                    <a:pt x="809" y="447"/>
                  </a:cubicBezTo>
                  <a:cubicBezTo>
                    <a:pt x="809" y="447"/>
                    <a:pt x="809" y="447"/>
                    <a:pt x="809" y="447"/>
                  </a:cubicBezTo>
                  <a:moveTo>
                    <a:pt x="810" y="447"/>
                  </a:moveTo>
                  <a:cubicBezTo>
                    <a:pt x="809" y="447"/>
                    <a:pt x="809" y="447"/>
                    <a:pt x="809" y="447"/>
                  </a:cubicBezTo>
                  <a:cubicBezTo>
                    <a:pt x="809" y="447"/>
                    <a:pt x="809" y="447"/>
                    <a:pt x="810" y="447"/>
                  </a:cubicBezTo>
                  <a:moveTo>
                    <a:pt x="810" y="447"/>
                  </a:moveTo>
                  <a:cubicBezTo>
                    <a:pt x="810" y="447"/>
                    <a:pt x="810" y="447"/>
                    <a:pt x="810" y="447"/>
                  </a:cubicBezTo>
                  <a:cubicBezTo>
                    <a:pt x="810" y="447"/>
                    <a:pt x="810" y="447"/>
                    <a:pt x="810" y="447"/>
                  </a:cubicBezTo>
                  <a:moveTo>
                    <a:pt x="811" y="448"/>
                  </a:moveTo>
                  <a:cubicBezTo>
                    <a:pt x="810" y="448"/>
                    <a:pt x="810" y="448"/>
                    <a:pt x="810" y="447"/>
                  </a:cubicBezTo>
                  <a:cubicBezTo>
                    <a:pt x="810" y="448"/>
                    <a:pt x="810" y="448"/>
                    <a:pt x="811" y="448"/>
                  </a:cubicBezTo>
                  <a:moveTo>
                    <a:pt x="811" y="448"/>
                  </a:moveTo>
                  <a:cubicBezTo>
                    <a:pt x="811" y="448"/>
                    <a:pt x="811" y="448"/>
                    <a:pt x="811" y="448"/>
                  </a:cubicBezTo>
                  <a:cubicBezTo>
                    <a:pt x="811" y="448"/>
                    <a:pt x="811" y="448"/>
                    <a:pt x="811" y="448"/>
                  </a:cubicBezTo>
                  <a:moveTo>
                    <a:pt x="812" y="448"/>
                  </a:moveTo>
                  <a:cubicBezTo>
                    <a:pt x="811" y="448"/>
                    <a:pt x="811" y="448"/>
                    <a:pt x="811" y="448"/>
                  </a:cubicBezTo>
                  <a:cubicBezTo>
                    <a:pt x="811" y="448"/>
                    <a:pt x="811" y="448"/>
                    <a:pt x="812" y="448"/>
                  </a:cubicBezTo>
                  <a:moveTo>
                    <a:pt x="812" y="448"/>
                  </a:moveTo>
                  <a:cubicBezTo>
                    <a:pt x="812" y="448"/>
                    <a:pt x="812" y="448"/>
                    <a:pt x="812" y="448"/>
                  </a:cubicBezTo>
                  <a:cubicBezTo>
                    <a:pt x="812" y="448"/>
                    <a:pt x="812" y="448"/>
                    <a:pt x="812" y="448"/>
                  </a:cubicBezTo>
                  <a:moveTo>
                    <a:pt x="813" y="449"/>
                  </a:moveTo>
                  <a:cubicBezTo>
                    <a:pt x="813" y="449"/>
                    <a:pt x="813" y="449"/>
                    <a:pt x="812" y="448"/>
                  </a:cubicBezTo>
                  <a:cubicBezTo>
                    <a:pt x="813" y="449"/>
                    <a:pt x="813" y="449"/>
                    <a:pt x="813" y="449"/>
                  </a:cubicBezTo>
                  <a:moveTo>
                    <a:pt x="814" y="449"/>
                  </a:moveTo>
                  <a:cubicBezTo>
                    <a:pt x="814" y="449"/>
                    <a:pt x="814" y="449"/>
                    <a:pt x="813" y="449"/>
                  </a:cubicBezTo>
                  <a:cubicBezTo>
                    <a:pt x="814" y="449"/>
                    <a:pt x="814" y="449"/>
                    <a:pt x="814" y="449"/>
                  </a:cubicBezTo>
                  <a:moveTo>
                    <a:pt x="815" y="449"/>
                  </a:moveTo>
                  <a:cubicBezTo>
                    <a:pt x="815" y="449"/>
                    <a:pt x="815" y="449"/>
                    <a:pt x="814" y="449"/>
                  </a:cubicBezTo>
                  <a:cubicBezTo>
                    <a:pt x="815" y="449"/>
                    <a:pt x="815" y="449"/>
                    <a:pt x="815" y="449"/>
                  </a:cubicBezTo>
                  <a:moveTo>
                    <a:pt x="816" y="450"/>
                  </a:moveTo>
                  <a:cubicBezTo>
                    <a:pt x="816" y="450"/>
                    <a:pt x="815" y="449"/>
                    <a:pt x="815" y="449"/>
                  </a:cubicBezTo>
                  <a:cubicBezTo>
                    <a:pt x="815" y="449"/>
                    <a:pt x="816" y="450"/>
                    <a:pt x="816" y="450"/>
                  </a:cubicBezTo>
                  <a:moveTo>
                    <a:pt x="817" y="450"/>
                  </a:moveTo>
                  <a:cubicBezTo>
                    <a:pt x="817" y="450"/>
                    <a:pt x="817" y="450"/>
                    <a:pt x="816" y="450"/>
                  </a:cubicBezTo>
                  <a:cubicBezTo>
                    <a:pt x="817" y="450"/>
                    <a:pt x="817" y="450"/>
                    <a:pt x="817" y="450"/>
                  </a:cubicBezTo>
                  <a:moveTo>
                    <a:pt x="819" y="450"/>
                  </a:moveTo>
                  <a:cubicBezTo>
                    <a:pt x="818" y="450"/>
                    <a:pt x="818" y="450"/>
                    <a:pt x="817" y="450"/>
                  </a:cubicBezTo>
                  <a:cubicBezTo>
                    <a:pt x="818" y="450"/>
                    <a:pt x="818" y="450"/>
                    <a:pt x="819" y="450"/>
                  </a:cubicBezTo>
                  <a:moveTo>
                    <a:pt x="820" y="451"/>
                  </a:moveTo>
                  <a:cubicBezTo>
                    <a:pt x="819" y="450"/>
                    <a:pt x="819" y="450"/>
                    <a:pt x="819" y="450"/>
                  </a:cubicBezTo>
                  <a:cubicBezTo>
                    <a:pt x="819" y="450"/>
                    <a:pt x="819" y="450"/>
                    <a:pt x="820" y="451"/>
                  </a:cubicBezTo>
                  <a:moveTo>
                    <a:pt x="821" y="451"/>
                  </a:moveTo>
                  <a:cubicBezTo>
                    <a:pt x="821" y="451"/>
                    <a:pt x="820" y="451"/>
                    <a:pt x="820" y="451"/>
                  </a:cubicBezTo>
                  <a:cubicBezTo>
                    <a:pt x="820" y="451"/>
                    <a:pt x="821" y="451"/>
                    <a:pt x="821" y="451"/>
                  </a:cubicBezTo>
                  <a:moveTo>
                    <a:pt x="823" y="451"/>
                  </a:moveTo>
                  <a:cubicBezTo>
                    <a:pt x="822" y="451"/>
                    <a:pt x="822" y="451"/>
                    <a:pt x="821" y="451"/>
                  </a:cubicBezTo>
                  <a:cubicBezTo>
                    <a:pt x="822" y="451"/>
                    <a:pt x="822" y="451"/>
                    <a:pt x="823" y="451"/>
                  </a:cubicBezTo>
                  <a:moveTo>
                    <a:pt x="824" y="451"/>
                  </a:moveTo>
                  <a:cubicBezTo>
                    <a:pt x="824" y="451"/>
                    <a:pt x="823" y="451"/>
                    <a:pt x="823" y="451"/>
                  </a:cubicBezTo>
                  <a:cubicBezTo>
                    <a:pt x="823" y="451"/>
                    <a:pt x="824" y="451"/>
                    <a:pt x="824" y="451"/>
                  </a:cubicBezTo>
                  <a:moveTo>
                    <a:pt x="826" y="452"/>
                  </a:moveTo>
                  <a:cubicBezTo>
                    <a:pt x="825" y="451"/>
                    <a:pt x="825" y="451"/>
                    <a:pt x="824" y="451"/>
                  </a:cubicBezTo>
                  <a:cubicBezTo>
                    <a:pt x="825" y="451"/>
                    <a:pt x="825" y="451"/>
                    <a:pt x="826" y="452"/>
                  </a:cubicBezTo>
                  <a:moveTo>
                    <a:pt x="828" y="452"/>
                  </a:moveTo>
                  <a:cubicBezTo>
                    <a:pt x="827" y="452"/>
                    <a:pt x="827" y="452"/>
                    <a:pt x="826" y="452"/>
                  </a:cubicBezTo>
                  <a:cubicBezTo>
                    <a:pt x="827" y="452"/>
                    <a:pt x="827" y="452"/>
                    <a:pt x="828" y="452"/>
                  </a:cubicBezTo>
                  <a:moveTo>
                    <a:pt x="828" y="452"/>
                  </a:moveTo>
                  <a:cubicBezTo>
                    <a:pt x="830" y="452"/>
                    <a:pt x="830" y="452"/>
                    <a:pt x="830" y="452"/>
                  </a:cubicBezTo>
                  <a:cubicBezTo>
                    <a:pt x="829" y="452"/>
                    <a:pt x="828" y="452"/>
                    <a:pt x="828" y="452"/>
                  </a:cubicBezTo>
                  <a:moveTo>
                    <a:pt x="936" y="311"/>
                  </a:moveTo>
                  <a:cubicBezTo>
                    <a:pt x="936" y="311"/>
                    <a:pt x="936" y="311"/>
                    <a:pt x="936" y="311"/>
                  </a:cubicBezTo>
                  <a:cubicBezTo>
                    <a:pt x="936" y="311"/>
                    <a:pt x="936" y="311"/>
                    <a:pt x="936" y="311"/>
                  </a:cubicBezTo>
                  <a:moveTo>
                    <a:pt x="936" y="311"/>
                  </a:moveTo>
                  <a:cubicBezTo>
                    <a:pt x="936" y="311"/>
                    <a:pt x="936" y="311"/>
                    <a:pt x="936" y="311"/>
                  </a:cubicBezTo>
                  <a:cubicBezTo>
                    <a:pt x="936" y="311"/>
                    <a:pt x="936" y="311"/>
                    <a:pt x="936" y="311"/>
                  </a:cubicBezTo>
                  <a:moveTo>
                    <a:pt x="936" y="312"/>
                  </a:moveTo>
                  <a:cubicBezTo>
                    <a:pt x="936" y="312"/>
                    <a:pt x="936" y="312"/>
                    <a:pt x="936" y="311"/>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7" y="312"/>
                  </a:moveTo>
                  <a:cubicBezTo>
                    <a:pt x="936" y="312"/>
                    <a:pt x="936" y="312"/>
                    <a:pt x="936" y="312"/>
                  </a:cubicBezTo>
                  <a:cubicBezTo>
                    <a:pt x="936" y="312"/>
                    <a:pt x="936" y="312"/>
                    <a:pt x="936" y="312"/>
                  </a:cubicBezTo>
                  <a:moveTo>
                    <a:pt x="937" y="312"/>
                  </a:moveTo>
                  <a:cubicBezTo>
                    <a:pt x="937" y="312"/>
                    <a:pt x="937" y="312"/>
                    <a:pt x="937" y="312"/>
                  </a:cubicBezTo>
                  <a:cubicBezTo>
                    <a:pt x="937" y="312"/>
                    <a:pt x="937" y="312"/>
                    <a:pt x="937" y="312"/>
                  </a:cubicBezTo>
                  <a:moveTo>
                    <a:pt x="937" y="313"/>
                  </a:moveTo>
                  <a:cubicBezTo>
                    <a:pt x="937" y="312"/>
                    <a:pt x="937" y="312"/>
                    <a:pt x="937" y="312"/>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4"/>
                    <a:pt x="937" y="314"/>
                    <a:pt x="937" y="314"/>
                  </a:cubicBezTo>
                  <a:cubicBezTo>
                    <a:pt x="937" y="313"/>
                    <a:pt x="937" y="313"/>
                    <a:pt x="937" y="313"/>
                  </a:cubicBezTo>
                  <a:moveTo>
                    <a:pt x="938" y="315"/>
                  </a:moveTo>
                  <a:cubicBezTo>
                    <a:pt x="938" y="314"/>
                    <a:pt x="937" y="314"/>
                    <a:pt x="937" y="314"/>
                  </a:cubicBezTo>
                  <a:cubicBezTo>
                    <a:pt x="937" y="314"/>
                    <a:pt x="938" y="314"/>
                    <a:pt x="938" y="315"/>
                  </a:cubicBezTo>
                  <a:moveTo>
                    <a:pt x="938" y="315"/>
                  </a:moveTo>
                  <a:cubicBezTo>
                    <a:pt x="938" y="315"/>
                    <a:pt x="938" y="316"/>
                    <a:pt x="938" y="316"/>
                  </a:cubicBezTo>
                  <a:cubicBezTo>
                    <a:pt x="938" y="316"/>
                    <a:pt x="938" y="315"/>
                    <a:pt x="938" y="315"/>
                  </a:cubicBezTo>
                  <a:moveTo>
                    <a:pt x="938" y="316"/>
                  </a:moveTo>
                  <a:cubicBezTo>
                    <a:pt x="938" y="316"/>
                    <a:pt x="939" y="317"/>
                    <a:pt x="939" y="317"/>
                  </a:cubicBezTo>
                  <a:cubicBezTo>
                    <a:pt x="939" y="317"/>
                    <a:pt x="938" y="316"/>
                    <a:pt x="938" y="316"/>
                  </a:cubicBezTo>
                  <a:moveTo>
                    <a:pt x="939" y="317"/>
                  </a:moveTo>
                  <a:cubicBezTo>
                    <a:pt x="939" y="317"/>
                    <a:pt x="939" y="318"/>
                    <a:pt x="939" y="318"/>
                  </a:cubicBezTo>
                  <a:cubicBezTo>
                    <a:pt x="939" y="318"/>
                    <a:pt x="939" y="317"/>
                    <a:pt x="939" y="317"/>
                  </a:cubicBezTo>
                  <a:moveTo>
                    <a:pt x="939" y="318"/>
                  </a:moveTo>
                  <a:cubicBezTo>
                    <a:pt x="940" y="319"/>
                    <a:pt x="940" y="319"/>
                    <a:pt x="940" y="320"/>
                  </a:cubicBezTo>
                  <a:cubicBezTo>
                    <a:pt x="940" y="319"/>
                    <a:pt x="940" y="319"/>
                    <a:pt x="939" y="318"/>
                  </a:cubicBezTo>
                  <a:moveTo>
                    <a:pt x="941" y="321"/>
                  </a:moveTo>
                  <a:cubicBezTo>
                    <a:pt x="940" y="321"/>
                    <a:pt x="940" y="320"/>
                    <a:pt x="940" y="320"/>
                  </a:cubicBezTo>
                  <a:cubicBezTo>
                    <a:pt x="940" y="320"/>
                    <a:pt x="940" y="321"/>
                    <a:pt x="941" y="321"/>
                  </a:cubicBezTo>
                  <a:moveTo>
                    <a:pt x="941" y="322"/>
                  </a:moveTo>
                  <a:cubicBezTo>
                    <a:pt x="941" y="322"/>
                    <a:pt x="941" y="321"/>
                    <a:pt x="941" y="321"/>
                  </a:cubicBezTo>
                  <a:cubicBezTo>
                    <a:pt x="941" y="321"/>
                    <a:pt x="941" y="322"/>
                    <a:pt x="941" y="322"/>
                  </a:cubicBezTo>
                  <a:moveTo>
                    <a:pt x="941" y="323"/>
                  </a:moveTo>
                  <a:cubicBezTo>
                    <a:pt x="941" y="323"/>
                    <a:pt x="941" y="322"/>
                    <a:pt x="941" y="322"/>
                  </a:cubicBezTo>
                  <a:cubicBezTo>
                    <a:pt x="941" y="322"/>
                    <a:pt x="941" y="323"/>
                    <a:pt x="941" y="323"/>
                  </a:cubicBezTo>
                  <a:moveTo>
                    <a:pt x="941" y="323"/>
                  </a:moveTo>
                  <a:cubicBezTo>
                    <a:pt x="941" y="323"/>
                    <a:pt x="941" y="324"/>
                    <a:pt x="942" y="324"/>
                  </a:cubicBezTo>
                  <a:cubicBezTo>
                    <a:pt x="941" y="324"/>
                    <a:pt x="941" y="323"/>
                    <a:pt x="941" y="323"/>
                  </a:cubicBezTo>
                  <a:moveTo>
                    <a:pt x="942" y="324"/>
                  </a:moveTo>
                  <a:cubicBezTo>
                    <a:pt x="942" y="324"/>
                    <a:pt x="942" y="324"/>
                    <a:pt x="942" y="325"/>
                  </a:cubicBezTo>
                  <a:cubicBezTo>
                    <a:pt x="942" y="324"/>
                    <a:pt x="942" y="324"/>
                    <a:pt x="942" y="324"/>
                  </a:cubicBezTo>
                  <a:moveTo>
                    <a:pt x="942" y="325"/>
                  </a:moveTo>
                  <a:cubicBezTo>
                    <a:pt x="942" y="325"/>
                    <a:pt x="942" y="325"/>
                    <a:pt x="942" y="325"/>
                  </a:cubicBezTo>
                  <a:cubicBezTo>
                    <a:pt x="942" y="325"/>
                    <a:pt x="942" y="325"/>
                    <a:pt x="942" y="325"/>
                  </a:cubicBezTo>
                  <a:moveTo>
                    <a:pt x="943" y="327"/>
                  </a:moveTo>
                  <a:cubicBezTo>
                    <a:pt x="942" y="326"/>
                    <a:pt x="942" y="326"/>
                    <a:pt x="942" y="325"/>
                  </a:cubicBezTo>
                  <a:cubicBezTo>
                    <a:pt x="942" y="326"/>
                    <a:pt x="942" y="326"/>
                    <a:pt x="943" y="327"/>
                  </a:cubicBezTo>
                  <a:moveTo>
                    <a:pt x="943" y="328"/>
                  </a:moveTo>
                  <a:cubicBezTo>
                    <a:pt x="943" y="327"/>
                    <a:pt x="943" y="327"/>
                    <a:pt x="943" y="327"/>
                  </a:cubicBezTo>
                  <a:cubicBezTo>
                    <a:pt x="943" y="327"/>
                    <a:pt x="943" y="327"/>
                    <a:pt x="943" y="328"/>
                  </a:cubicBezTo>
                  <a:moveTo>
                    <a:pt x="943" y="328"/>
                  </a:moveTo>
                  <a:cubicBezTo>
                    <a:pt x="943" y="328"/>
                    <a:pt x="943" y="328"/>
                    <a:pt x="943" y="328"/>
                  </a:cubicBezTo>
                  <a:cubicBezTo>
                    <a:pt x="943" y="328"/>
                    <a:pt x="943" y="328"/>
                    <a:pt x="943" y="328"/>
                  </a:cubicBezTo>
                  <a:moveTo>
                    <a:pt x="943" y="329"/>
                  </a:moveTo>
                  <a:cubicBezTo>
                    <a:pt x="943" y="329"/>
                    <a:pt x="943" y="328"/>
                    <a:pt x="943" y="328"/>
                  </a:cubicBezTo>
                  <a:cubicBezTo>
                    <a:pt x="943" y="329"/>
                    <a:pt x="943" y="329"/>
                    <a:pt x="943" y="330"/>
                  </a:cubicBezTo>
                  <a:cubicBezTo>
                    <a:pt x="943" y="330"/>
                    <a:pt x="943" y="329"/>
                    <a:pt x="943" y="329"/>
                  </a:cubicBezTo>
                  <a:moveTo>
                    <a:pt x="975" y="276"/>
                  </a:moveTo>
                  <a:cubicBezTo>
                    <a:pt x="976" y="278"/>
                    <a:pt x="976" y="278"/>
                    <a:pt x="976" y="278"/>
                  </a:cubicBezTo>
                  <a:cubicBezTo>
                    <a:pt x="975" y="277"/>
                    <a:pt x="975" y="277"/>
                    <a:pt x="975" y="276"/>
                  </a:cubicBezTo>
                  <a:moveTo>
                    <a:pt x="976" y="279"/>
                  </a:moveTo>
                  <a:cubicBezTo>
                    <a:pt x="976" y="279"/>
                    <a:pt x="976" y="278"/>
                    <a:pt x="976" y="278"/>
                  </a:cubicBezTo>
                  <a:cubicBezTo>
                    <a:pt x="976" y="278"/>
                    <a:pt x="976" y="279"/>
                    <a:pt x="976" y="279"/>
                  </a:cubicBezTo>
                  <a:moveTo>
                    <a:pt x="976" y="280"/>
                  </a:moveTo>
                  <a:cubicBezTo>
                    <a:pt x="976" y="280"/>
                    <a:pt x="976" y="279"/>
                    <a:pt x="976" y="279"/>
                  </a:cubicBezTo>
                  <a:cubicBezTo>
                    <a:pt x="976" y="279"/>
                    <a:pt x="976" y="280"/>
                    <a:pt x="976" y="280"/>
                  </a:cubicBezTo>
                  <a:moveTo>
                    <a:pt x="976" y="280"/>
                  </a:moveTo>
                  <a:cubicBezTo>
                    <a:pt x="976" y="280"/>
                    <a:pt x="977" y="281"/>
                    <a:pt x="977" y="281"/>
                  </a:cubicBezTo>
                  <a:cubicBezTo>
                    <a:pt x="977" y="281"/>
                    <a:pt x="976" y="280"/>
                    <a:pt x="976" y="280"/>
                  </a:cubicBezTo>
                  <a:moveTo>
                    <a:pt x="977" y="281"/>
                  </a:moveTo>
                  <a:cubicBezTo>
                    <a:pt x="977" y="281"/>
                    <a:pt x="977" y="282"/>
                    <a:pt x="977" y="282"/>
                  </a:cubicBezTo>
                  <a:cubicBezTo>
                    <a:pt x="977" y="282"/>
                    <a:pt x="977" y="281"/>
                    <a:pt x="977" y="281"/>
                  </a:cubicBezTo>
                  <a:moveTo>
                    <a:pt x="978" y="283"/>
                  </a:moveTo>
                  <a:cubicBezTo>
                    <a:pt x="977" y="283"/>
                    <a:pt x="977" y="282"/>
                    <a:pt x="977" y="282"/>
                  </a:cubicBezTo>
                  <a:cubicBezTo>
                    <a:pt x="977" y="282"/>
                    <a:pt x="977" y="283"/>
                    <a:pt x="978" y="283"/>
                  </a:cubicBezTo>
                  <a:moveTo>
                    <a:pt x="978" y="284"/>
                  </a:moveTo>
                  <a:cubicBezTo>
                    <a:pt x="978" y="283"/>
                    <a:pt x="978" y="283"/>
                    <a:pt x="978" y="283"/>
                  </a:cubicBezTo>
                  <a:cubicBezTo>
                    <a:pt x="978" y="283"/>
                    <a:pt x="978" y="283"/>
                    <a:pt x="978" y="284"/>
                  </a:cubicBezTo>
                  <a:moveTo>
                    <a:pt x="978" y="285"/>
                  </a:moveTo>
                  <a:cubicBezTo>
                    <a:pt x="978" y="284"/>
                    <a:pt x="978" y="284"/>
                    <a:pt x="978" y="284"/>
                  </a:cubicBezTo>
                  <a:cubicBezTo>
                    <a:pt x="978" y="284"/>
                    <a:pt x="978" y="284"/>
                    <a:pt x="978" y="285"/>
                  </a:cubicBezTo>
                  <a:moveTo>
                    <a:pt x="979" y="286"/>
                  </a:moveTo>
                  <a:cubicBezTo>
                    <a:pt x="979" y="285"/>
                    <a:pt x="979" y="285"/>
                    <a:pt x="978" y="285"/>
                  </a:cubicBezTo>
                  <a:cubicBezTo>
                    <a:pt x="979" y="285"/>
                    <a:pt x="979" y="285"/>
                    <a:pt x="979" y="286"/>
                  </a:cubicBezTo>
                  <a:moveTo>
                    <a:pt x="979" y="287"/>
                  </a:moveTo>
                  <a:cubicBezTo>
                    <a:pt x="979" y="286"/>
                    <a:pt x="979" y="286"/>
                    <a:pt x="979" y="286"/>
                  </a:cubicBezTo>
                  <a:cubicBezTo>
                    <a:pt x="979" y="286"/>
                    <a:pt x="979" y="286"/>
                    <a:pt x="979" y="287"/>
                  </a:cubicBezTo>
                  <a:moveTo>
                    <a:pt x="980" y="288"/>
                  </a:moveTo>
                  <a:cubicBezTo>
                    <a:pt x="979" y="288"/>
                    <a:pt x="979" y="287"/>
                    <a:pt x="979" y="287"/>
                  </a:cubicBezTo>
                  <a:cubicBezTo>
                    <a:pt x="979" y="287"/>
                    <a:pt x="979" y="288"/>
                    <a:pt x="980" y="288"/>
                  </a:cubicBezTo>
                  <a:moveTo>
                    <a:pt x="980" y="289"/>
                  </a:moveTo>
                  <a:cubicBezTo>
                    <a:pt x="980" y="288"/>
                    <a:pt x="980" y="288"/>
                    <a:pt x="980" y="288"/>
                  </a:cubicBezTo>
                  <a:cubicBezTo>
                    <a:pt x="980" y="288"/>
                    <a:pt x="980" y="288"/>
                    <a:pt x="980" y="289"/>
                  </a:cubicBezTo>
                  <a:moveTo>
                    <a:pt x="980" y="289"/>
                  </a:moveTo>
                  <a:cubicBezTo>
                    <a:pt x="980" y="289"/>
                    <a:pt x="980" y="289"/>
                    <a:pt x="980" y="289"/>
                  </a:cubicBezTo>
                  <a:cubicBezTo>
                    <a:pt x="980" y="289"/>
                    <a:pt x="980" y="289"/>
                    <a:pt x="980" y="289"/>
                  </a:cubicBezTo>
                  <a:moveTo>
                    <a:pt x="981" y="290"/>
                  </a:moveTo>
                  <a:cubicBezTo>
                    <a:pt x="981" y="290"/>
                    <a:pt x="980" y="290"/>
                    <a:pt x="980" y="289"/>
                  </a:cubicBezTo>
                  <a:cubicBezTo>
                    <a:pt x="980" y="290"/>
                    <a:pt x="981" y="290"/>
                    <a:pt x="981" y="290"/>
                  </a:cubicBezTo>
                  <a:moveTo>
                    <a:pt x="981" y="291"/>
                  </a:moveTo>
                  <a:cubicBezTo>
                    <a:pt x="981" y="291"/>
                    <a:pt x="981" y="291"/>
                    <a:pt x="981" y="290"/>
                  </a:cubicBezTo>
                  <a:cubicBezTo>
                    <a:pt x="981" y="291"/>
                    <a:pt x="981" y="291"/>
                    <a:pt x="981" y="291"/>
                  </a:cubicBezTo>
                  <a:moveTo>
                    <a:pt x="981" y="292"/>
                  </a:moveTo>
                  <a:cubicBezTo>
                    <a:pt x="981" y="292"/>
                    <a:pt x="981" y="292"/>
                    <a:pt x="981" y="291"/>
                  </a:cubicBezTo>
                  <a:cubicBezTo>
                    <a:pt x="981" y="292"/>
                    <a:pt x="981" y="292"/>
                    <a:pt x="981" y="292"/>
                  </a:cubicBezTo>
                  <a:moveTo>
                    <a:pt x="982" y="293"/>
                  </a:moveTo>
                  <a:cubicBezTo>
                    <a:pt x="982" y="292"/>
                    <a:pt x="982" y="292"/>
                    <a:pt x="981" y="292"/>
                  </a:cubicBezTo>
                  <a:cubicBezTo>
                    <a:pt x="982" y="292"/>
                    <a:pt x="982" y="292"/>
                    <a:pt x="982" y="293"/>
                  </a:cubicBezTo>
                  <a:moveTo>
                    <a:pt x="983" y="294"/>
                  </a:moveTo>
                  <a:cubicBezTo>
                    <a:pt x="982" y="293"/>
                    <a:pt x="982" y="293"/>
                    <a:pt x="982" y="293"/>
                  </a:cubicBezTo>
                  <a:cubicBezTo>
                    <a:pt x="982" y="293"/>
                    <a:pt x="982" y="293"/>
                    <a:pt x="983" y="294"/>
                  </a:cubicBezTo>
                  <a:moveTo>
                    <a:pt x="983" y="294"/>
                  </a:moveTo>
                  <a:cubicBezTo>
                    <a:pt x="983" y="294"/>
                    <a:pt x="983" y="294"/>
                    <a:pt x="983" y="294"/>
                  </a:cubicBezTo>
                  <a:cubicBezTo>
                    <a:pt x="983" y="294"/>
                    <a:pt x="983" y="294"/>
                    <a:pt x="983" y="294"/>
                  </a:cubicBezTo>
                  <a:moveTo>
                    <a:pt x="984" y="295"/>
                  </a:moveTo>
                  <a:cubicBezTo>
                    <a:pt x="983" y="294"/>
                    <a:pt x="983" y="294"/>
                    <a:pt x="983" y="294"/>
                  </a:cubicBezTo>
                  <a:cubicBezTo>
                    <a:pt x="983" y="294"/>
                    <a:pt x="983" y="294"/>
                    <a:pt x="984" y="295"/>
                  </a:cubicBezTo>
                  <a:moveTo>
                    <a:pt x="984" y="295"/>
                  </a:moveTo>
                  <a:cubicBezTo>
                    <a:pt x="984" y="295"/>
                    <a:pt x="984" y="295"/>
                    <a:pt x="984" y="295"/>
                  </a:cubicBezTo>
                  <a:cubicBezTo>
                    <a:pt x="984" y="295"/>
                    <a:pt x="984" y="295"/>
                    <a:pt x="984" y="295"/>
                  </a:cubicBezTo>
                  <a:moveTo>
                    <a:pt x="984" y="296"/>
                  </a:moveTo>
                  <a:cubicBezTo>
                    <a:pt x="984" y="296"/>
                    <a:pt x="984" y="296"/>
                    <a:pt x="984" y="295"/>
                  </a:cubicBezTo>
                  <a:cubicBezTo>
                    <a:pt x="984" y="296"/>
                    <a:pt x="984" y="296"/>
                    <a:pt x="984" y="296"/>
                  </a:cubicBezTo>
                  <a:moveTo>
                    <a:pt x="985" y="296"/>
                  </a:moveTo>
                  <a:cubicBezTo>
                    <a:pt x="985" y="296"/>
                    <a:pt x="985" y="296"/>
                    <a:pt x="984" y="296"/>
                  </a:cubicBezTo>
                  <a:cubicBezTo>
                    <a:pt x="985" y="296"/>
                    <a:pt x="985" y="296"/>
                    <a:pt x="985" y="296"/>
                  </a:cubicBezTo>
                  <a:moveTo>
                    <a:pt x="986" y="297"/>
                  </a:moveTo>
                  <a:cubicBezTo>
                    <a:pt x="986" y="297"/>
                    <a:pt x="985" y="296"/>
                    <a:pt x="985" y="296"/>
                  </a:cubicBezTo>
                  <a:cubicBezTo>
                    <a:pt x="985" y="296"/>
                    <a:pt x="986" y="297"/>
                    <a:pt x="986" y="297"/>
                  </a:cubicBezTo>
                  <a:moveTo>
                    <a:pt x="986" y="297"/>
                  </a:moveTo>
                  <a:cubicBezTo>
                    <a:pt x="986" y="297"/>
                    <a:pt x="986" y="297"/>
                    <a:pt x="986" y="297"/>
                  </a:cubicBezTo>
                  <a:cubicBezTo>
                    <a:pt x="986" y="297"/>
                    <a:pt x="986" y="297"/>
                    <a:pt x="986" y="297"/>
                  </a:cubicBezTo>
                  <a:moveTo>
                    <a:pt x="987" y="298"/>
                  </a:moveTo>
                  <a:cubicBezTo>
                    <a:pt x="987" y="297"/>
                    <a:pt x="987" y="297"/>
                    <a:pt x="986" y="297"/>
                  </a:cubicBezTo>
                  <a:cubicBezTo>
                    <a:pt x="987" y="297"/>
                    <a:pt x="987" y="297"/>
                    <a:pt x="987" y="298"/>
                  </a:cubicBezTo>
                  <a:moveTo>
                    <a:pt x="987" y="298"/>
                  </a:moveTo>
                  <a:cubicBezTo>
                    <a:pt x="987" y="298"/>
                    <a:pt x="987" y="298"/>
                    <a:pt x="987" y="298"/>
                  </a:cubicBezTo>
                  <a:cubicBezTo>
                    <a:pt x="987" y="298"/>
                    <a:pt x="987" y="298"/>
                    <a:pt x="987" y="298"/>
                  </a:cubicBezTo>
                  <a:moveTo>
                    <a:pt x="988" y="298"/>
                  </a:moveTo>
                  <a:cubicBezTo>
                    <a:pt x="988" y="298"/>
                    <a:pt x="988" y="298"/>
                    <a:pt x="987" y="298"/>
                  </a:cubicBezTo>
                  <a:cubicBezTo>
                    <a:pt x="988" y="298"/>
                    <a:pt x="988" y="298"/>
                    <a:pt x="988" y="298"/>
                  </a:cubicBezTo>
                  <a:moveTo>
                    <a:pt x="989" y="298"/>
                  </a:moveTo>
                  <a:cubicBezTo>
                    <a:pt x="989" y="298"/>
                    <a:pt x="989" y="298"/>
                    <a:pt x="988" y="298"/>
                  </a:cubicBezTo>
                  <a:cubicBezTo>
                    <a:pt x="989" y="298"/>
                    <a:pt x="989" y="298"/>
                    <a:pt x="989" y="298"/>
                  </a:cubicBezTo>
                  <a:moveTo>
                    <a:pt x="990" y="298"/>
                  </a:moveTo>
                  <a:cubicBezTo>
                    <a:pt x="990" y="298"/>
                    <a:pt x="989" y="298"/>
                    <a:pt x="989" y="298"/>
                  </a:cubicBezTo>
                  <a:cubicBezTo>
                    <a:pt x="989" y="298"/>
                    <a:pt x="990" y="298"/>
                    <a:pt x="990" y="298"/>
                  </a:cubicBezTo>
                  <a:moveTo>
                    <a:pt x="991" y="298"/>
                  </a:moveTo>
                  <a:cubicBezTo>
                    <a:pt x="991" y="298"/>
                    <a:pt x="990" y="298"/>
                    <a:pt x="990" y="298"/>
                  </a:cubicBezTo>
                  <a:cubicBezTo>
                    <a:pt x="990" y="298"/>
                    <a:pt x="991" y="298"/>
                    <a:pt x="991" y="298"/>
                  </a:cubicBezTo>
                  <a:moveTo>
                    <a:pt x="991" y="298"/>
                  </a:moveTo>
                  <a:cubicBezTo>
                    <a:pt x="991" y="298"/>
                    <a:pt x="991" y="298"/>
                    <a:pt x="991" y="298"/>
                  </a:cubicBezTo>
                  <a:cubicBezTo>
                    <a:pt x="991" y="298"/>
                    <a:pt x="991" y="298"/>
                    <a:pt x="991" y="298"/>
                  </a:cubicBezTo>
                  <a:moveTo>
                    <a:pt x="993" y="298"/>
                  </a:moveTo>
                  <a:cubicBezTo>
                    <a:pt x="992" y="298"/>
                    <a:pt x="992" y="298"/>
                    <a:pt x="991" y="298"/>
                  </a:cubicBezTo>
                  <a:cubicBezTo>
                    <a:pt x="992" y="298"/>
                    <a:pt x="992" y="298"/>
                    <a:pt x="993" y="298"/>
                  </a:cubicBezTo>
                  <a:moveTo>
                    <a:pt x="994" y="298"/>
                  </a:moveTo>
                  <a:cubicBezTo>
                    <a:pt x="994" y="298"/>
                    <a:pt x="993" y="298"/>
                    <a:pt x="993" y="298"/>
                  </a:cubicBezTo>
                  <a:cubicBezTo>
                    <a:pt x="993" y="298"/>
                    <a:pt x="994" y="298"/>
                    <a:pt x="994" y="298"/>
                  </a:cubicBezTo>
                  <a:moveTo>
                    <a:pt x="995" y="298"/>
                  </a:moveTo>
                  <a:cubicBezTo>
                    <a:pt x="995" y="298"/>
                    <a:pt x="994" y="298"/>
                    <a:pt x="994" y="298"/>
                  </a:cubicBezTo>
                  <a:cubicBezTo>
                    <a:pt x="994" y="298"/>
                    <a:pt x="995" y="298"/>
                    <a:pt x="995" y="298"/>
                  </a:cubicBezTo>
                  <a:moveTo>
                    <a:pt x="996" y="298"/>
                  </a:moveTo>
                  <a:cubicBezTo>
                    <a:pt x="996" y="298"/>
                    <a:pt x="995" y="298"/>
                    <a:pt x="995" y="298"/>
                  </a:cubicBezTo>
                  <a:cubicBezTo>
                    <a:pt x="995" y="298"/>
                    <a:pt x="996" y="298"/>
                    <a:pt x="996" y="298"/>
                  </a:cubicBezTo>
                  <a:moveTo>
                    <a:pt x="997" y="298"/>
                  </a:moveTo>
                  <a:cubicBezTo>
                    <a:pt x="997" y="298"/>
                    <a:pt x="997" y="298"/>
                    <a:pt x="996" y="298"/>
                  </a:cubicBezTo>
                  <a:cubicBezTo>
                    <a:pt x="997" y="298"/>
                    <a:pt x="997" y="298"/>
                    <a:pt x="997" y="298"/>
                  </a:cubicBezTo>
                  <a:moveTo>
                    <a:pt x="998" y="297"/>
                  </a:moveTo>
                  <a:cubicBezTo>
                    <a:pt x="997" y="297"/>
                    <a:pt x="997" y="297"/>
                    <a:pt x="997" y="298"/>
                  </a:cubicBezTo>
                  <a:cubicBezTo>
                    <a:pt x="997" y="297"/>
                    <a:pt x="997" y="297"/>
                    <a:pt x="998" y="297"/>
                  </a:cubicBezTo>
                  <a:moveTo>
                    <a:pt x="998" y="297"/>
                  </a:moveTo>
                  <a:cubicBezTo>
                    <a:pt x="998" y="297"/>
                    <a:pt x="998" y="297"/>
                    <a:pt x="998" y="297"/>
                  </a:cubicBezTo>
                  <a:cubicBezTo>
                    <a:pt x="998" y="297"/>
                    <a:pt x="998" y="297"/>
                    <a:pt x="998" y="297"/>
                  </a:cubicBezTo>
                  <a:moveTo>
                    <a:pt x="999" y="297"/>
                  </a:moveTo>
                  <a:cubicBezTo>
                    <a:pt x="999" y="297"/>
                    <a:pt x="999" y="297"/>
                    <a:pt x="998" y="297"/>
                  </a:cubicBezTo>
                  <a:cubicBezTo>
                    <a:pt x="999" y="297"/>
                    <a:pt x="999" y="297"/>
                    <a:pt x="999" y="297"/>
                  </a:cubicBezTo>
                  <a:moveTo>
                    <a:pt x="999" y="296"/>
                  </a:moveTo>
                  <a:cubicBezTo>
                    <a:pt x="999" y="296"/>
                    <a:pt x="999" y="297"/>
                    <a:pt x="999" y="297"/>
                  </a:cubicBezTo>
                  <a:cubicBezTo>
                    <a:pt x="999" y="297"/>
                    <a:pt x="999" y="297"/>
                    <a:pt x="999" y="297"/>
                  </a:cubicBezTo>
                  <a:moveTo>
                    <a:pt x="1000" y="296"/>
                  </a:moveTo>
                  <a:cubicBezTo>
                    <a:pt x="1000" y="296"/>
                    <a:pt x="1000" y="296"/>
                    <a:pt x="1000" y="296"/>
                  </a:cubicBezTo>
                  <a:cubicBezTo>
                    <a:pt x="1000" y="296"/>
                    <a:pt x="1000" y="296"/>
                    <a:pt x="1000" y="296"/>
                  </a:cubicBezTo>
                  <a:moveTo>
                    <a:pt x="1000" y="296"/>
                  </a:moveTo>
                  <a:cubicBezTo>
                    <a:pt x="1000" y="296"/>
                    <a:pt x="1000" y="296"/>
                    <a:pt x="1000" y="296"/>
                  </a:cubicBezTo>
                  <a:cubicBezTo>
                    <a:pt x="1000" y="296"/>
                    <a:pt x="1000" y="296"/>
                    <a:pt x="1000" y="296"/>
                  </a:cubicBezTo>
                  <a:moveTo>
                    <a:pt x="1001" y="296"/>
                  </a:moveTo>
                  <a:cubicBezTo>
                    <a:pt x="1000" y="296"/>
                    <a:pt x="1000" y="296"/>
                    <a:pt x="1000" y="296"/>
                  </a:cubicBezTo>
                  <a:cubicBezTo>
                    <a:pt x="1001" y="296"/>
                    <a:pt x="1001" y="296"/>
                    <a:pt x="1001" y="296"/>
                  </a:cubicBezTo>
                  <a:moveTo>
                    <a:pt x="1001" y="295"/>
                  </a:moveTo>
                  <a:cubicBezTo>
                    <a:pt x="1001" y="296"/>
                    <a:pt x="1001" y="296"/>
                    <a:pt x="1001" y="296"/>
                  </a:cubicBezTo>
                  <a:cubicBezTo>
                    <a:pt x="1001" y="295"/>
                    <a:pt x="1001" y="295"/>
                    <a:pt x="1001" y="295"/>
                  </a:cubicBezTo>
                  <a:moveTo>
                    <a:pt x="1001" y="295"/>
                  </a:moveTo>
                  <a:cubicBezTo>
                    <a:pt x="1001" y="295"/>
                    <a:pt x="1001" y="295"/>
                    <a:pt x="1001" y="295"/>
                  </a:cubicBezTo>
                  <a:cubicBezTo>
                    <a:pt x="1001" y="295"/>
                    <a:pt x="1001" y="295"/>
                    <a:pt x="1001" y="295"/>
                  </a:cubicBezTo>
                  <a:moveTo>
                    <a:pt x="1001" y="294"/>
                  </a:moveTo>
                  <a:cubicBezTo>
                    <a:pt x="1001" y="295"/>
                    <a:pt x="1001" y="295"/>
                    <a:pt x="1001" y="295"/>
                  </a:cubicBezTo>
                  <a:cubicBezTo>
                    <a:pt x="1001" y="295"/>
                    <a:pt x="1001" y="295"/>
                    <a:pt x="1001" y="294"/>
                  </a:cubicBezTo>
                  <a:moveTo>
                    <a:pt x="1002" y="294"/>
                  </a:moveTo>
                  <a:cubicBezTo>
                    <a:pt x="1002" y="294"/>
                    <a:pt x="1001" y="294"/>
                    <a:pt x="1001" y="294"/>
                  </a:cubicBezTo>
                  <a:cubicBezTo>
                    <a:pt x="1001" y="294"/>
                    <a:pt x="1002" y="294"/>
                    <a:pt x="1002" y="294"/>
                  </a:cubicBezTo>
                  <a:moveTo>
                    <a:pt x="1002" y="294"/>
                  </a:moveTo>
                  <a:cubicBezTo>
                    <a:pt x="1002" y="294"/>
                    <a:pt x="1002" y="294"/>
                    <a:pt x="1002" y="294"/>
                  </a:cubicBezTo>
                  <a:cubicBezTo>
                    <a:pt x="1002" y="294"/>
                    <a:pt x="1002" y="294"/>
                    <a:pt x="1002" y="294"/>
                  </a:cubicBezTo>
                  <a:moveTo>
                    <a:pt x="1002" y="293"/>
                  </a:moveTo>
                  <a:cubicBezTo>
                    <a:pt x="1002" y="293"/>
                    <a:pt x="1002" y="294"/>
                    <a:pt x="1002" y="294"/>
                  </a:cubicBezTo>
                  <a:cubicBezTo>
                    <a:pt x="1002" y="294"/>
                    <a:pt x="1002" y="293"/>
                    <a:pt x="1002" y="293"/>
                  </a:cubicBezTo>
                  <a:moveTo>
                    <a:pt x="1002" y="292"/>
                  </a:moveTo>
                  <a:cubicBezTo>
                    <a:pt x="1002" y="292"/>
                    <a:pt x="1002" y="293"/>
                    <a:pt x="1002" y="293"/>
                  </a:cubicBezTo>
                  <a:cubicBezTo>
                    <a:pt x="1002" y="293"/>
                    <a:pt x="1002" y="292"/>
                    <a:pt x="1002" y="292"/>
                  </a:cubicBezTo>
                  <a:moveTo>
                    <a:pt x="1002" y="292"/>
                  </a:moveTo>
                  <a:cubicBezTo>
                    <a:pt x="1002" y="292"/>
                    <a:pt x="1002" y="292"/>
                    <a:pt x="1002" y="292"/>
                  </a:cubicBezTo>
                  <a:cubicBezTo>
                    <a:pt x="1002" y="292"/>
                    <a:pt x="1002" y="292"/>
                    <a:pt x="1002" y="292"/>
                  </a:cubicBezTo>
                  <a:moveTo>
                    <a:pt x="1002" y="291"/>
                  </a:moveTo>
                  <a:cubicBezTo>
                    <a:pt x="1002" y="291"/>
                    <a:pt x="1002" y="292"/>
                    <a:pt x="1002" y="292"/>
                  </a:cubicBezTo>
                  <a:cubicBezTo>
                    <a:pt x="1002" y="292"/>
                    <a:pt x="1002" y="291"/>
                    <a:pt x="1002" y="291"/>
                  </a:cubicBezTo>
                  <a:moveTo>
                    <a:pt x="1002" y="290"/>
                  </a:moveTo>
                  <a:cubicBezTo>
                    <a:pt x="1002" y="291"/>
                    <a:pt x="1002" y="291"/>
                    <a:pt x="1002" y="291"/>
                  </a:cubicBezTo>
                  <a:cubicBezTo>
                    <a:pt x="1002" y="291"/>
                    <a:pt x="1002" y="291"/>
                    <a:pt x="1002" y="290"/>
                  </a:cubicBezTo>
                  <a:moveTo>
                    <a:pt x="1002" y="290"/>
                  </a:moveTo>
                  <a:cubicBezTo>
                    <a:pt x="1002" y="290"/>
                    <a:pt x="1002" y="290"/>
                    <a:pt x="1002" y="289"/>
                  </a:cubicBezTo>
                  <a:cubicBezTo>
                    <a:pt x="1002" y="290"/>
                    <a:pt x="1002" y="290"/>
                    <a:pt x="1002" y="290"/>
                  </a:cubicBezTo>
                  <a:moveTo>
                    <a:pt x="1002" y="289"/>
                  </a:moveTo>
                  <a:cubicBezTo>
                    <a:pt x="1002" y="289"/>
                    <a:pt x="1002" y="289"/>
                    <a:pt x="1002" y="289"/>
                  </a:cubicBezTo>
                  <a:cubicBezTo>
                    <a:pt x="1002" y="289"/>
                    <a:pt x="1002" y="289"/>
                    <a:pt x="1002" y="289"/>
                  </a:cubicBezTo>
                  <a:moveTo>
                    <a:pt x="1002" y="288"/>
                  </a:moveTo>
                  <a:cubicBezTo>
                    <a:pt x="1002" y="288"/>
                    <a:pt x="1002" y="288"/>
                    <a:pt x="1002" y="289"/>
                  </a:cubicBezTo>
                  <a:cubicBezTo>
                    <a:pt x="1002" y="288"/>
                    <a:pt x="1002" y="288"/>
                    <a:pt x="1002" y="288"/>
                  </a:cubicBezTo>
                  <a:moveTo>
                    <a:pt x="1002" y="288"/>
                  </a:moveTo>
                  <a:cubicBezTo>
                    <a:pt x="1002" y="288"/>
                    <a:pt x="1002" y="287"/>
                    <a:pt x="1002" y="287"/>
                  </a:cubicBezTo>
                  <a:cubicBezTo>
                    <a:pt x="1002" y="287"/>
                    <a:pt x="1002" y="288"/>
                    <a:pt x="1002" y="288"/>
                  </a:cubicBezTo>
                  <a:moveTo>
                    <a:pt x="1002" y="286"/>
                  </a:moveTo>
                  <a:cubicBezTo>
                    <a:pt x="1002" y="286"/>
                    <a:pt x="1002" y="286"/>
                    <a:pt x="1002" y="287"/>
                  </a:cubicBezTo>
                  <a:cubicBezTo>
                    <a:pt x="1002" y="286"/>
                    <a:pt x="1002" y="286"/>
                    <a:pt x="1002" y="286"/>
                  </a:cubicBezTo>
                  <a:moveTo>
                    <a:pt x="1002" y="286"/>
                  </a:moveTo>
                  <a:cubicBezTo>
                    <a:pt x="1002" y="285"/>
                    <a:pt x="1002" y="285"/>
                    <a:pt x="1002" y="284"/>
                  </a:cubicBezTo>
                  <a:cubicBezTo>
                    <a:pt x="1002" y="285"/>
                    <a:pt x="1002" y="285"/>
                    <a:pt x="1002" y="286"/>
                  </a:cubicBezTo>
                  <a:moveTo>
                    <a:pt x="1002" y="283"/>
                  </a:moveTo>
                  <a:cubicBezTo>
                    <a:pt x="1002" y="284"/>
                    <a:pt x="1002" y="284"/>
                    <a:pt x="1002" y="284"/>
                  </a:cubicBezTo>
                  <a:cubicBezTo>
                    <a:pt x="1002" y="284"/>
                    <a:pt x="1002" y="284"/>
                    <a:pt x="1002" y="283"/>
                  </a:cubicBezTo>
                  <a:moveTo>
                    <a:pt x="1002" y="283"/>
                  </a:moveTo>
                  <a:cubicBezTo>
                    <a:pt x="1002" y="283"/>
                    <a:pt x="1002" y="283"/>
                    <a:pt x="1002" y="283"/>
                  </a:cubicBezTo>
                  <a:cubicBezTo>
                    <a:pt x="1002" y="283"/>
                    <a:pt x="1002" y="283"/>
                    <a:pt x="1002" y="283"/>
                  </a:cubicBezTo>
                  <a:moveTo>
                    <a:pt x="1002" y="281"/>
                  </a:moveTo>
                  <a:cubicBezTo>
                    <a:pt x="1002" y="281"/>
                    <a:pt x="1002" y="280"/>
                    <a:pt x="1002" y="280"/>
                  </a:cubicBezTo>
                  <a:cubicBezTo>
                    <a:pt x="1002" y="280"/>
                    <a:pt x="1002" y="282"/>
                    <a:pt x="1002" y="281"/>
                  </a:cubicBezTo>
                  <a:cubicBezTo>
                    <a:pt x="1002" y="282"/>
                    <a:pt x="1002" y="282"/>
                    <a:pt x="1002" y="283"/>
                  </a:cubicBezTo>
                  <a:cubicBezTo>
                    <a:pt x="1002" y="282"/>
                    <a:pt x="1002" y="282"/>
                    <a:pt x="1002" y="281"/>
                  </a:cubicBezTo>
                  <a:moveTo>
                    <a:pt x="1017" y="280"/>
                  </a:moveTo>
                  <a:cubicBezTo>
                    <a:pt x="1005" y="273"/>
                    <a:pt x="1005" y="273"/>
                    <a:pt x="1005" y="273"/>
                  </a:cubicBezTo>
                  <a:cubicBezTo>
                    <a:pt x="1008" y="257"/>
                    <a:pt x="1008" y="257"/>
                    <a:pt x="1008" y="257"/>
                  </a:cubicBezTo>
                  <a:cubicBezTo>
                    <a:pt x="1020" y="272"/>
                    <a:pt x="1020" y="272"/>
                    <a:pt x="1020" y="272"/>
                  </a:cubicBezTo>
                  <a:cubicBezTo>
                    <a:pt x="1017" y="280"/>
                    <a:pt x="1017" y="280"/>
                    <a:pt x="1017" y="280"/>
                  </a:cubicBezTo>
                  <a:cubicBezTo>
                    <a:pt x="1030" y="286"/>
                    <a:pt x="1030" y="286"/>
                    <a:pt x="1030" y="286"/>
                  </a:cubicBezTo>
                  <a:cubicBezTo>
                    <a:pt x="1017" y="280"/>
                    <a:pt x="1017" y="280"/>
                    <a:pt x="1017" y="280"/>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8"/>
                  </a:moveTo>
                  <a:cubicBezTo>
                    <a:pt x="1032" y="229"/>
                    <a:pt x="1032" y="229"/>
                    <a:pt x="1032" y="229"/>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7"/>
                  </a:moveTo>
                  <a:cubicBezTo>
                    <a:pt x="1031" y="228"/>
                    <a:pt x="1031" y="228"/>
                    <a:pt x="1031" y="228"/>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28" y="233"/>
                  </a:moveTo>
                  <a:cubicBezTo>
                    <a:pt x="1024" y="234"/>
                    <a:pt x="1019" y="235"/>
                    <a:pt x="1015" y="235"/>
                  </a:cubicBezTo>
                  <a:cubicBezTo>
                    <a:pt x="1013" y="235"/>
                    <a:pt x="1010" y="236"/>
                    <a:pt x="1009" y="237"/>
                  </a:cubicBezTo>
                  <a:cubicBezTo>
                    <a:pt x="1008" y="237"/>
                    <a:pt x="1008" y="237"/>
                    <a:pt x="1004" y="244"/>
                  </a:cubicBezTo>
                  <a:cubicBezTo>
                    <a:pt x="1005" y="246"/>
                    <a:pt x="1006" y="249"/>
                    <a:pt x="1007" y="251"/>
                  </a:cubicBezTo>
                  <a:cubicBezTo>
                    <a:pt x="1006" y="249"/>
                    <a:pt x="1005" y="246"/>
                    <a:pt x="1004" y="244"/>
                  </a:cubicBezTo>
                  <a:cubicBezTo>
                    <a:pt x="1002" y="244"/>
                    <a:pt x="1001" y="244"/>
                    <a:pt x="999" y="244"/>
                  </a:cubicBezTo>
                  <a:cubicBezTo>
                    <a:pt x="997" y="240"/>
                    <a:pt x="996" y="235"/>
                    <a:pt x="994" y="230"/>
                  </a:cubicBezTo>
                  <a:cubicBezTo>
                    <a:pt x="992" y="230"/>
                    <a:pt x="991" y="230"/>
                    <a:pt x="989" y="230"/>
                  </a:cubicBezTo>
                  <a:cubicBezTo>
                    <a:pt x="991" y="230"/>
                    <a:pt x="992" y="230"/>
                    <a:pt x="994" y="230"/>
                  </a:cubicBezTo>
                  <a:cubicBezTo>
                    <a:pt x="1004" y="229"/>
                    <a:pt x="1015" y="228"/>
                    <a:pt x="1025" y="226"/>
                  </a:cubicBezTo>
                  <a:cubicBezTo>
                    <a:pt x="1026" y="229"/>
                    <a:pt x="1027" y="231"/>
                    <a:pt x="1028" y="233"/>
                  </a:cubicBezTo>
                  <a:moveTo>
                    <a:pt x="1032" y="226"/>
                  </a:moveTo>
                  <a:cubicBezTo>
                    <a:pt x="1032" y="226"/>
                    <a:pt x="1032" y="225"/>
                    <a:pt x="1032" y="225"/>
                  </a:cubicBezTo>
                  <a:cubicBezTo>
                    <a:pt x="1032" y="225"/>
                    <a:pt x="1032" y="226"/>
                    <a:pt x="1032" y="226"/>
                  </a:cubicBezTo>
                  <a:cubicBezTo>
                    <a:pt x="1032" y="226"/>
                    <a:pt x="1032" y="226"/>
                    <a:pt x="1032" y="226"/>
                  </a:cubicBezTo>
                  <a:moveTo>
                    <a:pt x="1031" y="225"/>
                  </a:moveTo>
                  <a:cubicBezTo>
                    <a:pt x="1031" y="225"/>
                    <a:pt x="1030" y="226"/>
                    <a:pt x="1031" y="227"/>
                  </a:cubicBezTo>
                  <a:cubicBezTo>
                    <a:pt x="1031" y="226"/>
                    <a:pt x="1030" y="226"/>
                    <a:pt x="1031" y="225"/>
                  </a:cubicBezTo>
                  <a:cubicBezTo>
                    <a:pt x="1031" y="225"/>
                    <a:pt x="1031" y="225"/>
                    <a:pt x="1031" y="225"/>
                  </a:cubicBezTo>
                  <a:moveTo>
                    <a:pt x="829" y="337"/>
                  </a:moveTo>
                  <a:cubicBezTo>
                    <a:pt x="829" y="334"/>
                    <a:pt x="829" y="331"/>
                    <a:pt x="829" y="329"/>
                  </a:cubicBezTo>
                  <a:cubicBezTo>
                    <a:pt x="819" y="329"/>
                    <a:pt x="819" y="329"/>
                    <a:pt x="819" y="329"/>
                  </a:cubicBezTo>
                  <a:cubicBezTo>
                    <a:pt x="812" y="345"/>
                    <a:pt x="812" y="345"/>
                    <a:pt x="812" y="345"/>
                  </a:cubicBezTo>
                  <a:cubicBezTo>
                    <a:pt x="823" y="337"/>
                    <a:pt x="823" y="337"/>
                    <a:pt x="823" y="337"/>
                  </a:cubicBezTo>
                  <a:cubicBezTo>
                    <a:pt x="823" y="342"/>
                    <a:pt x="823" y="347"/>
                    <a:pt x="823" y="353"/>
                  </a:cubicBezTo>
                  <a:cubicBezTo>
                    <a:pt x="829" y="337"/>
                    <a:pt x="829" y="337"/>
                    <a:pt x="829" y="337"/>
                  </a:cubicBezTo>
                  <a:moveTo>
                    <a:pt x="1008" y="578"/>
                  </a:moveTo>
                  <a:cubicBezTo>
                    <a:pt x="999" y="560"/>
                    <a:pt x="999" y="560"/>
                    <a:pt x="999" y="560"/>
                  </a:cubicBezTo>
                  <a:cubicBezTo>
                    <a:pt x="1008" y="578"/>
                    <a:pt x="1008" y="578"/>
                    <a:pt x="1008" y="578"/>
                  </a:cubicBezTo>
                  <a:moveTo>
                    <a:pt x="1008" y="480"/>
                  </a:moveTo>
                  <a:cubicBezTo>
                    <a:pt x="1013" y="470"/>
                    <a:pt x="1013" y="470"/>
                    <a:pt x="1013" y="470"/>
                  </a:cubicBezTo>
                  <a:cubicBezTo>
                    <a:pt x="1008" y="480"/>
                    <a:pt x="1008" y="480"/>
                    <a:pt x="1008" y="480"/>
                  </a:cubicBezTo>
                  <a:moveTo>
                    <a:pt x="1024" y="461"/>
                  </a:moveTo>
                  <a:cubicBezTo>
                    <a:pt x="1013" y="470"/>
                    <a:pt x="1013" y="470"/>
                    <a:pt x="1013" y="470"/>
                  </a:cubicBezTo>
                  <a:cubicBezTo>
                    <a:pt x="1024" y="461"/>
                    <a:pt x="1024" y="461"/>
                    <a:pt x="1024" y="461"/>
                  </a:cubicBezTo>
                  <a:moveTo>
                    <a:pt x="1273" y="419"/>
                  </a:moveTo>
                  <a:cubicBezTo>
                    <a:pt x="1233" y="329"/>
                    <a:pt x="1182" y="248"/>
                    <a:pt x="1124" y="179"/>
                  </a:cubicBezTo>
                  <a:cubicBezTo>
                    <a:pt x="1123" y="179"/>
                    <a:pt x="1122" y="179"/>
                    <a:pt x="1120" y="179"/>
                  </a:cubicBezTo>
                  <a:cubicBezTo>
                    <a:pt x="1114" y="181"/>
                    <a:pt x="1107" y="182"/>
                    <a:pt x="1100" y="184"/>
                  </a:cubicBezTo>
                  <a:cubicBezTo>
                    <a:pt x="1091" y="186"/>
                    <a:pt x="1081" y="188"/>
                    <a:pt x="1072" y="190"/>
                  </a:cubicBezTo>
                  <a:cubicBezTo>
                    <a:pt x="1068" y="186"/>
                    <a:pt x="1066" y="181"/>
                    <a:pt x="1063" y="177"/>
                  </a:cubicBezTo>
                  <a:cubicBezTo>
                    <a:pt x="1060" y="178"/>
                    <a:pt x="1058" y="178"/>
                    <a:pt x="1055" y="178"/>
                  </a:cubicBezTo>
                  <a:cubicBezTo>
                    <a:pt x="1065" y="189"/>
                    <a:pt x="1065" y="189"/>
                    <a:pt x="1075" y="197"/>
                  </a:cubicBezTo>
                  <a:cubicBezTo>
                    <a:pt x="1075" y="197"/>
                    <a:pt x="1073" y="197"/>
                    <a:pt x="1072" y="197"/>
                  </a:cubicBezTo>
                  <a:cubicBezTo>
                    <a:pt x="1056" y="207"/>
                    <a:pt x="1056" y="207"/>
                    <a:pt x="1056" y="207"/>
                  </a:cubicBezTo>
                  <a:cubicBezTo>
                    <a:pt x="1054" y="203"/>
                    <a:pt x="1051" y="198"/>
                    <a:pt x="1048" y="194"/>
                  </a:cubicBezTo>
                  <a:cubicBezTo>
                    <a:pt x="1053" y="208"/>
                    <a:pt x="1053" y="208"/>
                    <a:pt x="1053" y="208"/>
                  </a:cubicBezTo>
                  <a:cubicBezTo>
                    <a:pt x="1048" y="194"/>
                    <a:pt x="1048" y="194"/>
                    <a:pt x="1048" y="194"/>
                  </a:cubicBezTo>
                  <a:cubicBezTo>
                    <a:pt x="1046" y="194"/>
                    <a:pt x="1043" y="195"/>
                    <a:pt x="1040" y="195"/>
                  </a:cubicBezTo>
                  <a:cubicBezTo>
                    <a:pt x="1045" y="202"/>
                    <a:pt x="1048" y="209"/>
                    <a:pt x="1052" y="215"/>
                  </a:cubicBezTo>
                  <a:cubicBezTo>
                    <a:pt x="1047" y="216"/>
                    <a:pt x="1041" y="217"/>
                    <a:pt x="1035" y="218"/>
                  </a:cubicBezTo>
                  <a:cubicBezTo>
                    <a:pt x="1034" y="218"/>
                    <a:pt x="1032" y="218"/>
                    <a:pt x="1031" y="218"/>
                  </a:cubicBezTo>
                  <a:cubicBezTo>
                    <a:pt x="1031" y="218"/>
                    <a:pt x="1031" y="218"/>
                    <a:pt x="1031" y="218"/>
                  </a:cubicBezTo>
                  <a:cubicBezTo>
                    <a:pt x="1018" y="220"/>
                    <a:pt x="1004" y="222"/>
                    <a:pt x="991" y="223"/>
                  </a:cubicBezTo>
                  <a:cubicBezTo>
                    <a:pt x="989" y="230"/>
                    <a:pt x="989" y="230"/>
                    <a:pt x="989" y="230"/>
                  </a:cubicBezTo>
                  <a:cubicBezTo>
                    <a:pt x="991" y="223"/>
                    <a:pt x="991" y="223"/>
                    <a:pt x="991" y="223"/>
                  </a:cubicBezTo>
                  <a:cubicBezTo>
                    <a:pt x="971" y="221"/>
                    <a:pt x="971" y="221"/>
                    <a:pt x="971" y="221"/>
                  </a:cubicBezTo>
                  <a:cubicBezTo>
                    <a:pt x="991" y="223"/>
                    <a:pt x="991" y="223"/>
                    <a:pt x="991" y="223"/>
                  </a:cubicBezTo>
                  <a:cubicBezTo>
                    <a:pt x="1004" y="222"/>
                    <a:pt x="1018" y="220"/>
                    <a:pt x="1031" y="218"/>
                  </a:cubicBezTo>
                  <a:cubicBezTo>
                    <a:pt x="999" y="201"/>
                    <a:pt x="999" y="201"/>
                    <a:pt x="999" y="201"/>
                  </a:cubicBezTo>
                  <a:cubicBezTo>
                    <a:pt x="988" y="195"/>
                    <a:pt x="988" y="195"/>
                    <a:pt x="988" y="195"/>
                  </a:cubicBezTo>
                  <a:cubicBezTo>
                    <a:pt x="966" y="196"/>
                    <a:pt x="944" y="187"/>
                    <a:pt x="922" y="187"/>
                  </a:cubicBezTo>
                  <a:cubicBezTo>
                    <a:pt x="921" y="187"/>
                    <a:pt x="919" y="187"/>
                    <a:pt x="918" y="187"/>
                  </a:cubicBezTo>
                  <a:cubicBezTo>
                    <a:pt x="911" y="188"/>
                    <a:pt x="911" y="188"/>
                    <a:pt x="902" y="193"/>
                  </a:cubicBezTo>
                  <a:cubicBezTo>
                    <a:pt x="908" y="196"/>
                    <a:pt x="916" y="199"/>
                    <a:pt x="922" y="201"/>
                  </a:cubicBezTo>
                  <a:cubicBezTo>
                    <a:pt x="899" y="195"/>
                    <a:pt x="899" y="195"/>
                    <a:pt x="899" y="195"/>
                  </a:cubicBezTo>
                  <a:cubicBezTo>
                    <a:pt x="872" y="210"/>
                    <a:pt x="872" y="210"/>
                    <a:pt x="872" y="210"/>
                  </a:cubicBezTo>
                  <a:cubicBezTo>
                    <a:pt x="868" y="217"/>
                    <a:pt x="868" y="217"/>
                    <a:pt x="868" y="217"/>
                  </a:cubicBezTo>
                  <a:cubicBezTo>
                    <a:pt x="860" y="224"/>
                    <a:pt x="860" y="224"/>
                    <a:pt x="860" y="224"/>
                  </a:cubicBezTo>
                  <a:cubicBezTo>
                    <a:pt x="851" y="224"/>
                    <a:pt x="851" y="224"/>
                    <a:pt x="851" y="224"/>
                  </a:cubicBezTo>
                  <a:cubicBezTo>
                    <a:pt x="847" y="231"/>
                    <a:pt x="847" y="231"/>
                    <a:pt x="847" y="231"/>
                  </a:cubicBezTo>
                  <a:cubicBezTo>
                    <a:pt x="843" y="246"/>
                    <a:pt x="843" y="246"/>
                    <a:pt x="843" y="246"/>
                  </a:cubicBezTo>
                  <a:cubicBezTo>
                    <a:pt x="829" y="253"/>
                    <a:pt x="829" y="253"/>
                    <a:pt x="829" y="253"/>
                  </a:cubicBezTo>
                  <a:cubicBezTo>
                    <a:pt x="823" y="259"/>
                    <a:pt x="823" y="259"/>
                    <a:pt x="823" y="259"/>
                  </a:cubicBezTo>
                  <a:cubicBezTo>
                    <a:pt x="819" y="268"/>
                    <a:pt x="819" y="268"/>
                    <a:pt x="819" y="268"/>
                  </a:cubicBezTo>
                  <a:cubicBezTo>
                    <a:pt x="809" y="275"/>
                    <a:pt x="809" y="275"/>
                    <a:pt x="809" y="275"/>
                  </a:cubicBezTo>
                  <a:cubicBezTo>
                    <a:pt x="806" y="275"/>
                    <a:pt x="802" y="275"/>
                    <a:pt x="799" y="275"/>
                  </a:cubicBezTo>
                  <a:cubicBezTo>
                    <a:pt x="789" y="283"/>
                    <a:pt x="789" y="283"/>
                    <a:pt x="789" y="283"/>
                  </a:cubicBezTo>
                  <a:cubicBezTo>
                    <a:pt x="788" y="297"/>
                    <a:pt x="788" y="297"/>
                    <a:pt x="788" y="297"/>
                  </a:cubicBezTo>
                  <a:cubicBezTo>
                    <a:pt x="789" y="297"/>
                    <a:pt x="791" y="297"/>
                    <a:pt x="793" y="297"/>
                  </a:cubicBezTo>
                  <a:cubicBezTo>
                    <a:pt x="793" y="300"/>
                    <a:pt x="793" y="302"/>
                    <a:pt x="792" y="305"/>
                  </a:cubicBezTo>
                  <a:cubicBezTo>
                    <a:pt x="797" y="323"/>
                    <a:pt x="797" y="323"/>
                    <a:pt x="797" y="323"/>
                  </a:cubicBezTo>
                  <a:cubicBezTo>
                    <a:pt x="818" y="313"/>
                    <a:pt x="818" y="313"/>
                    <a:pt x="818" y="313"/>
                  </a:cubicBezTo>
                  <a:cubicBezTo>
                    <a:pt x="820" y="313"/>
                    <a:pt x="822" y="313"/>
                    <a:pt x="824" y="313"/>
                  </a:cubicBezTo>
                  <a:cubicBezTo>
                    <a:pt x="833" y="306"/>
                    <a:pt x="833" y="306"/>
                    <a:pt x="833" y="306"/>
                  </a:cubicBezTo>
                  <a:cubicBezTo>
                    <a:pt x="840" y="329"/>
                    <a:pt x="840" y="329"/>
                    <a:pt x="840" y="329"/>
                  </a:cubicBezTo>
                  <a:cubicBezTo>
                    <a:pt x="840" y="331"/>
                    <a:pt x="840" y="334"/>
                    <a:pt x="840" y="337"/>
                  </a:cubicBezTo>
                  <a:cubicBezTo>
                    <a:pt x="846" y="353"/>
                    <a:pt x="846" y="353"/>
                    <a:pt x="846" y="353"/>
                  </a:cubicBezTo>
                  <a:cubicBezTo>
                    <a:pt x="872" y="343"/>
                    <a:pt x="872" y="343"/>
                    <a:pt x="872" y="343"/>
                  </a:cubicBezTo>
                  <a:cubicBezTo>
                    <a:pt x="881" y="305"/>
                    <a:pt x="881" y="305"/>
                    <a:pt x="881" y="305"/>
                  </a:cubicBezTo>
                  <a:cubicBezTo>
                    <a:pt x="872" y="343"/>
                    <a:pt x="872" y="343"/>
                    <a:pt x="872" y="343"/>
                  </a:cubicBezTo>
                  <a:cubicBezTo>
                    <a:pt x="846" y="353"/>
                    <a:pt x="846" y="353"/>
                    <a:pt x="846" y="353"/>
                  </a:cubicBezTo>
                  <a:cubicBezTo>
                    <a:pt x="840" y="337"/>
                    <a:pt x="840" y="337"/>
                    <a:pt x="840" y="337"/>
                  </a:cubicBezTo>
                  <a:cubicBezTo>
                    <a:pt x="829" y="361"/>
                    <a:pt x="829" y="361"/>
                    <a:pt x="829" y="361"/>
                  </a:cubicBezTo>
                  <a:cubicBezTo>
                    <a:pt x="870" y="357"/>
                    <a:pt x="875" y="355"/>
                    <a:pt x="878" y="333"/>
                  </a:cubicBezTo>
                  <a:cubicBezTo>
                    <a:pt x="880" y="321"/>
                    <a:pt x="882" y="320"/>
                    <a:pt x="893" y="312"/>
                  </a:cubicBezTo>
                  <a:cubicBezTo>
                    <a:pt x="893" y="307"/>
                    <a:pt x="892" y="302"/>
                    <a:pt x="891" y="296"/>
                  </a:cubicBezTo>
                  <a:cubicBezTo>
                    <a:pt x="880" y="296"/>
                    <a:pt x="880" y="296"/>
                    <a:pt x="880" y="296"/>
                  </a:cubicBezTo>
                  <a:cubicBezTo>
                    <a:pt x="883" y="267"/>
                    <a:pt x="883" y="267"/>
                    <a:pt x="883" y="267"/>
                  </a:cubicBezTo>
                  <a:cubicBezTo>
                    <a:pt x="874" y="275"/>
                    <a:pt x="874" y="275"/>
                    <a:pt x="874" y="275"/>
                  </a:cubicBezTo>
                  <a:cubicBezTo>
                    <a:pt x="883" y="267"/>
                    <a:pt x="883" y="267"/>
                    <a:pt x="883" y="267"/>
                  </a:cubicBezTo>
                  <a:cubicBezTo>
                    <a:pt x="900" y="251"/>
                    <a:pt x="900" y="251"/>
                    <a:pt x="900" y="251"/>
                  </a:cubicBezTo>
                  <a:cubicBezTo>
                    <a:pt x="903" y="237"/>
                    <a:pt x="903" y="237"/>
                    <a:pt x="903" y="237"/>
                  </a:cubicBezTo>
                  <a:cubicBezTo>
                    <a:pt x="921" y="236"/>
                    <a:pt x="921" y="236"/>
                    <a:pt x="921" y="236"/>
                  </a:cubicBezTo>
                  <a:cubicBezTo>
                    <a:pt x="924" y="236"/>
                    <a:pt x="927" y="235"/>
                    <a:pt x="930" y="235"/>
                  </a:cubicBezTo>
                  <a:cubicBezTo>
                    <a:pt x="931" y="240"/>
                    <a:pt x="932" y="245"/>
                    <a:pt x="934" y="250"/>
                  </a:cubicBezTo>
                  <a:cubicBezTo>
                    <a:pt x="932" y="245"/>
                    <a:pt x="931" y="240"/>
                    <a:pt x="930" y="235"/>
                  </a:cubicBezTo>
                  <a:cubicBezTo>
                    <a:pt x="927" y="235"/>
                    <a:pt x="924" y="236"/>
                    <a:pt x="921" y="236"/>
                  </a:cubicBezTo>
                  <a:cubicBezTo>
                    <a:pt x="903" y="237"/>
                    <a:pt x="903" y="237"/>
                    <a:pt x="903" y="237"/>
                  </a:cubicBezTo>
                  <a:cubicBezTo>
                    <a:pt x="900" y="251"/>
                    <a:pt x="900" y="251"/>
                    <a:pt x="900" y="251"/>
                  </a:cubicBezTo>
                  <a:cubicBezTo>
                    <a:pt x="902" y="250"/>
                    <a:pt x="902" y="250"/>
                    <a:pt x="902" y="250"/>
                  </a:cubicBezTo>
                  <a:cubicBezTo>
                    <a:pt x="910" y="241"/>
                    <a:pt x="913" y="239"/>
                    <a:pt x="922" y="248"/>
                  </a:cubicBezTo>
                  <a:cubicBezTo>
                    <a:pt x="922" y="251"/>
                    <a:pt x="921" y="255"/>
                    <a:pt x="921" y="258"/>
                  </a:cubicBezTo>
                  <a:cubicBezTo>
                    <a:pt x="908" y="267"/>
                    <a:pt x="908" y="267"/>
                    <a:pt x="908" y="267"/>
                  </a:cubicBezTo>
                  <a:cubicBezTo>
                    <a:pt x="912" y="296"/>
                    <a:pt x="912" y="296"/>
                    <a:pt x="912" y="296"/>
                  </a:cubicBezTo>
                  <a:cubicBezTo>
                    <a:pt x="915" y="296"/>
                    <a:pt x="919" y="296"/>
                    <a:pt x="922" y="295"/>
                  </a:cubicBezTo>
                  <a:cubicBezTo>
                    <a:pt x="929" y="295"/>
                    <a:pt x="936" y="295"/>
                    <a:pt x="943" y="294"/>
                  </a:cubicBezTo>
                  <a:cubicBezTo>
                    <a:pt x="952" y="294"/>
                    <a:pt x="960" y="293"/>
                    <a:pt x="969" y="292"/>
                  </a:cubicBezTo>
                  <a:cubicBezTo>
                    <a:pt x="970" y="295"/>
                    <a:pt x="970" y="297"/>
                    <a:pt x="971" y="300"/>
                  </a:cubicBezTo>
                  <a:cubicBezTo>
                    <a:pt x="943" y="294"/>
                    <a:pt x="943" y="294"/>
                    <a:pt x="943" y="294"/>
                  </a:cubicBezTo>
                  <a:cubicBezTo>
                    <a:pt x="936" y="295"/>
                    <a:pt x="929" y="295"/>
                    <a:pt x="922" y="295"/>
                  </a:cubicBezTo>
                  <a:cubicBezTo>
                    <a:pt x="941" y="332"/>
                    <a:pt x="941" y="332"/>
                    <a:pt x="941" y="332"/>
                  </a:cubicBezTo>
                  <a:cubicBezTo>
                    <a:pt x="917" y="326"/>
                    <a:pt x="917" y="326"/>
                    <a:pt x="917" y="326"/>
                  </a:cubicBezTo>
                  <a:cubicBezTo>
                    <a:pt x="911" y="367"/>
                    <a:pt x="911" y="367"/>
                    <a:pt x="911" y="367"/>
                  </a:cubicBezTo>
                  <a:cubicBezTo>
                    <a:pt x="881" y="368"/>
                    <a:pt x="881" y="368"/>
                    <a:pt x="881" y="368"/>
                  </a:cubicBezTo>
                  <a:cubicBezTo>
                    <a:pt x="879" y="368"/>
                    <a:pt x="878" y="368"/>
                    <a:pt x="876" y="368"/>
                  </a:cubicBezTo>
                  <a:cubicBezTo>
                    <a:pt x="859" y="376"/>
                    <a:pt x="859" y="376"/>
                    <a:pt x="859" y="376"/>
                  </a:cubicBezTo>
                  <a:cubicBezTo>
                    <a:pt x="857" y="376"/>
                    <a:pt x="855" y="376"/>
                    <a:pt x="853" y="377"/>
                  </a:cubicBezTo>
                  <a:cubicBezTo>
                    <a:pt x="829" y="369"/>
                    <a:pt x="829" y="369"/>
                    <a:pt x="829" y="369"/>
                  </a:cubicBezTo>
                  <a:cubicBezTo>
                    <a:pt x="827" y="369"/>
                    <a:pt x="825" y="369"/>
                    <a:pt x="823" y="369"/>
                  </a:cubicBezTo>
                  <a:cubicBezTo>
                    <a:pt x="823" y="363"/>
                    <a:pt x="823" y="358"/>
                    <a:pt x="823" y="353"/>
                  </a:cubicBezTo>
                  <a:cubicBezTo>
                    <a:pt x="823" y="347"/>
                    <a:pt x="823" y="342"/>
                    <a:pt x="823" y="337"/>
                  </a:cubicBezTo>
                  <a:cubicBezTo>
                    <a:pt x="812" y="345"/>
                    <a:pt x="812" y="345"/>
                    <a:pt x="812" y="345"/>
                  </a:cubicBezTo>
                  <a:cubicBezTo>
                    <a:pt x="812" y="347"/>
                    <a:pt x="812" y="350"/>
                    <a:pt x="812" y="353"/>
                  </a:cubicBezTo>
                  <a:cubicBezTo>
                    <a:pt x="812" y="355"/>
                    <a:pt x="812" y="357"/>
                    <a:pt x="812" y="361"/>
                  </a:cubicBezTo>
                  <a:cubicBezTo>
                    <a:pt x="812" y="366"/>
                    <a:pt x="812" y="371"/>
                    <a:pt x="812" y="377"/>
                  </a:cubicBezTo>
                  <a:cubicBezTo>
                    <a:pt x="789" y="377"/>
                    <a:pt x="789" y="377"/>
                    <a:pt x="789" y="377"/>
                  </a:cubicBezTo>
                  <a:cubicBezTo>
                    <a:pt x="782" y="393"/>
                    <a:pt x="782" y="393"/>
                    <a:pt x="782" y="393"/>
                  </a:cubicBezTo>
                  <a:cubicBezTo>
                    <a:pt x="800" y="385"/>
                    <a:pt x="800" y="385"/>
                    <a:pt x="800" y="385"/>
                  </a:cubicBezTo>
                  <a:cubicBezTo>
                    <a:pt x="782" y="393"/>
                    <a:pt x="782" y="393"/>
                    <a:pt x="782" y="393"/>
                  </a:cubicBezTo>
                  <a:cubicBezTo>
                    <a:pt x="778" y="393"/>
                    <a:pt x="774" y="393"/>
                    <a:pt x="770" y="392"/>
                  </a:cubicBezTo>
                  <a:cubicBezTo>
                    <a:pt x="770" y="398"/>
                    <a:pt x="769" y="403"/>
                    <a:pt x="769" y="409"/>
                  </a:cubicBezTo>
                  <a:cubicBezTo>
                    <a:pt x="782" y="412"/>
                    <a:pt x="782" y="412"/>
                    <a:pt x="782" y="412"/>
                  </a:cubicBezTo>
                  <a:cubicBezTo>
                    <a:pt x="769" y="409"/>
                    <a:pt x="769" y="409"/>
                    <a:pt x="769" y="409"/>
                  </a:cubicBezTo>
                  <a:cubicBezTo>
                    <a:pt x="763" y="409"/>
                    <a:pt x="757" y="408"/>
                    <a:pt x="751" y="408"/>
                  </a:cubicBezTo>
                  <a:cubicBezTo>
                    <a:pt x="745" y="418"/>
                    <a:pt x="745" y="418"/>
                    <a:pt x="745" y="418"/>
                  </a:cubicBezTo>
                  <a:cubicBezTo>
                    <a:pt x="737" y="425"/>
                    <a:pt x="737" y="425"/>
                    <a:pt x="737" y="425"/>
                  </a:cubicBezTo>
                  <a:cubicBezTo>
                    <a:pt x="718" y="432"/>
                    <a:pt x="718" y="432"/>
                    <a:pt x="718" y="432"/>
                  </a:cubicBezTo>
                  <a:cubicBezTo>
                    <a:pt x="687" y="431"/>
                    <a:pt x="687" y="431"/>
                    <a:pt x="687" y="431"/>
                  </a:cubicBezTo>
                  <a:cubicBezTo>
                    <a:pt x="691" y="448"/>
                    <a:pt x="691" y="448"/>
                    <a:pt x="691" y="448"/>
                  </a:cubicBezTo>
                  <a:cubicBezTo>
                    <a:pt x="695" y="448"/>
                    <a:pt x="700" y="448"/>
                    <a:pt x="704" y="448"/>
                  </a:cubicBezTo>
                  <a:cubicBezTo>
                    <a:pt x="705" y="450"/>
                    <a:pt x="705" y="450"/>
                    <a:pt x="705" y="450"/>
                  </a:cubicBezTo>
                  <a:cubicBezTo>
                    <a:pt x="721" y="472"/>
                    <a:pt x="722" y="480"/>
                    <a:pt x="722" y="486"/>
                  </a:cubicBezTo>
                  <a:cubicBezTo>
                    <a:pt x="722" y="484"/>
                    <a:pt x="722" y="482"/>
                    <a:pt x="722" y="481"/>
                  </a:cubicBezTo>
                  <a:cubicBezTo>
                    <a:pt x="720" y="474"/>
                    <a:pt x="717" y="467"/>
                    <a:pt x="705" y="450"/>
                  </a:cubicBezTo>
                  <a:cubicBezTo>
                    <a:pt x="708" y="458"/>
                    <a:pt x="711" y="467"/>
                    <a:pt x="713" y="475"/>
                  </a:cubicBezTo>
                  <a:cubicBezTo>
                    <a:pt x="713" y="481"/>
                    <a:pt x="712" y="486"/>
                    <a:pt x="712" y="492"/>
                  </a:cubicBezTo>
                  <a:cubicBezTo>
                    <a:pt x="711" y="495"/>
                    <a:pt x="711" y="498"/>
                    <a:pt x="711" y="501"/>
                  </a:cubicBezTo>
                  <a:cubicBezTo>
                    <a:pt x="687" y="500"/>
                    <a:pt x="663" y="499"/>
                    <a:pt x="640" y="497"/>
                  </a:cubicBezTo>
                  <a:cubicBezTo>
                    <a:pt x="627" y="562"/>
                    <a:pt x="627" y="562"/>
                    <a:pt x="629" y="567"/>
                  </a:cubicBezTo>
                  <a:cubicBezTo>
                    <a:pt x="629" y="570"/>
                    <a:pt x="628" y="573"/>
                    <a:pt x="628" y="576"/>
                  </a:cubicBezTo>
                  <a:cubicBezTo>
                    <a:pt x="642" y="576"/>
                    <a:pt x="642" y="576"/>
                    <a:pt x="642" y="576"/>
                  </a:cubicBezTo>
                  <a:cubicBezTo>
                    <a:pt x="647" y="581"/>
                    <a:pt x="647" y="581"/>
                    <a:pt x="647" y="581"/>
                  </a:cubicBezTo>
                  <a:cubicBezTo>
                    <a:pt x="664" y="582"/>
                    <a:pt x="681" y="583"/>
                    <a:pt x="699" y="584"/>
                  </a:cubicBezTo>
                  <a:cubicBezTo>
                    <a:pt x="725" y="532"/>
                    <a:pt x="725" y="532"/>
                    <a:pt x="747" y="528"/>
                  </a:cubicBezTo>
                  <a:cubicBezTo>
                    <a:pt x="750" y="521"/>
                    <a:pt x="754" y="510"/>
                    <a:pt x="757" y="503"/>
                  </a:cubicBezTo>
                  <a:cubicBezTo>
                    <a:pt x="763" y="503"/>
                    <a:pt x="770" y="503"/>
                    <a:pt x="777" y="503"/>
                  </a:cubicBezTo>
                  <a:cubicBezTo>
                    <a:pt x="781" y="503"/>
                    <a:pt x="785" y="504"/>
                    <a:pt x="790" y="504"/>
                  </a:cubicBezTo>
                  <a:cubicBezTo>
                    <a:pt x="785" y="468"/>
                    <a:pt x="785" y="468"/>
                    <a:pt x="785" y="468"/>
                  </a:cubicBezTo>
                  <a:cubicBezTo>
                    <a:pt x="790" y="504"/>
                    <a:pt x="790" y="504"/>
                    <a:pt x="790" y="504"/>
                  </a:cubicBezTo>
                  <a:cubicBezTo>
                    <a:pt x="803" y="495"/>
                    <a:pt x="803" y="495"/>
                    <a:pt x="803" y="495"/>
                  </a:cubicBezTo>
                  <a:cubicBezTo>
                    <a:pt x="797" y="478"/>
                    <a:pt x="797" y="478"/>
                    <a:pt x="797" y="478"/>
                  </a:cubicBezTo>
                  <a:cubicBezTo>
                    <a:pt x="803" y="495"/>
                    <a:pt x="803" y="495"/>
                    <a:pt x="803" y="495"/>
                  </a:cubicBezTo>
                  <a:cubicBezTo>
                    <a:pt x="810" y="495"/>
                    <a:pt x="817" y="495"/>
                    <a:pt x="823" y="495"/>
                  </a:cubicBezTo>
                  <a:cubicBezTo>
                    <a:pt x="850" y="530"/>
                    <a:pt x="850" y="530"/>
                    <a:pt x="850" y="530"/>
                  </a:cubicBezTo>
                  <a:cubicBezTo>
                    <a:pt x="871" y="539"/>
                    <a:pt x="871" y="539"/>
                    <a:pt x="871" y="539"/>
                  </a:cubicBezTo>
                  <a:cubicBezTo>
                    <a:pt x="885" y="548"/>
                    <a:pt x="885" y="548"/>
                    <a:pt x="885" y="548"/>
                  </a:cubicBezTo>
                  <a:cubicBezTo>
                    <a:pt x="892" y="538"/>
                    <a:pt x="892" y="538"/>
                    <a:pt x="892" y="538"/>
                  </a:cubicBezTo>
                  <a:cubicBezTo>
                    <a:pt x="894" y="538"/>
                    <a:pt x="897" y="538"/>
                    <a:pt x="899" y="538"/>
                  </a:cubicBezTo>
                  <a:cubicBezTo>
                    <a:pt x="885" y="530"/>
                    <a:pt x="885" y="530"/>
                    <a:pt x="885" y="530"/>
                  </a:cubicBezTo>
                  <a:cubicBezTo>
                    <a:pt x="882" y="530"/>
                    <a:pt x="880" y="530"/>
                    <a:pt x="878" y="530"/>
                  </a:cubicBezTo>
                  <a:cubicBezTo>
                    <a:pt x="866" y="515"/>
                    <a:pt x="851" y="497"/>
                    <a:pt x="839" y="482"/>
                  </a:cubicBezTo>
                  <a:cubicBezTo>
                    <a:pt x="856" y="478"/>
                    <a:pt x="856" y="478"/>
                    <a:pt x="856" y="478"/>
                  </a:cubicBezTo>
                  <a:cubicBezTo>
                    <a:pt x="860" y="478"/>
                    <a:pt x="865" y="478"/>
                    <a:pt x="869" y="478"/>
                  </a:cubicBezTo>
                  <a:cubicBezTo>
                    <a:pt x="883" y="503"/>
                    <a:pt x="883" y="503"/>
                    <a:pt x="883" y="503"/>
                  </a:cubicBezTo>
                  <a:cubicBezTo>
                    <a:pt x="904" y="511"/>
                    <a:pt x="904" y="511"/>
                    <a:pt x="904" y="511"/>
                  </a:cubicBezTo>
                  <a:cubicBezTo>
                    <a:pt x="912" y="519"/>
                    <a:pt x="912" y="519"/>
                    <a:pt x="912" y="519"/>
                  </a:cubicBezTo>
                  <a:cubicBezTo>
                    <a:pt x="919" y="529"/>
                    <a:pt x="919" y="529"/>
                    <a:pt x="919" y="529"/>
                  </a:cubicBezTo>
                  <a:cubicBezTo>
                    <a:pt x="919" y="535"/>
                    <a:pt x="920" y="540"/>
                    <a:pt x="920" y="547"/>
                  </a:cubicBezTo>
                  <a:cubicBezTo>
                    <a:pt x="948" y="566"/>
                    <a:pt x="948" y="566"/>
                    <a:pt x="948" y="566"/>
                  </a:cubicBezTo>
                  <a:cubicBezTo>
                    <a:pt x="947" y="537"/>
                    <a:pt x="947" y="537"/>
                    <a:pt x="947" y="537"/>
                  </a:cubicBezTo>
                  <a:cubicBezTo>
                    <a:pt x="954" y="536"/>
                    <a:pt x="961" y="536"/>
                    <a:pt x="968" y="535"/>
                  </a:cubicBezTo>
                  <a:cubicBezTo>
                    <a:pt x="970" y="535"/>
                    <a:pt x="972" y="535"/>
                    <a:pt x="975" y="535"/>
                  </a:cubicBezTo>
                  <a:cubicBezTo>
                    <a:pt x="998" y="507"/>
                    <a:pt x="998" y="507"/>
                    <a:pt x="998" y="507"/>
                  </a:cubicBezTo>
                  <a:cubicBezTo>
                    <a:pt x="1008" y="480"/>
                    <a:pt x="1008" y="480"/>
                    <a:pt x="1008" y="480"/>
                  </a:cubicBezTo>
                  <a:cubicBezTo>
                    <a:pt x="1013" y="470"/>
                    <a:pt x="1013" y="470"/>
                    <a:pt x="1013" y="470"/>
                  </a:cubicBezTo>
                  <a:cubicBezTo>
                    <a:pt x="1024" y="461"/>
                    <a:pt x="1024" y="461"/>
                    <a:pt x="1024" y="461"/>
                  </a:cubicBezTo>
                  <a:cubicBezTo>
                    <a:pt x="1028" y="452"/>
                    <a:pt x="1028" y="452"/>
                    <a:pt x="1028" y="452"/>
                  </a:cubicBezTo>
                  <a:cubicBezTo>
                    <a:pt x="1024" y="461"/>
                    <a:pt x="1024" y="461"/>
                    <a:pt x="1024" y="461"/>
                  </a:cubicBezTo>
                  <a:cubicBezTo>
                    <a:pt x="1028" y="452"/>
                    <a:pt x="1028" y="452"/>
                    <a:pt x="1028" y="452"/>
                  </a:cubicBezTo>
                  <a:cubicBezTo>
                    <a:pt x="1043" y="459"/>
                    <a:pt x="1043" y="459"/>
                    <a:pt x="1043" y="459"/>
                  </a:cubicBezTo>
                  <a:cubicBezTo>
                    <a:pt x="1047" y="459"/>
                    <a:pt x="1052" y="458"/>
                    <a:pt x="1055" y="458"/>
                  </a:cubicBezTo>
                  <a:cubicBezTo>
                    <a:pt x="1058" y="458"/>
                    <a:pt x="1060" y="458"/>
                    <a:pt x="1062" y="458"/>
                  </a:cubicBezTo>
                  <a:cubicBezTo>
                    <a:pt x="1091" y="444"/>
                    <a:pt x="1091" y="444"/>
                    <a:pt x="1091" y="444"/>
                  </a:cubicBezTo>
                  <a:cubicBezTo>
                    <a:pt x="1092" y="480"/>
                    <a:pt x="1092" y="480"/>
                    <a:pt x="1092" y="480"/>
                  </a:cubicBezTo>
                  <a:cubicBezTo>
                    <a:pt x="1122" y="486"/>
                    <a:pt x="1122" y="486"/>
                    <a:pt x="1122" y="486"/>
                  </a:cubicBezTo>
                  <a:cubicBezTo>
                    <a:pt x="1137" y="487"/>
                    <a:pt x="1159" y="489"/>
                    <a:pt x="1175" y="489"/>
                  </a:cubicBezTo>
                  <a:cubicBezTo>
                    <a:pt x="1159" y="489"/>
                    <a:pt x="1137" y="487"/>
                    <a:pt x="1122" y="486"/>
                  </a:cubicBezTo>
                  <a:cubicBezTo>
                    <a:pt x="1138" y="503"/>
                    <a:pt x="1138" y="503"/>
                    <a:pt x="1138" y="503"/>
                  </a:cubicBezTo>
                  <a:cubicBezTo>
                    <a:pt x="1137" y="519"/>
                    <a:pt x="1137" y="519"/>
                    <a:pt x="1137" y="519"/>
                  </a:cubicBezTo>
                  <a:cubicBezTo>
                    <a:pt x="1106" y="524"/>
                    <a:pt x="1075" y="527"/>
                    <a:pt x="1043" y="530"/>
                  </a:cubicBezTo>
                  <a:cubicBezTo>
                    <a:pt x="1003" y="542"/>
                    <a:pt x="1003" y="542"/>
                    <a:pt x="1003" y="542"/>
                  </a:cubicBezTo>
                  <a:cubicBezTo>
                    <a:pt x="1008" y="531"/>
                    <a:pt x="1008" y="531"/>
                    <a:pt x="1008" y="531"/>
                  </a:cubicBezTo>
                  <a:cubicBezTo>
                    <a:pt x="998" y="507"/>
                    <a:pt x="998" y="507"/>
                    <a:pt x="998" y="507"/>
                  </a:cubicBezTo>
                  <a:cubicBezTo>
                    <a:pt x="975" y="535"/>
                    <a:pt x="975" y="535"/>
                    <a:pt x="975" y="535"/>
                  </a:cubicBezTo>
                  <a:cubicBezTo>
                    <a:pt x="979" y="535"/>
                    <a:pt x="984" y="534"/>
                    <a:pt x="988" y="534"/>
                  </a:cubicBezTo>
                  <a:cubicBezTo>
                    <a:pt x="999" y="560"/>
                    <a:pt x="999" y="560"/>
                    <a:pt x="999" y="560"/>
                  </a:cubicBezTo>
                  <a:cubicBezTo>
                    <a:pt x="1008" y="578"/>
                    <a:pt x="1008" y="578"/>
                    <a:pt x="1008" y="578"/>
                  </a:cubicBezTo>
                  <a:cubicBezTo>
                    <a:pt x="1011" y="581"/>
                    <a:pt x="1011" y="581"/>
                    <a:pt x="1011" y="581"/>
                  </a:cubicBezTo>
                  <a:cubicBezTo>
                    <a:pt x="1008" y="578"/>
                    <a:pt x="1008" y="578"/>
                    <a:pt x="1008" y="578"/>
                  </a:cubicBezTo>
                  <a:cubicBezTo>
                    <a:pt x="1011" y="581"/>
                    <a:pt x="1011" y="581"/>
                    <a:pt x="1011" y="581"/>
                  </a:cubicBezTo>
                  <a:cubicBezTo>
                    <a:pt x="1057" y="578"/>
                    <a:pt x="1103" y="573"/>
                    <a:pt x="1148" y="568"/>
                  </a:cubicBezTo>
                  <a:cubicBezTo>
                    <a:pt x="1166" y="565"/>
                    <a:pt x="1183" y="562"/>
                    <a:pt x="1200" y="560"/>
                  </a:cubicBezTo>
                  <a:cubicBezTo>
                    <a:pt x="1199" y="555"/>
                    <a:pt x="1199" y="551"/>
                    <a:pt x="1197" y="547"/>
                  </a:cubicBezTo>
                  <a:cubicBezTo>
                    <a:pt x="1193" y="548"/>
                    <a:pt x="1189" y="549"/>
                    <a:pt x="1184" y="549"/>
                  </a:cubicBezTo>
                  <a:cubicBezTo>
                    <a:pt x="1189" y="549"/>
                    <a:pt x="1193" y="548"/>
                    <a:pt x="1197" y="547"/>
                  </a:cubicBezTo>
                  <a:cubicBezTo>
                    <a:pt x="1199" y="551"/>
                    <a:pt x="1199" y="555"/>
                    <a:pt x="1200" y="560"/>
                  </a:cubicBezTo>
                  <a:cubicBezTo>
                    <a:pt x="1212" y="558"/>
                    <a:pt x="1225" y="555"/>
                    <a:pt x="1236" y="553"/>
                  </a:cubicBezTo>
                  <a:cubicBezTo>
                    <a:pt x="1225" y="547"/>
                    <a:pt x="1223" y="527"/>
                    <a:pt x="1219" y="515"/>
                  </a:cubicBezTo>
                  <a:cubicBezTo>
                    <a:pt x="1184" y="477"/>
                    <a:pt x="1184" y="477"/>
                    <a:pt x="1184" y="477"/>
                  </a:cubicBezTo>
                  <a:cubicBezTo>
                    <a:pt x="1181" y="468"/>
                    <a:pt x="1178" y="459"/>
                    <a:pt x="1175" y="451"/>
                  </a:cubicBezTo>
                  <a:cubicBezTo>
                    <a:pt x="1188" y="443"/>
                    <a:pt x="1206" y="433"/>
                    <a:pt x="1219" y="425"/>
                  </a:cubicBezTo>
                  <a:cubicBezTo>
                    <a:pt x="1228" y="431"/>
                    <a:pt x="1228" y="431"/>
                    <a:pt x="1228" y="431"/>
                  </a:cubicBezTo>
                  <a:cubicBezTo>
                    <a:pt x="1219" y="425"/>
                    <a:pt x="1219" y="425"/>
                    <a:pt x="1219" y="425"/>
                  </a:cubicBezTo>
                  <a:cubicBezTo>
                    <a:pt x="1221" y="430"/>
                    <a:pt x="1223" y="435"/>
                    <a:pt x="1225" y="440"/>
                  </a:cubicBezTo>
                  <a:cubicBezTo>
                    <a:pt x="1225" y="440"/>
                    <a:pt x="1226" y="441"/>
                    <a:pt x="1226" y="442"/>
                  </a:cubicBezTo>
                  <a:cubicBezTo>
                    <a:pt x="1219" y="446"/>
                    <a:pt x="1219" y="446"/>
                    <a:pt x="1219" y="446"/>
                  </a:cubicBezTo>
                  <a:cubicBezTo>
                    <a:pt x="1218" y="447"/>
                    <a:pt x="1215" y="450"/>
                    <a:pt x="1214" y="452"/>
                  </a:cubicBezTo>
                  <a:cubicBezTo>
                    <a:pt x="1215" y="456"/>
                    <a:pt x="1215" y="456"/>
                    <a:pt x="1221" y="477"/>
                  </a:cubicBezTo>
                  <a:cubicBezTo>
                    <a:pt x="1228" y="479"/>
                    <a:pt x="1235" y="482"/>
                    <a:pt x="1241" y="484"/>
                  </a:cubicBezTo>
                  <a:cubicBezTo>
                    <a:pt x="1220" y="455"/>
                    <a:pt x="1220" y="455"/>
                    <a:pt x="1220" y="455"/>
                  </a:cubicBezTo>
                  <a:cubicBezTo>
                    <a:pt x="1241" y="484"/>
                    <a:pt x="1241" y="484"/>
                    <a:pt x="1241" y="484"/>
                  </a:cubicBezTo>
                  <a:cubicBezTo>
                    <a:pt x="1243" y="484"/>
                    <a:pt x="1245" y="483"/>
                    <a:pt x="1247" y="483"/>
                  </a:cubicBezTo>
                  <a:cubicBezTo>
                    <a:pt x="1249" y="482"/>
                    <a:pt x="1251" y="482"/>
                    <a:pt x="1252" y="481"/>
                  </a:cubicBezTo>
                  <a:cubicBezTo>
                    <a:pt x="1261" y="489"/>
                    <a:pt x="1261" y="489"/>
                    <a:pt x="1261" y="489"/>
                  </a:cubicBezTo>
                  <a:cubicBezTo>
                    <a:pt x="1252" y="481"/>
                    <a:pt x="1252" y="481"/>
                    <a:pt x="1252" y="481"/>
                  </a:cubicBezTo>
                  <a:cubicBezTo>
                    <a:pt x="1261" y="489"/>
                    <a:pt x="1261" y="489"/>
                    <a:pt x="1261" y="489"/>
                  </a:cubicBezTo>
                  <a:cubicBezTo>
                    <a:pt x="1267" y="488"/>
                    <a:pt x="1272" y="486"/>
                    <a:pt x="1278" y="486"/>
                  </a:cubicBezTo>
                  <a:cubicBezTo>
                    <a:pt x="1272" y="486"/>
                    <a:pt x="1267" y="488"/>
                    <a:pt x="1261" y="489"/>
                  </a:cubicBezTo>
                  <a:cubicBezTo>
                    <a:pt x="1252" y="481"/>
                    <a:pt x="1252" y="481"/>
                    <a:pt x="1252" y="481"/>
                  </a:cubicBezTo>
                  <a:cubicBezTo>
                    <a:pt x="1251" y="482"/>
                    <a:pt x="1249" y="482"/>
                    <a:pt x="1247" y="483"/>
                  </a:cubicBezTo>
                  <a:cubicBezTo>
                    <a:pt x="1259" y="498"/>
                    <a:pt x="1259" y="498"/>
                    <a:pt x="1259" y="498"/>
                  </a:cubicBezTo>
                  <a:cubicBezTo>
                    <a:pt x="1247" y="501"/>
                    <a:pt x="1247" y="501"/>
                    <a:pt x="1247" y="501"/>
                  </a:cubicBezTo>
                  <a:cubicBezTo>
                    <a:pt x="1269" y="547"/>
                    <a:pt x="1269" y="547"/>
                    <a:pt x="1269" y="547"/>
                  </a:cubicBezTo>
                  <a:cubicBezTo>
                    <a:pt x="1270" y="547"/>
                    <a:pt x="1272" y="546"/>
                    <a:pt x="1274" y="546"/>
                  </a:cubicBezTo>
                  <a:cubicBezTo>
                    <a:pt x="1271" y="536"/>
                    <a:pt x="1268" y="526"/>
                    <a:pt x="1264" y="516"/>
                  </a:cubicBezTo>
                  <a:cubicBezTo>
                    <a:pt x="1263" y="513"/>
                    <a:pt x="1262" y="510"/>
                    <a:pt x="1261" y="507"/>
                  </a:cubicBezTo>
                  <a:cubicBezTo>
                    <a:pt x="1262" y="510"/>
                    <a:pt x="1263" y="513"/>
                    <a:pt x="1264" y="516"/>
                  </a:cubicBezTo>
                  <a:cubicBezTo>
                    <a:pt x="1263" y="513"/>
                    <a:pt x="1262" y="510"/>
                    <a:pt x="1261" y="507"/>
                  </a:cubicBezTo>
                  <a:cubicBezTo>
                    <a:pt x="1262" y="510"/>
                    <a:pt x="1263" y="513"/>
                    <a:pt x="1264" y="516"/>
                  </a:cubicBezTo>
                  <a:cubicBezTo>
                    <a:pt x="1268" y="526"/>
                    <a:pt x="1271" y="536"/>
                    <a:pt x="1274" y="546"/>
                  </a:cubicBezTo>
                  <a:cubicBezTo>
                    <a:pt x="1290" y="542"/>
                    <a:pt x="1305" y="539"/>
                    <a:pt x="1319" y="535"/>
                  </a:cubicBezTo>
                  <a:cubicBezTo>
                    <a:pt x="1310" y="507"/>
                    <a:pt x="1299" y="479"/>
                    <a:pt x="1288" y="452"/>
                  </a:cubicBezTo>
                  <a:cubicBezTo>
                    <a:pt x="1279" y="459"/>
                    <a:pt x="1279" y="459"/>
                    <a:pt x="1279" y="459"/>
                  </a:cubicBezTo>
                  <a:cubicBezTo>
                    <a:pt x="1269" y="423"/>
                    <a:pt x="1269" y="423"/>
                    <a:pt x="1269" y="423"/>
                  </a:cubicBezTo>
                  <a:cubicBezTo>
                    <a:pt x="1255" y="455"/>
                    <a:pt x="1255" y="455"/>
                    <a:pt x="1255" y="455"/>
                  </a:cubicBezTo>
                  <a:cubicBezTo>
                    <a:pt x="1269" y="423"/>
                    <a:pt x="1269" y="423"/>
                    <a:pt x="1269" y="423"/>
                  </a:cubicBezTo>
                  <a:cubicBezTo>
                    <a:pt x="1273" y="419"/>
                    <a:pt x="1273" y="419"/>
                    <a:pt x="1273" y="419"/>
                  </a:cubicBezTo>
                  <a:moveTo>
                    <a:pt x="627" y="168"/>
                  </a:moveTo>
                  <a:cubicBezTo>
                    <a:pt x="638" y="177"/>
                    <a:pt x="638" y="177"/>
                    <a:pt x="638" y="177"/>
                  </a:cubicBezTo>
                  <a:cubicBezTo>
                    <a:pt x="641" y="164"/>
                    <a:pt x="641" y="164"/>
                    <a:pt x="641" y="164"/>
                  </a:cubicBezTo>
                  <a:cubicBezTo>
                    <a:pt x="627" y="168"/>
                    <a:pt x="627" y="168"/>
                    <a:pt x="627" y="168"/>
                  </a:cubicBezTo>
                  <a:moveTo>
                    <a:pt x="1074" y="139"/>
                  </a:moveTo>
                  <a:cubicBezTo>
                    <a:pt x="1073" y="137"/>
                    <a:pt x="1070" y="135"/>
                    <a:pt x="1069" y="133"/>
                  </a:cubicBezTo>
                  <a:cubicBezTo>
                    <a:pt x="1071" y="139"/>
                    <a:pt x="1071" y="139"/>
                    <a:pt x="1071" y="139"/>
                  </a:cubicBezTo>
                  <a:cubicBezTo>
                    <a:pt x="1072" y="139"/>
                    <a:pt x="1073" y="139"/>
                    <a:pt x="1074" y="139"/>
                  </a:cubicBezTo>
                  <a:moveTo>
                    <a:pt x="1069" y="133"/>
                  </a:moveTo>
                  <a:cubicBezTo>
                    <a:pt x="1072" y="125"/>
                    <a:pt x="1072" y="125"/>
                    <a:pt x="1072" y="125"/>
                  </a:cubicBezTo>
                  <a:cubicBezTo>
                    <a:pt x="1058" y="121"/>
                    <a:pt x="1058" y="121"/>
                    <a:pt x="1058" y="121"/>
                  </a:cubicBezTo>
                  <a:cubicBezTo>
                    <a:pt x="1061" y="127"/>
                    <a:pt x="1061" y="127"/>
                    <a:pt x="1061" y="127"/>
                  </a:cubicBezTo>
                  <a:cubicBezTo>
                    <a:pt x="1063" y="134"/>
                    <a:pt x="1063" y="134"/>
                    <a:pt x="1063" y="134"/>
                  </a:cubicBezTo>
                  <a:cubicBezTo>
                    <a:pt x="1059" y="142"/>
                    <a:pt x="1059" y="142"/>
                    <a:pt x="1059" y="142"/>
                  </a:cubicBezTo>
                  <a:cubicBezTo>
                    <a:pt x="1055" y="150"/>
                    <a:pt x="1055" y="150"/>
                    <a:pt x="1055" y="150"/>
                  </a:cubicBezTo>
                  <a:cubicBezTo>
                    <a:pt x="1063" y="161"/>
                    <a:pt x="1063" y="161"/>
                    <a:pt x="1063" y="161"/>
                  </a:cubicBezTo>
                  <a:cubicBezTo>
                    <a:pt x="1082" y="166"/>
                    <a:pt x="1082" y="166"/>
                    <a:pt x="1082" y="166"/>
                  </a:cubicBezTo>
                  <a:cubicBezTo>
                    <a:pt x="1065" y="153"/>
                    <a:pt x="1065" y="153"/>
                    <a:pt x="1065" y="153"/>
                  </a:cubicBezTo>
                  <a:cubicBezTo>
                    <a:pt x="1082" y="166"/>
                    <a:pt x="1082" y="166"/>
                    <a:pt x="1082" y="166"/>
                  </a:cubicBezTo>
                  <a:cubicBezTo>
                    <a:pt x="1092" y="163"/>
                    <a:pt x="1092" y="163"/>
                    <a:pt x="1092" y="163"/>
                  </a:cubicBezTo>
                  <a:cubicBezTo>
                    <a:pt x="1078" y="152"/>
                    <a:pt x="1078" y="152"/>
                    <a:pt x="1078" y="152"/>
                  </a:cubicBezTo>
                  <a:cubicBezTo>
                    <a:pt x="1076" y="150"/>
                    <a:pt x="1075" y="148"/>
                    <a:pt x="1073" y="146"/>
                  </a:cubicBezTo>
                  <a:cubicBezTo>
                    <a:pt x="1071" y="139"/>
                    <a:pt x="1071" y="139"/>
                    <a:pt x="1071" y="139"/>
                  </a:cubicBezTo>
                  <a:cubicBezTo>
                    <a:pt x="1069" y="133"/>
                    <a:pt x="1069" y="133"/>
                    <a:pt x="1069" y="133"/>
                  </a:cubicBezTo>
                  <a:moveTo>
                    <a:pt x="1061" y="127"/>
                  </a:moveTo>
                  <a:cubicBezTo>
                    <a:pt x="1063" y="134"/>
                    <a:pt x="1063" y="134"/>
                    <a:pt x="1063" y="134"/>
                  </a:cubicBezTo>
                  <a:cubicBezTo>
                    <a:pt x="1061" y="127"/>
                    <a:pt x="1061" y="127"/>
                    <a:pt x="1061" y="127"/>
                  </a:cubicBezTo>
                  <a:moveTo>
                    <a:pt x="1061" y="127"/>
                  </a:moveTo>
                  <a:cubicBezTo>
                    <a:pt x="1058" y="121"/>
                    <a:pt x="1058" y="121"/>
                    <a:pt x="1058" y="121"/>
                  </a:cubicBezTo>
                  <a:cubicBezTo>
                    <a:pt x="1061" y="127"/>
                    <a:pt x="1061" y="127"/>
                    <a:pt x="1061" y="127"/>
                  </a:cubicBezTo>
                  <a:moveTo>
                    <a:pt x="1074" y="123"/>
                  </a:moveTo>
                  <a:cubicBezTo>
                    <a:pt x="1071" y="120"/>
                    <a:pt x="1067" y="117"/>
                    <a:pt x="1065" y="114"/>
                  </a:cubicBezTo>
                  <a:cubicBezTo>
                    <a:pt x="1058" y="121"/>
                    <a:pt x="1058" y="121"/>
                    <a:pt x="1058" y="121"/>
                  </a:cubicBezTo>
                  <a:cubicBezTo>
                    <a:pt x="1072" y="125"/>
                    <a:pt x="1072" y="125"/>
                    <a:pt x="1072" y="125"/>
                  </a:cubicBezTo>
                  <a:cubicBezTo>
                    <a:pt x="1074" y="123"/>
                    <a:pt x="1074" y="123"/>
                    <a:pt x="1074" y="123"/>
                  </a:cubicBezTo>
                  <a:moveTo>
                    <a:pt x="877" y="125"/>
                  </a:moveTo>
                  <a:cubicBezTo>
                    <a:pt x="882" y="125"/>
                    <a:pt x="888" y="125"/>
                    <a:pt x="893" y="124"/>
                  </a:cubicBezTo>
                  <a:cubicBezTo>
                    <a:pt x="891" y="121"/>
                    <a:pt x="890" y="119"/>
                    <a:pt x="887" y="115"/>
                  </a:cubicBezTo>
                  <a:cubicBezTo>
                    <a:pt x="887" y="115"/>
                    <a:pt x="886" y="114"/>
                    <a:pt x="886" y="113"/>
                  </a:cubicBezTo>
                  <a:cubicBezTo>
                    <a:pt x="885" y="112"/>
                    <a:pt x="885" y="112"/>
                    <a:pt x="884" y="112"/>
                  </a:cubicBezTo>
                  <a:cubicBezTo>
                    <a:pt x="876" y="113"/>
                    <a:pt x="876" y="113"/>
                    <a:pt x="874" y="113"/>
                  </a:cubicBezTo>
                  <a:cubicBezTo>
                    <a:pt x="875" y="117"/>
                    <a:pt x="876" y="121"/>
                    <a:pt x="877" y="125"/>
                  </a:cubicBezTo>
                  <a:moveTo>
                    <a:pt x="866" y="119"/>
                  </a:moveTo>
                  <a:cubicBezTo>
                    <a:pt x="868" y="113"/>
                    <a:pt x="868" y="113"/>
                    <a:pt x="868" y="113"/>
                  </a:cubicBezTo>
                  <a:cubicBezTo>
                    <a:pt x="866" y="119"/>
                    <a:pt x="866" y="119"/>
                    <a:pt x="866" y="119"/>
                  </a:cubicBezTo>
                  <a:cubicBezTo>
                    <a:pt x="868" y="113"/>
                    <a:pt x="868" y="113"/>
                    <a:pt x="868" y="113"/>
                  </a:cubicBezTo>
                  <a:cubicBezTo>
                    <a:pt x="858" y="108"/>
                    <a:pt x="858" y="108"/>
                    <a:pt x="858" y="108"/>
                  </a:cubicBezTo>
                  <a:cubicBezTo>
                    <a:pt x="856" y="114"/>
                    <a:pt x="856" y="114"/>
                    <a:pt x="856" y="114"/>
                  </a:cubicBezTo>
                  <a:cubicBezTo>
                    <a:pt x="858" y="108"/>
                    <a:pt x="858" y="108"/>
                    <a:pt x="858" y="108"/>
                  </a:cubicBezTo>
                  <a:cubicBezTo>
                    <a:pt x="857" y="106"/>
                    <a:pt x="857" y="104"/>
                    <a:pt x="857" y="102"/>
                  </a:cubicBezTo>
                  <a:cubicBezTo>
                    <a:pt x="855" y="102"/>
                    <a:pt x="853" y="102"/>
                    <a:pt x="851" y="102"/>
                  </a:cubicBezTo>
                  <a:cubicBezTo>
                    <a:pt x="834" y="114"/>
                    <a:pt x="834" y="114"/>
                    <a:pt x="834" y="114"/>
                  </a:cubicBezTo>
                  <a:cubicBezTo>
                    <a:pt x="840" y="120"/>
                    <a:pt x="840" y="120"/>
                    <a:pt x="840" y="120"/>
                  </a:cubicBezTo>
                  <a:cubicBezTo>
                    <a:pt x="849" y="114"/>
                    <a:pt x="849" y="114"/>
                    <a:pt x="849" y="114"/>
                  </a:cubicBezTo>
                  <a:cubicBezTo>
                    <a:pt x="851" y="114"/>
                    <a:pt x="853" y="114"/>
                    <a:pt x="856" y="114"/>
                  </a:cubicBezTo>
                  <a:cubicBezTo>
                    <a:pt x="853" y="114"/>
                    <a:pt x="851" y="114"/>
                    <a:pt x="849" y="114"/>
                  </a:cubicBezTo>
                  <a:cubicBezTo>
                    <a:pt x="847" y="126"/>
                    <a:pt x="847" y="126"/>
                    <a:pt x="847" y="126"/>
                  </a:cubicBezTo>
                  <a:cubicBezTo>
                    <a:pt x="851" y="132"/>
                    <a:pt x="851" y="132"/>
                    <a:pt x="851" y="132"/>
                  </a:cubicBezTo>
                  <a:cubicBezTo>
                    <a:pt x="852" y="132"/>
                    <a:pt x="853" y="132"/>
                    <a:pt x="855" y="132"/>
                  </a:cubicBezTo>
                  <a:cubicBezTo>
                    <a:pt x="861" y="131"/>
                    <a:pt x="861" y="131"/>
                    <a:pt x="861" y="131"/>
                  </a:cubicBezTo>
                  <a:cubicBezTo>
                    <a:pt x="863" y="119"/>
                    <a:pt x="863" y="119"/>
                    <a:pt x="863" y="119"/>
                  </a:cubicBezTo>
                  <a:cubicBezTo>
                    <a:pt x="864" y="119"/>
                    <a:pt x="865" y="119"/>
                    <a:pt x="866" y="119"/>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4"/>
                  </a:moveTo>
                  <a:cubicBezTo>
                    <a:pt x="879" y="104"/>
                    <a:pt x="879" y="104"/>
                    <a:pt x="879" y="104"/>
                  </a:cubicBezTo>
                  <a:cubicBezTo>
                    <a:pt x="878" y="105"/>
                    <a:pt x="879" y="105"/>
                    <a:pt x="879" y="106"/>
                  </a:cubicBezTo>
                  <a:cubicBezTo>
                    <a:pt x="879" y="106"/>
                    <a:pt x="878" y="105"/>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97" y="106"/>
                  </a:moveTo>
                  <a:cubicBezTo>
                    <a:pt x="896" y="95"/>
                    <a:pt x="896" y="95"/>
                    <a:pt x="896" y="95"/>
                  </a:cubicBezTo>
                  <a:cubicBezTo>
                    <a:pt x="887" y="95"/>
                    <a:pt x="879" y="96"/>
                    <a:pt x="870" y="96"/>
                  </a:cubicBezTo>
                  <a:cubicBezTo>
                    <a:pt x="868" y="96"/>
                    <a:pt x="866" y="97"/>
                    <a:pt x="864" y="97"/>
                  </a:cubicBezTo>
                  <a:cubicBezTo>
                    <a:pt x="862" y="99"/>
                    <a:pt x="859" y="101"/>
                    <a:pt x="857" y="102"/>
                  </a:cubicBezTo>
                  <a:cubicBezTo>
                    <a:pt x="857" y="104"/>
                    <a:pt x="857" y="106"/>
                    <a:pt x="858" y="108"/>
                  </a:cubicBezTo>
                  <a:cubicBezTo>
                    <a:pt x="868" y="113"/>
                    <a:pt x="868" y="113"/>
                    <a:pt x="868" y="113"/>
                  </a:cubicBezTo>
                  <a:cubicBezTo>
                    <a:pt x="873" y="107"/>
                    <a:pt x="873" y="107"/>
                    <a:pt x="873" y="107"/>
                  </a:cubicBezTo>
                  <a:cubicBezTo>
                    <a:pt x="875" y="107"/>
                    <a:pt x="877" y="107"/>
                    <a:pt x="879" y="107"/>
                  </a:cubicBezTo>
                  <a:cubicBezTo>
                    <a:pt x="885" y="107"/>
                    <a:pt x="891" y="107"/>
                    <a:pt x="897" y="106"/>
                  </a:cubicBezTo>
                  <a:cubicBezTo>
                    <a:pt x="896" y="105"/>
                    <a:pt x="896" y="105"/>
                    <a:pt x="895" y="104"/>
                  </a:cubicBezTo>
                  <a:cubicBezTo>
                    <a:pt x="896" y="105"/>
                    <a:pt x="896" y="105"/>
                    <a:pt x="897" y="106"/>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6" y="202"/>
                  </a:moveTo>
                  <a:cubicBezTo>
                    <a:pt x="535" y="202"/>
                    <a:pt x="535" y="202"/>
                    <a:pt x="535"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2" y="201"/>
                  </a:moveTo>
                  <a:cubicBezTo>
                    <a:pt x="531" y="201"/>
                    <a:pt x="531" y="201"/>
                    <a:pt x="531"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3" y="201"/>
                  </a:moveTo>
                  <a:cubicBezTo>
                    <a:pt x="532" y="201"/>
                    <a:pt x="532" y="201"/>
                    <a:pt x="532"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cubicBezTo>
                    <a:pt x="533" y="201"/>
                    <a:pt x="533" y="201"/>
                    <a:pt x="533" y="201"/>
                  </a:cubicBezTo>
                  <a:cubicBezTo>
                    <a:pt x="533" y="201"/>
                    <a:pt x="533" y="201"/>
                    <a:pt x="533"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cubicBezTo>
                    <a:pt x="530" y="201"/>
                    <a:pt x="530" y="201"/>
                    <a:pt x="530" y="201"/>
                  </a:cubicBezTo>
                  <a:moveTo>
                    <a:pt x="531" y="201"/>
                  </a:moveTo>
                  <a:cubicBezTo>
                    <a:pt x="531" y="201"/>
                    <a:pt x="531" y="201"/>
                    <a:pt x="531" y="201"/>
                  </a:cubicBezTo>
                  <a:cubicBezTo>
                    <a:pt x="531" y="201"/>
                    <a:pt x="531" y="201"/>
                    <a:pt x="531" y="201"/>
                  </a:cubicBezTo>
                  <a:cubicBezTo>
                    <a:pt x="530" y="201"/>
                    <a:pt x="530" y="201"/>
                    <a:pt x="530"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cubicBezTo>
                    <a:pt x="531" y="201"/>
                    <a:pt x="531" y="201"/>
                    <a:pt x="531" y="201"/>
                  </a:cubicBezTo>
                  <a:moveTo>
                    <a:pt x="608" y="180"/>
                  </a:moveTo>
                  <a:cubicBezTo>
                    <a:pt x="611" y="175"/>
                    <a:pt x="614" y="171"/>
                    <a:pt x="617" y="167"/>
                  </a:cubicBezTo>
                  <a:cubicBezTo>
                    <a:pt x="614" y="167"/>
                    <a:pt x="612" y="166"/>
                    <a:pt x="610" y="166"/>
                  </a:cubicBezTo>
                  <a:cubicBezTo>
                    <a:pt x="612" y="166"/>
                    <a:pt x="614" y="167"/>
                    <a:pt x="617" y="167"/>
                  </a:cubicBezTo>
                  <a:cubicBezTo>
                    <a:pt x="614" y="171"/>
                    <a:pt x="611" y="175"/>
                    <a:pt x="608" y="180"/>
                  </a:cubicBezTo>
                  <a:moveTo>
                    <a:pt x="601" y="172"/>
                  </a:moveTo>
                  <a:cubicBezTo>
                    <a:pt x="601" y="172"/>
                    <a:pt x="601" y="172"/>
                    <a:pt x="601" y="172"/>
                  </a:cubicBezTo>
                  <a:cubicBezTo>
                    <a:pt x="601" y="172"/>
                    <a:pt x="601" y="172"/>
                    <a:pt x="601" y="172"/>
                  </a:cubicBezTo>
                  <a:moveTo>
                    <a:pt x="602" y="171"/>
                  </a:moveTo>
                  <a:cubicBezTo>
                    <a:pt x="602" y="171"/>
                    <a:pt x="602" y="172"/>
                    <a:pt x="601" y="172"/>
                  </a:cubicBezTo>
                  <a:cubicBezTo>
                    <a:pt x="602" y="172"/>
                    <a:pt x="602" y="171"/>
                    <a:pt x="602" y="171"/>
                  </a:cubicBezTo>
                  <a:moveTo>
                    <a:pt x="603" y="171"/>
                  </a:moveTo>
                  <a:cubicBezTo>
                    <a:pt x="602" y="171"/>
                    <a:pt x="602" y="171"/>
                    <a:pt x="602" y="171"/>
                  </a:cubicBezTo>
                  <a:cubicBezTo>
                    <a:pt x="602" y="171"/>
                    <a:pt x="602" y="171"/>
                    <a:pt x="603" y="171"/>
                  </a:cubicBezTo>
                  <a:moveTo>
                    <a:pt x="603" y="170"/>
                  </a:moveTo>
                  <a:cubicBezTo>
                    <a:pt x="603" y="170"/>
                    <a:pt x="603" y="170"/>
                    <a:pt x="603" y="171"/>
                  </a:cubicBezTo>
                  <a:cubicBezTo>
                    <a:pt x="603" y="170"/>
                    <a:pt x="603" y="170"/>
                    <a:pt x="603" y="170"/>
                  </a:cubicBezTo>
                  <a:moveTo>
                    <a:pt x="604" y="170"/>
                  </a:moveTo>
                  <a:cubicBezTo>
                    <a:pt x="604" y="170"/>
                    <a:pt x="604" y="170"/>
                    <a:pt x="603" y="170"/>
                  </a:cubicBezTo>
                  <a:cubicBezTo>
                    <a:pt x="604" y="170"/>
                    <a:pt x="604" y="170"/>
                    <a:pt x="604" y="170"/>
                  </a:cubicBezTo>
                  <a:moveTo>
                    <a:pt x="604" y="169"/>
                  </a:moveTo>
                  <a:cubicBezTo>
                    <a:pt x="604" y="169"/>
                    <a:pt x="604" y="169"/>
                    <a:pt x="604" y="170"/>
                  </a:cubicBezTo>
                  <a:cubicBezTo>
                    <a:pt x="604" y="169"/>
                    <a:pt x="604" y="169"/>
                    <a:pt x="604" y="169"/>
                  </a:cubicBezTo>
                  <a:moveTo>
                    <a:pt x="605" y="169"/>
                  </a:moveTo>
                  <a:cubicBezTo>
                    <a:pt x="605" y="169"/>
                    <a:pt x="605" y="169"/>
                    <a:pt x="604" y="169"/>
                  </a:cubicBezTo>
                  <a:cubicBezTo>
                    <a:pt x="605" y="169"/>
                    <a:pt x="605" y="169"/>
                    <a:pt x="605" y="169"/>
                  </a:cubicBezTo>
                  <a:moveTo>
                    <a:pt x="605" y="168"/>
                  </a:moveTo>
                  <a:cubicBezTo>
                    <a:pt x="605" y="168"/>
                    <a:pt x="605" y="168"/>
                    <a:pt x="605" y="169"/>
                  </a:cubicBezTo>
                  <a:cubicBezTo>
                    <a:pt x="605" y="168"/>
                    <a:pt x="605" y="168"/>
                    <a:pt x="605" y="168"/>
                  </a:cubicBezTo>
                  <a:moveTo>
                    <a:pt x="607" y="167"/>
                  </a:moveTo>
                  <a:cubicBezTo>
                    <a:pt x="607" y="167"/>
                    <a:pt x="606" y="168"/>
                    <a:pt x="605" y="168"/>
                  </a:cubicBezTo>
                  <a:cubicBezTo>
                    <a:pt x="606" y="168"/>
                    <a:pt x="607" y="167"/>
                    <a:pt x="607" y="167"/>
                  </a:cubicBezTo>
                  <a:moveTo>
                    <a:pt x="608" y="166"/>
                  </a:moveTo>
                  <a:cubicBezTo>
                    <a:pt x="608" y="166"/>
                    <a:pt x="607" y="167"/>
                    <a:pt x="607" y="167"/>
                  </a:cubicBezTo>
                  <a:cubicBezTo>
                    <a:pt x="607" y="167"/>
                    <a:pt x="608" y="166"/>
                    <a:pt x="608" y="166"/>
                  </a:cubicBezTo>
                  <a:moveTo>
                    <a:pt x="609" y="165"/>
                  </a:moveTo>
                  <a:cubicBezTo>
                    <a:pt x="609" y="165"/>
                    <a:pt x="609" y="165"/>
                    <a:pt x="608" y="166"/>
                  </a:cubicBezTo>
                  <a:cubicBezTo>
                    <a:pt x="609" y="165"/>
                    <a:pt x="609" y="165"/>
                    <a:pt x="609" y="165"/>
                  </a:cubicBezTo>
                  <a:moveTo>
                    <a:pt x="610" y="164"/>
                  </a:moveTo>
                  <a:cubicBezTo>
                    <a:pt x="610" y="164"/>
                    <a:pt x="609" y="164"/>
                    <a:pt x="609" y="165"/>
                  </a:cubicBezTo>
                  <a:cubicBezTo>
                    <a:pt x="609" y="164"/>
                    <a:pt x="610" y="164"/>
                    <a:pt x="610" y="164"/>
                  </a:cubicBezTo>
                  <a:moveTo>
                    <a:pt x="611" y="163"/>
                  </a:moveTo>
                  <a:cubicBezTo>
                    <a:pt x="611" y="163"/>
                    <a:pt x="611" y="164"/>
                    <a:pt x="610" y="164"/>
                  </a:cubicBezTo>
                  <a:cubicBezTo>
                    <a:pt x="611" y="164"/>
                    <a:pt x="611" y="163"/>
                    <a:pt x="611" y="163"/>
                  </a:cubicBezTo>
                  <a:moveTo>
                    <a:pt x="611" y="163"/>
                  </a:moveTo>
                  <a:cubicBezTo>
                    <a:pt x="612" y="163"/>
                    <a:pt x="612" y="162"/>
                    <a:pt x="612" y="162"/>
                  </a:cubicBezTo>
                  <a:cubicBezTo>
                    <a:pt x="612" y="162"/>
                    <a:pt x="612" y="163"/>
                    <a:pt x="611" y="163"/>
                  </a:cubicBezTo>
                  <a:moveTo>
                    <a:pt x="612" y="162"/>
                  </a:moveTo>
                  <a:cubicBezTo>
                    <a:pt x="612" y="162"/>
                    <a:pt x="612" y="162"/>
                    <a:pt x="613" y="161"/>
                  </a:cubicBezTo>
                  <a:cubicBezTo>
                    <a:pt x="612" y="162"/>
                    <a:pt x="612" y="162"/>
                    <a:pt x="612" y="162"/>
                  </a:cubicBezTo>
                  <a:moveTo>
                    <a:pt x="613" y="161"/>
                  </a:moveTo>
                  <a:cubicBezTo>
                    <a:pt x="613" y="161"/>
                    <a:pt x="613" y="161"/>
                    <a:pt x="613" y="161"/>
                  </a:cubicBezTo>
                  <a:cubicBezTo>
                    <a:pt x="613" y="161"/>
                    <a:pt x="613" y="161"/>
                    <a:pt x="613" y="161"/>
                  </a:cubicBezTo>
                  <a:moveTo>
                    <a:pt x="613" y="161"/>
                  </a:moveTo>
                  <a:cubicBezTo>
                    <a:pt x="613" y="161"/>
                    <a:pt x="614" y="160"/>
                    <a:pt x="614" y="160"/>
                  </a:cubicBezTo>
                  <a:cubicBezTo>
                    <a:pt x="614" y="160"/>
                    <a:pt x="613" y="161"/>
                    <a:pt x="613" y="161"/>
                  </a:cubicBezTo>
                  <a:moveTo>
                    <a:pt x="614" y="160"/>
                  </a:moveTo>
                  <a:cubicBezTo>
                    <a:pt x="614" y="160"/>
                    <a:pt x="614" y="160"/>
                    <a:pt x="614" y="160"/>
                  </a:cubicBezTo>
                  <a:cubicBezTo>
                    <a:pt x="614" y="160"/>
                    <a:pt x="614" y="160"/>
                    <a:pt x="614" y="160"/>
                  </a:cubicBezTo>
                  <a:moveTo>
                    <a:pt x="615" y="160"/>
                  </a:moveTo>
                  <a:cubicBezTo>
                    <a:pt x="615" y="160"/>
                    <a:pt x="614" y="160"/>
                    <a:pt x="614" y="160"/>
                  </a:cubicBezTo>
                  <a:cubicBezTo>
                    <a:pt x="614" y="160"/>
                    <a:pt x="615" y="160"/>
                    <a:pt x="615" y="160"/>
                  </a:cubicBezTo>
                  <a:moveTo>
                    <a:pt x="615" y="160"/>
                  </a:moveTo>
                  <a:cubicBezTo>
                    <a:pt x="615" y="160"/>
                    <a:pt x="615" y="160"/>
                    <a:pt x="615" y="160"/>
                  </a:cubicBezTo>
                  <a:cubicBezTo>
                    <a:pt x="615" y="160"/>
                    <a:pt x="615" y="160"/>
                    <a:pt x="615" y="160"/>
                  </a:cubicBezTo>
                  <a:moveTo>
                    <a:pt x="616" y="160"/>
                  </a:moveTo>
                  <a:cubicBezTo>
                    <a:pt x="616" y="160"/>
                    <a:pt x="616" y="160"/>
                    <a:pt x="615"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26" y="161"/>
                  </a:moveTo>
                  <a:cubicBezTo>
                    <a:pt x="623" y="161"/>
                    <a:pt x="620" y="160"/>
                    <a:pt x="617" y="160"/>
                  </a:cubicBezTo>
                  <a:cubicBezTo>
                    <a:pt x="618" y="160"/>
                    <a:pt x="619" y="160"/>
                    <a:pt x="619" y="160"/>
                  </a:cubicBezTo>
                  <a:cubicBezTo>
                    <a:pt x="622" y="161"/>
                    <a:pt x="624" y="161"/>
                    <a:pt x="627" y="162"/>
                  </a:cubicBezTo>
                  <a:cubicBezTo>
                    <a:pt x="627" y="162"/>
                    <a:pt x="627" y="162"/>
                    <a:pt x="626" y="161"/>
                  </a:cubicBezTo>
                  <a:moveTo>
                    <a:pt x="630" y="141"/>
                  </a:moveTo>
                  <a:cubicBezTo>
                    <a:pt x="635" y="142"/>
                    <a:pt x="641" y="143"/>
                    <a:pt x="646" y="144"/>
                  </a:cubicBezTo>
                  <a:cubicBezTo>
                    <a:pt x="641" y="143"/>
                    <a:pt x="635" y="142"/>
                    <a:pt x="630" y="141"/>
                  </a:cubicBezTo>
                  <a:moveTo>
                    <a:pt x="653" y="145"/>
                  </a:moveTo>
                  <a:cubicBezTo>
                    <a:pt x="650" y="145"/>
                    <a:pt x="648" y="145"/>
                    <a:pt x="646" y="144"/>
                  </a:cubicBezTo>
                  <a:cubicBezTo>
                    <a:pt x="648" y="145"/>
                    <a:pt x="650" y="145"/>
                    <a:pt x="653" y="145"/>
                  </a:cubicBezTo>
                  <a:moveTo>
                    <a:pt x="652" y="152"/>
                  </a:moveTo>
                  <a:cubicBezTo>
                    <a:pt x="654" y="148"/>
                    <a:pt x="657" y="144"/>
                    <a:pt x="659" y="139"/>
                  </a:cubicBezTo>
                  <a:cubicBezTo>
                    <a:pt x="657" y="144"/>
                    <a:pt x="654" y="148"/>
                    <a:pt x="652" y="152"/>
                  </a:cubicBezTo>
                  <a:moveTo>
                    <a:pt x="659" y="139"/>
                  </a:moveTo>
                  <a:cubicBezTo>
                    <a:pt x="653" y="145"/>
                    <a:pt x="653" y="145"/>
                    <a:pt x="653" y="145"/>
                  </a:cubicBezTo>
                  <a:cubicBezTo>
                    <a:pt x="659" y="139"/>
                    <a:pt x="659" y="139"/>
                    <a:pt x="659" y="139"/>
                  </a:cubicBezTo>
                  <a:moveTo>
                    <a:pt x="687" y="87"/>
                  </a:moveTo>
                  <a:cubicBezTo>
                    <a:pt x="688" y="87"/>
                    <a:pt x="690" y="87"/>
                    <a:pt x="692" y="88"/>
                  </a:cubicBezTo>
                  <a:cubicBezTo>
                    <a:pt x="690" y="87"/>
                    <a:pt x="688" y="87"/>
                    <a:pt x="687" y="87"/>
                  </a:cubicBezTo>
                  <a:moveTo>
                    <a:pt x="692" y="88"/>
                  </a:moveTo>
                  <a:cubicBezTo>
                    <a:pt x="693" y="88"/>
                    <a:pt x="694" y="88"/>
                    <a:pt x="695" y="88"/>
                  </a:cubicBezTo>
                  <a:cubicBezTo>
                    <a:pt x="694" y="88"/>
                    <a:pt x="693" y="88"/>
                    <a:pt x="692" y="88"/>
                  </a:cubicBezTo>
                  <a:moveTo>
                    <a:pt x="689" y="81"/>
                  </a:moveTo>
                  <a:cubicBezTo>
                    <a:pt x="699" y="79"/>
                    <a:pt x="699" y="79"/>
                    <a:pt x="699" y="79"/>
                  </a:cubicBezTo>
                  <a:cubicBezTo>
                    <a:pt x="689" y="81"/>
                    <a:pt x="689" y="81"/>
                    <a:pt x="689" y="81"/>
                  </a:cubicBezTo>
                  <a:cubicBezTo>
                    <a:pt x="686" y="81"/>
                    <a:pt x="683" y="80"/>
                    <a:pt x="679" y="80"/>
                  </a:cubicBezTo>
                  <a:cubicBezTo>
                    <a:pt x="683" y="80"/>
                    <a:pt x="686" y="81"/>
                    <a:pt x="689" y="81"/>
                  </a:cubicBezTo>
                  <a:moveTo>
                    <a:pt x="632" y="63"/>
                  </a:moveTo>
                  <a:cubicBezTo>
                    <a:pt x="630" y="63"/>
                    <a:pt x="629" y="63"/>
                    <a:pt x="628" y="62"/>
                  </a:cubicBezTo>
                  <a:cubicBezTo>
                    <a:pt x="629" y="63"/>
                    <a:pt x="630" y="63"/>
                    <a:pt x="632" y="63"/>
                  </a:cubicBezTo>
                  <a:moveTo>
                    <a:pt x="632" y="63"/>
                  </a:moveTo>
                  <a:cubicBezTo>
                    <a:pt x="640" y="59"/>
                    <a:pt x="640" y="59"/>
                    <a:pt x="640" y="59"/>
                  </a:cubicBezTo>
                  <a:cubicBezTo>
                    <a:pt x="632" y="63"/>
                    <a:pt x="632" y="63"/>
                    <a:pt x="632" y="63"/>
                  </a:cubicBezTo>
                  <a:moveTo>
                    <a:pt x="697" y="100"/>
                  </a:moveTo>
                  <a:cubicBezTo>
                    <a:pt x="708" y="95"/>
                    <a:pt x="723" y="87"/>
                    <a:pt x="734" y="80"/>
                  </a:cubicBezTo>
                  <a:cubicBezTo>
                    <a:pt x="724" y="81"/>
                    <a:pt x="709" y="82"/>
                    <a:pt x="698" y="83"/>
                  </a:cubicBezTo>
                  <a:cubicBezTo>
                    <a:pt x="706" y="73"/>
                    <a:pt x="706" y="73"/>
                    <a:pt x="706" y="73"/>
                  </a:cubicBezTo>
                  <a:cubicBezTo>
                    <a:pt x="698" y="66"/>
                    <a:pt x="698" y="66"/>
                    <a:pt x="698" y="66"/>
                  </a:cubicBezTo>
                  <a:cubicBezTo>
                    <a:pt x="691" y="76"/>
                    <a:pt x="691" y="76"/>
                    <a:pt x="691" y="76"/>
                  </a:cubicBezTo>
                  <a:cubicBezTo>
                    <a:pt x="698" y="66"/>
                    <a:pt x="698" y="66"/>
                    <a:pt x="698" y="66"/>
                  </a:cubicBezTo>
                  <a:cubicBezTo>
                    <a:pt x="673" y="65"/>
                    <a:pt x="672" y="65"/>
                    <a:pt x="657" y="63"/>
                  </a:cubicBezTo>
                  <a:cubicBezTo>
                    <a:pt x="651" y="62"/>
                    <a:pt x="645" y="61"/>
                    <a:pt x="640" y="59"/>
                  </a:cubicBezTo>
                  <a:cubicBezTo>
                    <a:pt x="632" y="63"/>
                    <a:pt x="632" y="63"/>
                    <a:pt x="632" y="63"/>
                  </a:cubicBezTo>
                  <a:cubicBezTo>
                    <a:pt x="630" y="63"/>
                    <a:pt x="629" y="63"/>
                    <a:pt x="628" y="62"/>
                  </a:cubicBezTo>
                  <a:cubicBezTo>
                    <a:pt x="620" y="61"/>
                    <a:pt x="612" y="63"/>
                    <a:pt x="604" y="61"/>
                  </a:cubicBezTo>
                  <a:cubicBezTo>
                    <a:pt x="605" y="61"/>
                    <a:pt x="606" y="61"/>
                    <a:pt x="607" y="62"/>
                  </a:cubicBezTo>
                  <a:cubicBezTo>
                    <a:pt x="613" y="62"/>
                    <a:pt x="621" y="61"/>
                    <a:pt x="628" y="62"/>
                  </a:cubicBezTo>
                  <a:cubicBezTo>
                    <a:pt x="630" y="60"/>
                    <a:pt x="630" y="60"/>
                    <a:pt x="632" y="58"/>
                  </a:cubicBezTo>
                  <a:cubicBezTo>
                    <a:pt x="631" y="57"/>
                    <a:pt x="631" y="57"/>
                    <a:pt x="631" y="56"/>
                  </a:cubicBezTo>
                  <a:cubicBezTo>
                    <a:pt x="630" y="56"/>
                    <a:pt x="608" y="51"/>
                    <a:pt x="602" y="59"/>
                  </a:cubicBezTo>
                  <a:cubicBezTo>
                    <a:pt x="603" y="59"/>
                    <a:pt x="603" y="60"/>
                    <a:pt x="603" y="61"/>
                  </a:cubicBezTo>
                  <a:cubicBezTo>
                    <a:pt x="603" y="60"/>
                    <a:pt x="603" y="59"/>
                    <a:pt x="602" y="59"/>
                  </a:cubicBezTo>
                  <a:cubicBezTo>
                    <a:pt x="604" y="57"/>
                    <a:pt x="604" y="57"/>
                    <a:pt x="607" y="55"/>
                  </a:cubicBezTo>
                  <a:cubicBezTo>
                    <a:pt x="604" y="55"/>
                    <a:pt x="602" y="54"/>
                    <a:pt x="600" y="53"/>
                  </a:cubicBezTo>
                  <a:cubicBezTo>
                    <a:pt x="586" y="53"/>
                    <a:pt x="586" y="53"/>
                    <a:pt x="586" y="53"/>
                  </a:cubicBezTo>
                  <a:cubicBezTo>
                    <a:pt x="600" y="53"/>
                    <a:pt x="600" y="53"/>
                    <a:pt x="600" y="53"/>
                  </a:cubicBezTo>
                  <a:cubicBezTo>
                    <a:pt x="586" y="53"/>
                    <a:pt x="586" y="53"/>
                    <a:pt x="586" y="53"/>
                  </a:cubicBezTo>
                  <a:cubicBezTo>
                    <a:pt x="567" y="64"/>
                    <a:pt x="548" y="76"/>
                    <a:pt x="529" y="89"/>
                  </a:cubicBezTo>
                  <a:cubicBezTo>
                    <a:pt x="529" y="89"/>
                    <a:pt x="529" y="89"/>
                    <a:pt x="529" y="90"/>
                  </a:cubicBezTo>
                  <a:cubicBezTo>
                    <a:pt x="529" y="89"/>
                    <a:pt x="529" y="89"/>
                    <a:pt x="529" y="89"/>
                  </a:cubicBezTo>
                  <a:cubicBezTo>
                    <a:pt x="528" y="89"/>
                    <a:pt x="526" y="91"/>
                    <a:pt x="525" y="91"/>
                  </a:cubicBezTo>
                  <a:cubicBezTo>
                    <a:pt x="525" y="91"/>
                    <a:pt x="526" y="92"/>
                    <a:pt x="527" y="92"/>
                  </a:cubicBezTo>
                  <a:cubicBezTo>
                    <a:pt x="525" y="96"/>
                    <a:pt x="523" y="102"/>
                    <a:pt x="521" y="106"/>
                  </a:cubicBezTo>
                  <a:cubicBezTo>
                    <a:pt x="517" y="112"/>
                    <a:pt x="517" y="112"/>
                    <a:pt x="517" y="112"/>
                  </a:cubicBezTo>
                  <a:cubicBezTo>
                    <a:pt x="512" y="119"/>
                    <a:pt x="512" y="119"/>
                    <a:pt x="512" y="119"/>
                  </a:cubicBezTo>
                  <a:cubicBezTo>
                    <a:pt x="508" y="122"/>
                    <a:pt x="503" y="126"/>
                    <a:pt x="499" y="130"/>
                  </a:cubicBezTo>
                  <a:cubicBezTo>
                    <a:pt x="495" y="136"/>
                    <a:pt x="495" y="136"/>
                    <a:pt x="495" y="136"/>
                  </a:cubicBezTo>
                  <a:cubicBezTo>
                    <a:pt x="498" y="137"/>
                    <a:pt x="501" y="139"/>
                    <a:pt x="505" y="140"/>
                  </a:cubicBezTo>
                  <a:cubicBezTo>
                    <a:pt x="503" y="148"/>
                    <a:pt x="503" y="148"/>
                    <a:pt x="503" y="148"/>
                  </a:cubicBezTo>
                  <a:cubicBezTo>
                    <a:pt x="491" y="160"/>
                    <a:pt x="491" y="160"/>
                    <a:pt x="491" y="160"/>
                  </a:cubicBezTo>
                  <a:cubicBezTo>
                    <a:pt x="490" y="159"/>
                    <a:pt x="489" y="159"/>
                    <a:pt x="489" y="159"/>
                  </a:cubicBezTo>
                  <a:cubicBezTo>
                    <a:pt x="484" y="163"/>
                    <a:pt x="480" y="167"/>
                    <a:pt x="476" y="171"/>
                  </a:cubicBezTo>
                  <a:cubicBezTo>
                    <a:pt x="467" y="168"/>
                    <a:pt x="467" y="168"/>
                    <a:pt x="467" y="168"/>
                  </a:cubicBezTo>
                  <a:cubicBezTo>
                    <a:pt x="452" y="188"/>
                    <a:pt x="452" y="188"/>
                    <a:pt x="452" y="188"/>
                  </a:cubicBezTo>
                  <a:cubicBezTo>
                    <a:pt x="449" y="195"/>
                    <a:pt x="449" y="195"/>
                    <a:pt x="449" y="195"/>
                  </a:cubicBezTo>
                  <a:cubicBezTo>
                    <a:pt x="450" y="195"/>
                    <a:pt x="451" y="196"/>
                    <a:pt x="452" y="196"/>
                  </a:cubicBezTo>
                  <a:cubicBezTo>
                    <a:pt x="456" y="192"/>
                    <a:pt x="460" y="188"/>
                    <a:pt x="464" y="183"/>
                  </a:cubicBezTo>
                  <a:cubicBezTo>
                    <a:pt x="465" y="175"/>
                    <a:pt x="465" y="175"/>
                    <a:pt x="465" y="175"/>
                  </a:cubicBezTo>
                  <a:cubicBezTo>
                    <a:pt x="464" y="183"/>
                    <a:pt x="464" y="183"/>
                    <a:pt x="464" y="183"/>
                  </a:cubicBezTo>
                  <a:cubicBezTo>
                    <a:pt x="460" y="188"/>
                    <a:pt x="456" y="192"/>
                    <a:pt x="452" y="196"/>
                  </a:cubicBezTo>
                  <a:cubicBezTo>
                    <a:pt x="459" y="199"/>
                    <a:pt x="459" y="199"/>
                    <a:pt x="459" y="199"/>
                  </a:cubicBezTo>
                  <a:cubicBezTo>
                    <a:pt x="452" y="196"/>
                    <a:pt x="452" y="196"/>
                    <a:pt x="452" y="196"/>
                  </a:cubicBezTo>
                  <a:cubicBezTo>
                    <a:pt x="451" y="196"/>
                    <a:pt x="450" y="195"/>
                    <a:pt x="449" y="195"/>
                  </a:cubicBezTo>
                  <a:cubicBezTo>
                    <a:pt x="432" y="223"/>
                    <a:pt x="432" y="223"/>
                    <a:pt x="435" y="242"/>
                  </a:cubicBezTo>
                  <a:cubicBezTo>
                    <a:pt x="437" y="234"/>
                    <a:pt x="438" y="223"/>
                    <a:pt x="439" y="216"/>
                  </a:cubicBezTo>
                  <a:cubicBezTo>
                    <a:pt x="435" y="242"/>
                    <a:pt x="435" y="242"/>
                    <a:pt x="435" y="242"/>
                  </a:cubicBezTo>
                  <a:cubicBezTo>
                    <a:pt x="452" y="254"/>
                    <a:pt x="452" y="254"/>
                    <a:pt x="452" y="254"/>
                  </a:cubicBezTo>
                  <a:cubicBezTo>
                    <a:pt x="483" y="230"/>
                    <a:pt x="483" y="230"/>
                    <a:pt x="483" y="230"/>
                  </a:cubicBezTo>
                  <a:cubicBezTo>
                    <a:pt x="514" y="206"/>
                    <a:pt x="514" y="206"/>
                    <a:pt x="514" y="206"/>
                  </a:cubicBezTo>
                  <a:cubicBezTo>
                    <a:pt x="516" y="206"/>
                    <a:pt x="518" y="207"/>
                    <a:pt x="521" y="207"/>
                  </a:cubicBezTo>
                  <a:cubicBezTo>
                    <a:pt x="535" y="212"/>
                    <a:pt x="535" y="212"/>
                    <a:pt x="535" y="212"/>
                  </a:cubicBezTo>
                  <a:cubicBezTo>
                    <a:pt x="571" y="188"/>
                    <a:pt x="571" y="188"/>
                    <a:pt x="571" y="188"/>
                  </a:cubicBezTo>
                  <a:cubicBezTo>
                    <a:pt x="546" y="203"/>
                    <a:pt x="546" y="203"/>
                    <a:pt x="538" y="203"/>
                  </a:cubicBezTo>
                  <a:cubicBezTo>
                    <a:pt x="546" y="203"/>
                    <a:pt x="546" y="203"/>
                    <a:pt x="571" y="188"/>
                  </a:cubicBezTo>
                  <a:cubicBezTo>
                    <a:pt x="582" y="189"/>
                    <a:pt x="593" y="192"/>
                    <a:pt x="604" y="193"/>
                  </a:cubicBezTo>
                  <a:cubicBezTo>
                    <a:pt x="612" y="188"/>
                    <a:pt x="612" y="188"/>
                    <a:pt x="612" y="188"/>
                  </a:cubicBezTo>
                  <a:cubicBezTo>
                    <a:pt x="613" y="188"/>
                    <a:pt x="614" y="188"/>
                    <a:pt x="615" y="188"/>
                  </a:cubicBezTo>
                  <a:cubicBezTo>
                    <a:pt x="616" y="188"/>
                    <a:pt x="618" y="189"/>
                    <a:pt x="619" y="189"/>
                  </a:cubicBezTo>
                  <a:cubicBezTo>
                    <a:pt x="626" y="177"/>
                    <a:pt x="626" y="177"/>
                    <a:pt x="626" y="177"/>
                  </a:cubicBezTo>
                  <a:cubicBezTo>
                    <a:pt x="620" y="168"/>
                    <a:pt x="620" y="168"/>
                    <a:pt x="620" y="168"/>
                  </a:cubicBezTo>
                  <a:cubicBezTo>
                    <a:pt x="622" y="168"/>
                    <a:pt x="625" y="168"/>
                    <a:pt x="627" y="168"/>
                  </a:cubicBezTo>
                  <a:cubicBezTo>
                    <a:pt x="641" y="164"/>
                    <a:pt x="641" y="164"/>
                    <a:pt x="641" y="164"/>
                  </a:cubicBezTo>
                  <a:cubicBezTo>
                    <a:pt x="642" y="162"/>
                    <a:pt x="644" y="160"/>
                    <a:pt x="645" y="158"/>
                  </a:cubicBezTo>
                  <a:cubicBezTo>
                    <a:pt x="640" y="157"/>
                    <a:pt x="636" y="156"/>
                    <a:pt x="631" y="155"/>
                  </a:cubicBezTo>
                  <a:cubicBezTo>
                    <a:pt x="636" y="156"/>
                    <a:pt x="640" y="157"/>
                    <a:pt x="645" y="158"/>
                  </a:cubicBezTo>
                  <a:cubicBezTo>
                    <a:pt x="659" y="152"/>
                    <a:pt x="659" y="152"/>
                    <a:pt x="659" y="152"/>
                  </a:cubicBezTo>
                  <a:cubicBezTo>
                    <a:pt x="665" y="147"/>
                    <a:pt x="665" y="147"/>
                    <a:pt x="665" y="147"/>
                  </a:cubicBezTo>
                  <a:cubicBezTo>
                    <a:pt x="676" y="135"/>
                    <a:pt x="676" y="135"/>
                    <a:pt x="676" y="135"/>
                  </a:cubicBezTo>
                  <a:cubicBezTo>
                    <a:pt x="670" y="128"/>
                    <a:pt x="670" y="128"/>
                    <a:pt x="670" y="128"/>
                  </a:cubicBezTo>
                  <a:cubicBezTo>
                    <a:pt x="684" y="111"/>
                    <a:pt x="684" y="111"/>
                    <a:pt x="684" y="111"/>
                  </a:cubicBezTo>
                  <a:cubicBezTo>
                    <a:pt x="683" y="111"/>
                    <a:pt x="683" y="111"/>
                    <a:pt x="681" y="111"/>
                  </a:cubicBezTo>
                  <a:cubicBezTo>
                    <a:pt x="675" y="116"/>
                    <a:pt x="675" y="116"/>
                    <a:pt x="675" y="116"/>
                  </a:cubicBezTo>
                  <a:cubicBezTo>
                    <a:pt x="681" y="111"/>
                    <a:pt x="681" y="111"/>
                    <a:pt x="681" y="111"/>
                  </a:cubicBezTo>
                  <a:cubicBezTo>
                    <a:pt x="688" y="105"/>
                    <a:pt x="688" y="105"/>
                    <a:pt x="688" y="105"/>
                  </a:cubicBezTo>
                  <a:cubicBezTo>
                    <a:pt x="689" y="105"/>
                    <a:pt x="690" y="106"/>
                    <a:pt x="691" y="106"/>
                  </a:cubicBezTo>
                  <a:cubicBezTo>
                    <a:pt x="697" y="100"/>
                    <a:pt x="697" y="100"/>
                    <a:pt x="697" y="100"/>
                  </a:cubicBezTo>
                  <a:moveTo>
                    <a:pt x="93" y="1104"/>
                  </a:moveTo>
                  <a:cubicBezTo>
                    <a:pt x="98" y="1113"/>
                    <a:pt x="98" y="1113"/>
                    <a:pt x="98" y="1113"/>
                  </a:cubicBezTo>
                  <a:cubicBezTo>
                    <a:pt x="92" y="1102"/>
                    <a:pt x="92" y="1102"/>
                    <a:pt x="92" y="1102"/>
                  </a:cubicBezTo>
                  <a:cubicBezTo>
                    <a:pt x="87" y="1093"/>
                    <a:pt x="87" y="1093"/>
                    <a:pt x="87" y="1093"/>
                  </a:cubicBezTo>
                  <a:cubicBezTo>
                    <a:pt x="93" y="1104"/>
                    <a:pt x="93" y="1104"/>
                    <a:pt x="93" y="1104"/>
                  </a:cubicBezTo>
                  <a:moveTo>
                    <a:pt x="350" y="1401"/>
                  </a:moveTo>
                  <a:cubicBezTo>
                    <a:pt x="262" y="1327"/>
                    <a:pt x="195" y="1226"/>
                    <a:pt x="156" y="1105"/>
                  </a:cubicBezTo>
                  <a:cubicBezTo>
                    <a:pt x="143" y="1099"/>
                    <a:pt x="130" y="1092"/>
                    <a:pt x="118" y="1085"/>
                  </a:cubicBezTo>
                  <a:cubicBezTo>
                    <a:pt x="96" y="1074"/>
                    <a:pt x="80" y="1061"/>
                    <a:pt x="67" y="1048"/>
                  </a:cubicBezTo>
                  <a:cubicBezTo>
                    <a:pt x="78" y="1075"/>
                    <a:pt x="78" y="1075"/>
                    <a:pt x="78" y="1075"/>
                  </a:cubicBezTo>
                  <a:cubicBezTo>
                    <a:pt x="84" y="1085"/>
                    <a:pt x="84" y="1085"/>
                    <a:pt x="84" y="1085"/>
                  </a:cubicBezTo>
                  <a:cubicBezTo>
                    <a:pt x="85" y="1088"/>
                    <a:pt x="86" y="1090"/>
                    <a:pt x="87" y="1093"/>
                  </a:cubicBezTo>
                  <a:cubicBezTo>
                    <a:pt x="92" y="1102"/>
                    <a:pt x="92" y="1102"/>
                    <a:pt x="92" y="1102"/>
                  </a:cubicBezTo>
                  <a:cubicBezTo>
                    <a:pt x="98" y="1113"/>
                    <a:pt x="98" y="1113"/>
                    <a:pt x="98" y="1113"/>
                  </a:cubicBezTo>
                  <a:cubicBezTo>
                    <a:pt x="123" y="1152"/>
                    <a:pt x="123" y="1152"/>
                    <a:pt x="123" y="1152"/>
                  </a:cubicBezTo>
                  <a:cubicBezTo>
                    <a:pt x="130" y="1161"/>
                    <a:pt x="130" y="1161"/>
                    <a:pt x="130" y="1161"/>
                  </a:cubicBezTo>
                  <a:cubicBezTo>
                    <a:pt x="149" y="1185"/>
                    <a:pt x="149" y="1185"/>
                    <a:pt x="149" y="1185"/>
                  </a:cubicBezTo>
                  <a:cubicBezTo>
                    <a:pt x="198" y="1272"/>
                    <a:pt x="225" y="1309"/>
                    <a:pt x="310" y="1380"/>
                  </a:cubicBezTo>
                  <a:cubicBezTo>
                    <a:pt x="370" y="1423"/>
                    <a:pt x="371" y="1425"/>
                    <a:pt x="407" y="1445"/>
                  </a:cubicBezTo>
                  <a:cubicBezTo>
                    <a:pt x="379" y="1428"/>
                    <a:pt x="379" y="1428"/>
                    <a:pt x="379" y="1428"/>
                  </a:cubicBezTo>
                  <a:cubicBezTo>
                    <a:pt x="372" y="1423"/>
                    <a:pt x="372" y="1423"/>
                    <a:pt x="372" y="1423"/>
                  </a:cubicBezTo>
                  <a:cubicBezTo>
                    <a:pt x="364" y="1417"/>
                    <a:pt x="355" y="1411"/>
                    <a:pt x="346" y="1404"/>
                  </a:cubicBezTo>
                  <a:cubicBezTo>
                    <a:pt x="356" y="1410"/>
                    <a:pt x="356" y="1410"/>
                    <a:pt x="356" y="1410"/>
                  </a:cubicBezTo>
                  <a:cubicBezTo>
                    <a:pt x="342" y="1396"/>
                    <a:pt x="342" y="1396"/>
                    <a:pt x="342" y="1396"/>
                  </a:cubicBezTo>
                  <a:cubicBezTo>
                    <a:pt x="344" y="1398"/>
                    <a:pt x="347" y="1399"/>
                    <a:pt x="350" y="1401"/>
                  </a:cubicBezTo>
                  <a:moveTo>
                    <a:pt x="1163" y="1135"/>
                  </a:moveTo>
                  <a:cubicBezTo>
                    <a:pt x="1171" y="1124"/>
                    <a:pt x="1171" y="1124"/>
                    <a:pt x="1171" y="1124"/>
                  </a:cubicBezTo>
                  <a:cubicBezTo>
                    <a:pt x="1161" y="1132"/>
                    <a:pt x="1161" y="1132"/>
                    <a:pt x="1161" y="1132"/>
                  </a:cubicBezTo>
                  <a:cubicBezTo>
                    <a:pt x="1154" y="1142"/>
                    <a:pt x="1154" y="1142"/>
                    <a:pt x="1154" y="1142"/>
                  </a:cubicBezTo>
                  <a:cubicBezTo>
                    <a:pt x="1163" y="1135"/>
                    <a:pt x="1163" y="1135"/>
                    <a:pt x="1163" y="1135"/>
                  </a:cubicBezTo>
                  <a:moveTo>
                    <a:pt x="805" y="1119"/>
                  </a:moveTo>
                  <a:cubicBezTo>
                    <a:pt x="845" y="1161"/>
                    <a:pt x="845" y="1161"/>
                    <a:pt x="845" y="1161"/>
                  </a:cubicBezTo>
                  <a:cubicBezTo>
                    <a:pt x="836" y="1146"/>
                    <a:pt x="823" y="1127"/>
                    <a:pt x="814" y="1112"/>
                  </a:cubicBezTo>
                  <a:cubicBezTo>
                    <a:pt x="805" y="1119"/>
                    <a:pt x="805" y="1119"/>
                    <a:pt x="805" y="1119"/>
                  </a:cubicBezTo>
                  <a:moveTo>
                    <a:pt x="156" y="1105"/>
                  </a:moveTo>
                  <a:cubicBezTo>
                    <a:pt x="209" y="1128"/>
                    <a:pt x="275" y="1148"/>
                    <a:pt x="351" y="1164"/>
                  </a:cubicBezTo>
                  <a:cubicBezTo>
                    <a:pt x="343" y="1132"/>
                    <a:pt x="343" y="1132"/>
                    <a:pt x="343" y="1132"/>
                  </a:cubicBezTo>
                  <a:cubicBezTo>
                    <a:pt x="339" y="1127"/>
                    <a:pt x="339" y="1127"/>
                    <a:pt x="339" y="1127"/>
                  </a:cubicBezTo>
                  <a:cubicBezTo>
                    <a:pt x="325" y="1111"/>
                    <a:pt x="309" y="1097"/>
                    <a:pt x="293" y="1081"/>
                  </a:cubicBezTo>
                  <a:cubicBezTo>
                    <a:pt x="286" y="1079"/>
                    <a:pt x="278" y="1077"/>
                    <a:pt x="270" y="1075"/>
                  </a:cubicBezTo>
                  <a:cubicBezTo>
                    <a:pt x="266" y="1074"/>
                    <a:pt x="262" y="1074"/>
                    <a:pt x="258" y="1072"/>
                  </a:cubicBezTo>
                  <a:cubicBezTo>
                    <a:pt x="239" y="1051"/>
                    <a:pt x="239" y="1051"/>
                    <a:pt x="239" y="1051"/>
                  </a:cubicBezTo>
                  <a:cubicBezTo>
                    <a:pt x="237" y="1050"/>
                    <a:pt x="235" y="1049"/>
                    <a:pt x="233" y="1049"/>
                  </a:cubicBezTo>
                  <a:cubicBezTo>
                    <a:pt x="227" y="1039"/>
                    <a:pt x="227" y="1039"/>
                    <a:pt x="227" y="1039"/>
                  </a:cubicBezTo>
                  <a:cubicBezTo>
                    <a:pt x="225" y="1038"/>
                    <a:pt x="223" y="1038"/>
                    <a:pt x="221" y="1037"/>
                  </a:cubicBezTo>
                  <a:cubicBezTo>
                    <a:pt x="209" y="1024"/>
                    <a:pt x="209" y="1024"/>
                    <a:pt x="209" y="1024"/>
                  </a:cubicBezTo>
                  <a:cubicBezTo>
                    <a:pt x="199" y="1026"/>
                    <a:pt x="199" y="1026"/>
                    <a:pt x="199" y="1026"/>
                  </a:cubicBezTo>
                  <a:cubicBezTo>
                    <a:pt x="193" y="1021"/>
                    <a:pt x="193" y="1021"/>
                    <a:pt x="193" y="1021"/>
                  </a:cubicBezTo>
                  <a:cubicBezTo>
                    <a:pt x="203" y="1012"/>
                    <a:pt x="203" y="1012"/>
                    <a:pt x="201" y="1006"/>
                  </a:cubicBezTo>
                  <a:cubicBezTo>
                    <a:pt x="200" y="994"/>
                    <a:pt x="190" y="986"/>
                    <a:pt x="187" y="974"/>
                  </a:cubicBezTo>
                  <a:cubicBezTo>
                    <a:pt x="174" y="940"/>
                    <a:pt x="139" y="921"/>
                    <a:pt x="121" y="890"/>
                  </a:cubicBezTo>
                  <a:cubicBezTo>
                    <a:pt x="123" y="967"/>
                    <a:pt x="136" y="1039"/>
                    <a:pt x="156" y="1105"/>
                  </a:cubicBezTo>
                  <a:moveTo>
                    <a:pt x="1301" y="859"/>
                  </a:moveTo>
                  <a:cubicBezTo>
                    <a:pt x="1313" y="829"/>
                    <a:pt x="1313" y="829"/>
                    <a:pt x="1313" y="829"/>
                  </a:cubicBezTo>
                  <a:cubicBezTo>
                    <a:pt x="1289" y="862"/>
                    <a:pt x="1289" y="862"/>
                    <a:pt x="1289" y="862"/>
                  </a:cubicBezTo>
                  <a:cubicBezTo>
                    <a:pt x="1301" y="859"/>
                    <a:pt x="1301" y="859"/>
                    <a:pt x="1301" y="859"/>
                  </a:cubicBezTo>
                  <a:moveTo>
                    <a:pt x="1351" y="794"/>
                  </a:moveTo>
                  <a:cubicBezTo>
                    <a:pt x="1354" y="782"/>
                    <a:pt x="1354" y="782"/>
                    <a:pt x="1354" y="782"/>
                  </a:cubicBezTo>
                  <a:cubicBezTo>
                    <a:pt x="1348" y="791"/>
                    <a:pt x="1348" y="791"/>
                    <a:pt x="1348" y="791"/>
                  </a:cubicBezTo>
                  <a:cubicBezTo>
                    <a:pt x="1344" y="803"/>
                    <a:pt x="1344" y="803"/>
                    <a:pt x="1344" y="803"/>
                  </a:cubicBezTo>
                  <a:cubicBezTo>
                    <a:pt x="1351" y="794"/>
                    <a:pt x="1351" y="794"/>
                    <a:pt x="1351" y="794"/>
                  </a:cubicBezTo>
                  <a:moveTo>
                    <a:pt x="1096" y="700"/>
                  </a:moveTo>
                  <a:cubicBezTo>
                    <a:pt x="1112" y="707"/>
                    <a:pt x="1112" y="707"/>
                    <a:pt x="1112" y="707"/>
                  </a:cubicBezTo>
                  <a:cubicBezTo>
                    <a:pt x="1100" y="671"/>
                    <a:pt x="1100" y="671"/>
                    <a:pt x="1100" y="671"/>
                  </a:cubicBezTo>
                  <a:cubicBezTo>
                    <a:pt x="1096" y="700"/>
                    <a:pt x="1096" y="700"/>
                    <a:pt x="1096" y="700"/>
                  </a:cubicBezTo>
                  <a:moveTo>
                    <a:pt x="1102" y="1123"/>
                  </a:moveTo>
                  <a:cubicBezTo>
                    <a:pt x="1114" y="1096"/>
                    <a:pt x="1114" y="1096"/>
                    <a:pt x="1114" y="1096"/>
                  </a:cubicBezTo>
                  <a:cubicBezTo>
                    <a:pt x="1102" y="1123"/>
                    <a:pt x="1102" y="1123"/>
                    <a:pt x="1102" y="1123"/>
                  </a:cubicBezTo>
                  <a:cubicBezTo>
                    <a:pt x="1073" y="1126"/>
                    <a:pt x="1073" y="1126"/>
                    <a:pt x="1073" y="1126"/>
                  </a:cubicBezTo>
                  <a:cubicBezTo>
                    <a:pt x="1102" y="1123"/>
                    <a:pt x="1102" y="1123"/>
                    <a:pt x="1102" y="1123"/>
                  </a:cubicBezTo>
                  <a:moveTo>
                    <a:pt x="1085" y="1121"/>
                  </a:moveTo>
                  <a:cubicBezTo>
                    <a:pt x="1082" y="1092"/>
                    <a:pt x="1082" y="1092"/>
                    <a:pt x="1082" y="1092"/>
                  </a:cubicBezTo>
                  <a:cubicBezTo>
                    <a:pt x="1090" y="1091"/>
                    <a:pt x="1098" y="1090"/>
                    <a:pt x="1106" y="1090"/>
                  </a:cubicBezTo>
                  <a:cubicBezTo>
                    <a:pt x="1085" y="1121"/>
                    <a:pt x="1085" y="1121"/>
                    <a:pt x="1085" y="1121"/>
                  </a:cubicBezTo>
                  <a:moveTo>
                    <a:pt x="1136" y="1054"/>
                  </a:moveTo>
                  <a:cubicBezTo>
                    <a:pt x="1122" y="1029"/>
                    <a:pt x="1122" y="1029"/>
                    <a:pt x="1122" y="1029"/>
                  </a:cubicBezTo>
                  <a:cubicBezTo>
                    <a:pt x="1136" y="1054"/>
                    <a:pt x="1136" y="1054"/>
                    <a:pt x="1136" y="1054"/>
                  </a:cubicBezTo>
                  <a:moveTo>
                    <a:pt x="1136" y="1054"/>
                  </a:moveTo>
                  <a:cubicBezTo>
                    <a:pt x="1140" y="1025"/>
                    <a:pt x="1140" y="1025"/>
                    <a:pt x="1140" y="1025"/>
                  </a:cubicBezTo>
                  <a:cubicBezTo>
                    <a:pt x="1136" y="1054"/>
                    <a:pt x="1136" y="1054"/>
                    <a:pt x="1136" y="1054"/>
                  </a:cubicBezTo>
                  <a:moveTo>
                    <a:pt x="1142" y="932"/>
                  </a:moveTo>
                  <a:cubicBezTo>
                    <a:pt x="1141" y="926"/>
                    <a:pt x="1141" y="919"/>
                    <a:pt x="1141" y="913"/>
                  </a:cubicBezTo>
                  <a:cubicBezTo>
                    <a:pt x="1141" y="919"/>
                    <a:pt x="1141" y="926"/>
                    <a:pt x="1142" y="932"/>
                  </a:cubicBezTo>
                  <a:moveTo>
                    <a:pt x="1142" y="932"/>
                  </a:moveTo>
                  <a:cubicBezTo>
                    <a:pt x="1146" y="931"/>
                    <a:pt x="1152" y="930"/>
                    <a:pt x="1157" y="930"/>
                  </a:cubicBezTo>
                  <a:cubicBezTo>
                    <a:pt x="1152" y="930"/>
                    <a:pt x="1146" y="931"/>
                    <a:pt x="1142" y="932"/>
                  </a:cubicBezTo>
                  <a:moveTo>
                    <a:pt x="869" y="940"/>
                  </a:moveTo>
                  <a:cubicBezTo>
                    <a:pt x="860" y="902"/>
                    <a:pt x="860" y="902"/>
                    <a:pt x="860" y="902"/>
                  </a:cubicBezTo>
                  <a:cubicBezTo>
                    <a:pt x="869" y="940"/>
                    <a:pt x="869" y="940"/>
                    <a:pt x="869" y="940"/>
                  </a:cubicBezTo>
                  <a:moveTo>
                    <a:pt x="869" y="940"/>
                  </a:moveTo>
                  <a:cubicBezTo>
                    <a:pt x="888" y="928"/>
                    <a:pt x="888" y="928"/>
                    <a:pt x="888" y="928"/>
                  </a:cubicBezTo>
                  <a:cubicBezTo>
                    <a:pt x="869" y="940"/>
                    <a:pt x="869" y="940"/>
                    <a:pt x="869" y="94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699"/>
                    <a:pt x="1073" y="699"/>
                  </a:cubicBezTo>
                  <a:cubicBezTo>
                    <a:pt x="1073" y="699"/>
                    <a:pt x="1073" y="700"/>
                    <a:pt x="1073" y="700"/>
                  </a:cubicBezTo>
                  <a:moveTo>
                    <a:pt x="1073" y="699"/>
                  </a:moveTo>
                  <a:cubicBezTo>
                    <a:pt x="1073" y="699"/>
                    <a:pt x="1073" y="699"/>
                    <a:pt x="1073" y="699"/>
                  </a:cubicBezTo>
                  <a:cubicBezTo>
                    <a:pt x="1073" y="699"/>
                    <a:pt x="1073" y="699"/>
                    <a:pt x="1073" y="699"/>
                  </a:cubicBezTo>
                  <a:moveTo>
                    <a:pt x="1073" y="698"/>
                  </a:moveTo>
                  <a:cubicBezTo>
                    <a:pt x="1073" y="699"/>
                    <a:pt x="1073" y="699"/>
                    <a:pt x="1073" y="699"/>
                  </a:cubicBezTo>
                  <a:cubicBezTo>
                    <a:pt x="1073" y="699"/>
                    <a:pt x="1073" y="699"/>
                    <a:pt x="1073" y="699"/>
                  </a:cubicBezTo>
                  <a:moveTo>
                    <a:pt x="1073" y="698"/>
                  </a:moveTo>
                  <a:cubicBezTo>
                    <a:pt x="1073" y="698"/>
                    <a:pt x="1073" y="698"/>
                    <a:pt x="1073" y="698"/>
                  </a:cubicBezTo>
                  <a:cubicBezTo>
                    <a:pt x="1073" y="698"/>
                    <a:pt x="1073" y="698"/>
                    <a:pt x="1073" y="698"/>
                  </a:cubicBezTo>
                  <a:moveTo>
                    <a:pt x="1073" y="697"/>
                  </a:moveTo>
                  <a:cubicBezTo>
                    <a:pt x="1073" y="698"/>
                    <a:pt x="1073" y="698"/>
                    <a:pt x="1073" y="698"/>
                  </a:cubicBezTo>
                  <a:cubicBezTo>
                    <a:pt x="1073" y="698"/>
                    <a:pt x="1073" y="698"/>
                    <a:pt x="1073" y="697"/>
                  </a:cubicBezTo>
                  <a:moveTo>
                    <a:pt x="1073" y="697"/>
                  </a:moveTo>
                  <a:cubicBezTo>
                    <a:pt x="1073" y="697"/>
                    <a:pt x="1073" y="697"/>
                    <a:pt x="1073" y="697"/>
                  </a:cubicBezTo>
                  <a:cubicBezTo>
                    <a:pt x="1073" y="697"/>
                    <a:pt x="1073" y="697"/>
                    <a:pt x="1073" y="697"/>
                  </a:cubicBezTo>
                  <a:moveTo>
                    <a:pt x="1073" y="696"/>
                  </a:moveTo>
                  <a:cubicBezTo>
                    <a:pt x="1073" y="696"/>
                    <a:pt x="1073" y="696"/>
                    <a:pt x="1073" y="697"/>
                  </a:cubicBezTo>
                  <a:cubicBezTo>
                    <a:pt x="1073" y="696"/>
                    <a:pt x="1073" y="696"/>
                    <a:pt x="1073" y="696"/>
                  </a:cubicBezTo>
                  <a:moveTo>
                    <a:pt x="1073" y="695"/>
                  </a:moveTo>
                  <a:cubicBezTo>
                    <a:pt x="1073" y="695"/>
                    <a:pt x="1073" y="696"/>
                    <a:pt x="1073" y="696"/>
                  </a:cubicBezTo>
                  <a:cubicBezTo>
                    <a:pt x="1073" y="696"/>
                    <a:pt x="1073" y="695"/>
                    <a:pt x="1073" y="695"/>
                  </a:cubicBezTo>
                  <a:moveTo>
                    <a:pt x="1073" y="694"/>
                  </a:moveTo>
                  <a:cubicBezTo>
                    <a:pt x="1073" y="694"/>
                    <a:pt x="1073" y="695"/>
                    <a:pt x="1073" y="695"/>
                  </a:cubicBezTo>
                  <a:cubicBezTo>
                    <a:pt x="1073" y="695"/>
                    <a:pt x="1073" y="694"/>
                    <a:pt x="1073" y="694"/>
                  </a:cubicBezTo>
                  <a:moveTo>
                    <a:pt x="1073" y="694"/>
                  </a:moveTo>
                  <a:cubicBezTo>
                    <a:pt x="1073" y="694"/>
                    <a:pt x="1073" y="694"/>
                    <a:pt x="1073" y="694"/>
                  </a:cubicBezTo>
                  <a:cubicBezTo>
                    <a:pt x="1073" y="694"/>
                    <a:pt x="1073" y="694"/>
                    <a:pt x="1073" y="694"/>
                  </a:cubicBezTo>
                  <a:moveTo>
                    <a:pt x="1073" y="692"/>
                  </a:moveTo>
                  <a:cubicBezTo>
                    <a:pt x="1073" y="693"/>
                    <a:pt x="1073" y="693"/>
                    <a:pt x="1073" y="694"/>
                  </a:cubicBezTo>
                  <a:cubicBezTo>
                    <a:pt x="1073" y="693"/>
                    <a:pt x="1073" y="693"/>
                    <a:pt x="1073" y="692"/>
                  </a:cubicBezTo>
                  <a:moveTo>
                    <a:pt x="1073" y="691"/>
                  </a:moveTo>
                  <a:cubicBezTo>
                    <a:pt x="1073" y="691"/>
                    <a:pt x="1073" y="692"/>
                    <a:pt x="1073" y="692"/>
                  </a:cubicBezTo>
                  <a:cubicBezTo>
                    <a:pt x="1073" y="692"/>
                    <a:pt x="1073" y="691"/>
                    <a:pt x="1073" y="691"/>
                  </a:cubicBezTo>
                  <a:moveTo>
                    <a:pt x="1073" y="690"/>
                  </a:moveTo>
                  <a:cubicBezTo>
                    <a:pt x="1073" y="690"/>
                    <a:pt x="1073" y="691"/>
                    <a:pt x="1073" y="691"/>
                  </a:cubicBezTo>
                  <a:cubicBezTo>
                    <a:pt x="1073" y="690"/>
                    <a:pt x="1073" y="689"/>
                    <a:pt x="1073" y="688"/>
                  </a:cubicBezTo>
                  <a:cubicBezTo>
                    <a:pt x="1073" y="689"/>
                    <a:pt x="1073" y="690"/>
                    <a:pt x="1073" y="690"/>
                  </a:cubicBezTo>
                  <a:moveTo>
                    <a:pt x="643" y="623"/>
                  </a:moveTo>
                  <a:cubicBezTo>
                    <a:pt x="652" y="605"/>
                    <a:pt x="652" y="605"/>
                    <a:pt x="652" y="605"/>
                  </a:cubicBezTo>
                  <a:cubicBezTo>
                    <a:pt x="643" y="623"/>
                    <a:pt x="643" y="623"/>
                    <a:pt x="643" y="623"/>
                  </a:cubicBezTo>
                  <a:cubicBezTo>
                    <a:pt x="635" y="632"/>
                    <a:pt x="635" y="632"/>
                    <a:pt x="635" y="632"/>
                  </a:cubicBezTo>
                  <a:cubicBezTo>
                    <a:pt x="643" y="623"/>
                    <a:pt x="643" y="623"/>
                    <a:pt x="643" y="623"/>
                  </a:cubicBezTo>
                  <a:moveTo>
                    <a:pt x="1290" y="910"/>
                  </a:moveTo>
                  <a:cubicBezTo>
                    <a:pt x="1293" y="909"/>
                    <a:pt x="1295" y="909"/>
                    <a:pt x="1297" y="909"/>
                  </a:cubicBezTo>
                  <a:cubicBezTo>
                    <a:pt x="1295" y="909"/>
                    <a:pt x="1293" y="909"/>
                    <a:pt x="1290" y="910"/>
                  </a:cubicBezTo>
                  <a:cubicBezTo>
                    <a:pt x="1240" y="928"/>
                    <a:pt x="1240" y="928"/>
                    <a:pt x="1240" y="928"/>
                  </a:cubicBezTo>
                  <a:cubicBezTo>
                    <a:pt x="1234" y="929"/>
                    <a:pt x="1226" y="930"/>
                    <a:pt x="1219" y="931"/>
                  </a:cubicBezTo>
                  <a:cubicBezTo>
                    <a:pt x="1218" y="922"/>
                    <a:pt x="1218" y="912"/>
                    <a:pt x="1218" y="903"/>
                  </a:cubicBezTo>
                  <a:cubicBezTo>
                    <a:pt x="1210" y="885"/>
                    <a:pt x="1210" y="885"/>
                    <a:pt x="1210" y="885"/>
                  </a:cubicBezTo>
                  <a:cubicBezTo>
                    <a:pt x="1204" y="897"/>
                    <a:pt x="1204" y="897"/>
                    <a:pt x="1204" y="897"/>
                  </a:cubicBezTo>
                  <a:cubicBezTo>
                    <a:pt x="1186" y="879"/>
                    <a:pt x="1186" y="879"/>
                    <a:pt x="1186" y="879"/>
                  </a:cubicBezTo>
                  <a:cubicBezTo>
                    <a:pt x="1173" y="862"/>
                    <a:pt x="1155" y="841"/>
                    <a:pt x="1141" y="825"/>
                  </a:cubicBezTo>
                  <a:cubicBezTo>
                    <a:pt x="1135" y="790"/>
                    <a:pt x="1135" y="790"/>
                    <a:pt x="1135" y="790"/>
                  </a:cubicBezTo>
                  <a:cubicBezTo>
                    <a:pt x="1121" y="766"/>
                    <a:pt x="1103" y="734"/>
                    <a:pt x="1089" y="710"/>
                  </a:cubicBezTo>
                  <a:cubicBezTo>
                    <a:pt x="1089" y="707"/>
                    <a:pt x="1088" y="704"/>
                    <a:pt x="1088" y="700"/>
                  </a:cubicBezTo>
                  <a:cubicBezTo>
                    <a:pt x="1070" y="674"/>
                    <a:pt x="1070" y="674"/>
                    <a:pt x="1070" y="674"/>
                  </a:cubicBezTo>
                  <a:cubicBezTo>
                    <a:pt x="1088" y="700"/>
                    <a:pt x="1088" y="700"/>
                    <a:pt x="1088" y="700"/>
                  </a:cubicBezTo>
                  <a:cubicBezTo>
                    <a:pt x="1091" y="700"/>
                    <a:pt x="1093" y="700"/>
                    <a:pt x="1096" y="700"/>
                  </a:cubicBezTo>
                  <a:cubicBezTo>
                    <a:pt x="1100" y="671"/>
                    <a:pt x="1100" y="671"/>
                    <a:pt x="1100" y="671"/>
                  </a:cubicBezTo>
                  <a:cubicBezTo>
                    <a:pt x="1100" y="668"/>
                    <a:pt x="1099" y="665"/>
                    <a:pt x="1099" y="662"/>
                  </a:cubicBezTo>
                  <a:cubicBezTo>
                    <a:pt x="1081" y="664"/>
                    <a:pt x="1065" y="665"/>
                    <a:pt x="1047" y="667"/>
                  </a:cubicBezTo>
                  <a:cubicBezTo>
                    <a:pt x="1037" y="668"/>
                    <a:pt x="1027" y="669"/>
                    <a:pt x="1017" y="669"/>
                  </a:cubicBezTo>
                  <a:cubicBezTo>
                    <a:pt x="1009" y="660"/>
                    <a:pt x="1009" y="660"/>
                    <a:pt x="1009" y="660"/>
                  </a:cubicBezTo>
                  <a:cubicBezTo>
                    <a:pt x="988" y="660"/>
                    <a:pt x="971" y="639"/>
                    <a:pt x="948" y="645"/>
                  </a:cubicBezTo>
                  <a:cubicBezTo>
                    <a:pt x="940" y="648"/>
                    <a:pt x="940" y="648"/>
                    <a:pt x="928" y="683"/>
                  </a:cubicBezTo>
                  <a:cubicBezTo>
                    <a:pt x="917" y="681"/>
                    <a:pt x="902" y="677"/>
                    <a:pt x="890" y="675"/>
                  </a:cubicBezTo>
                  <a:cubicBezTo>
                    <a:pt x="874" y="649"/>
                    <a:pt x="874" y="649"/>
                    <a:pt x="874" y="649"/>
                  </a:cubicBezTo>
                  <a:cubicBezTo>
                    <a:pt x="860" y="648"/>
                    <a:pt x="860" y="648"/>
                    <a:pt x="860" y="648"/>
                  </a:cubicBezTo>
                  <a:cubicBezTo>
                    <a:pt x="857" y="648"/>
                    <a:pt x="855" y="648"/>
                    <a:pt x="852" y="648"/>
                  </a:cubicBezTo>
                  <a:cubicBezTo>
                    <a:pt x="838" y="646"/>
                    <a:pt x="838" y="646"/>
                    <a:pt x="830" y="611"/>
                  </a:cubicBezTo>
                  <a:cubicBezTo>
                    <a:pt x="828" y="617"/>
                    <a:pt x="824" y="625"/>
                    <a:pt x="822" y="631"/>
                  </a:cubicBezTo>
                  <a:cubicBezTo>
                    <a:pt x="830" y="611"/>
                    <a:pt x="830" y="611"/>
                    <a:pt x="830" y="611"/>
                  </a:cubicBezTo>
                  <a:cubicBezTo>
                    <a:pt x="830" y="605"/>
                    <a:pt x="830" y="599"/>
                    <a:pt x="830" y="593"/>
                  </a:cubicBezTo>
                  <a:cubicBezTo>
                    <a:pt x="813" y="593"/>
                    <a:pt x="797" y="593"/>
                    <a:pt x="780" y="593"/>
                  </a:cubicBezTo>
                  <a:cubicBezTo>
                    <a:pt x="742" y="593"/>
                    <a:pt x="707" y="627"/>
                    <a:pt x="666" y="606"/>
                  </a:cubicBezTo>
                  <a:cubicBezTo>
                    <a:pt x="661" y="606"/>
                    <a:pt x="657" y="605"/>
                    <a:pt x="652" y="605"/>
                  </a:cubicBezTo>
                  <a:cubicBezTo>
                    <a:pt x="643" y="623"/>
                    <a:pt x="643" y="623"/>
                    <a:pt x="643" y="623"/>
                  </a:cubicBezTo>
                  <a:cubicBezTo>
                    <a:pt x="635" y="632"/>
                    <a:pt x="635" y="632"/>
                    <a:pt x="635" y="632"/>
                  </a:cubicBezTo>
                  <a:cubicBezTo>
                    <a:pt x="611" y="657"/>
                    <a:pt x="611" y="657"/>
                    <a:pt x="611" y="657"/>
                  </a:cubicBezTo>
                  <a:cubicBezTo>
                    <a:pt x="610" y="663"/>
                    <a:pt x="610" y="670"/>
                    <a:pt x="609" y="676"/>
                  </a:cubicBezTo>
                  <a:cubicBezTo>
                    <a:pt x="610" y="670"/>
                    <a:pt x="610" y="663"/>
                    <a:pt x="611" y="657"/>
                  </a:cubicBezTo>
                  <a:cubicBezTo>
                    <a:pt x="594" y="682"/>
                    <a:pt x="570" y="700"/>
                    <a:pt x="553" y="724"/>
                  </a:cubicBezTo>
                  <a:cubicBezTo>
                    <a:pt x="540" y="742"/>
                    <a:pt x="528" y="769"/>
                    <a:pt x="518" y="789"/>
                  </a:cubicBezTo>
                  <a:cubicBezTo>
                    <a:pt x="524" y="808"/>
                    <a:pt x="524" y="808"/>
                    <a:pt x="523" y="828"/>
                  </a:cubicBezTo>
                  <a:cubicBezTo>
                    <a:pt x="523" y="834"/>
                    <a:pt x="522" y="841"/>
                    <a:pt x="522" y="847"/>
                  </a:cubicBezTo>
                  <a:cubicBezTo>
                    <a:pt x="521" y="863"/>
                    <a:pt x="520" y="879"/>
                    <a:pt x="520" y="894"/>
                  </a:cubicBezTo>
                  <a:cubicBezTo>
                    <a:pt x="525" y="895"/>
                    <a:pt x="530" y="896"/>
                    <a:pt x="535" y="896"/>
                  </a:cubicBezTo>
                  <a:cubicBezTo>
                    <a:pt x="551" y="915"/>
                    <a:pt x="551" y="915"/>
                    <a:pt x="551" y="915"/>
                  </a:cubicBezTo>
                  <a:cubicBezTo>
                    <a:pt x="579" y="919"/>
                    <a:pt x="579" y="919"/>
                    <a:pt x="579" y="919"/>
                  </a:cubicBezTo>
                  <a:cubicBezTo>
                    <a:pt x="579" y="922"/>
                    <a:pt x="579" y="926"/>
                    <a:pt x="579" y="929"/>
                  </a:cubicBezTo>
                  <a:cubicBezTo>
                    <a:pt x="579" y="926"/>
                    <a:pt x="579" y="922"/>
                    <a:pt x="579" y="919"/>
                  </a:cubicBezTo>
                  <a:cubicBezTo>
                    <a:pt x="551" y="915"/>
                    <a:pt x="551" y="915"/>
                    <a:pt x="551" y="915"/>
                  </a:cubicBezTo>
                  <a:cubicBezTo>
                    <a:pt x="535" y="896"/>
                    <a:pt x="535" y="896"/>
                    <a:pt x="535" y="896"/>
                  </a:cubicBezTo>
                  <a:cubicBezTo>
                    <a:pt x="530" y="896"/>
                    <a:pt x="525" y="895"/>
                    <a:pt x="520" y="894"/>
                  </a:cubicBezTo>
                  <a:cubicBezTo>
                    <a:pt x="520" y="900"/>
                    <a:pt x="519" y="907"/>
                    <a:pt x="519" y="913"/>
                  </a:cubicBezTo>
                  <a:cubicBezTo>
                    <a:pt x="556" y="992"/>
                    <a:pt x="556" y="992"/>
                    <a:pt x="602" y="1033"/>
                  </a:cubicBezTo>
                  <a:cubicBezTo>
                    <a:pt x="542" y="940"/>
                    <a:pt x="542" y="940"/>
                    <a:pt x="537" y="914"/>
                  </a:cubicBezTo>
                  <a:cubicBezTo>
                    <a:pt x="539" y="921"/>
                    <a:pt x="541" y="931"/>
                    <a:pt x="542" y="939"/>
                  </a:cubicBezTo>
                  <a:cubicBezTo>
                    <a:pt x="542" y="941"/>
                    <a:pt x="542" y="941"/>
                    <a:pt x="602" y="1033"/>
                  </a:cubicBezTo>
                  <a:cubicBezTo>
                    <a:pt x="623" y="1032"/>
                    <a:pt x="651" y="1030"/>
                    <a:pt x="672" y="1029"/>
                  </a:cubicBezTo>
                  <a:cubicBezTo>
                    <a:pt x="679" y="1029"/>
                    <a:pt x="687" y="1030"/>
                    <a:pt x="695" y="1030"/>
                  </a:cubicBezTo>
                  <a:cubicBezTo>
                    <a:pt x="711" y="1022"/>
                    <a:pt x="711" y="1022"/>
                    <a:pt x="711" y="1022"/>
                  </a:cubicBezTo>
                  <a:cubicBezTo>
                    <a:pt x="742" y="1012"/>
                    <a:pt x="742" y="1012"/>
                    <a:pt x="742" y="1012"/>
                  </a:cubicBezTo>
                  <a:cubicBezTo>
                    <a:pt x="711" y="1022"/>
                    <a:pt x="711" y="1022"/>
                    <a:pt x="711" y="1022"/>
                  </a:cubicBezTo>
                  <a:cubicBezTo>
                    <a:pt x="759" y="1023"/>
                    <a:pt x="759" y="1023"/>
                    <a:pt x="759" y="1023"/>
                  </a:cubicBezTo>
                  <a:cubicBezTo>
                    <a:pt x="767" y="1052"/>
                    <a:pt x="767" y="1052"/>
                    <a:pt x="767" y="1052"/>
                  </a:cubicBezTo>
                  <a:cubicBezTo>
                    <a:pt x="782" y="1042"/>
                    <a:pt x="782" y="1042"/>
                    <a:pt x="782" y="1042"/>
                  </a:cubicBezTo>
                  <a:cubicBezTo>
                    <a:pt x="790" y="1042"/>
                    <a:pt x="798" y="1042"/>
                    <a:pt x="806" y="1042"/>
                  </a:cubicBezTo>
                  <a:cubicBezTo>
                    <a:pt x="821" y="1052"/>
                    <a:pt x="821" y="1052"/>
                    <a:pt x="821" y="1052"/>
                  </a:cubicBezTo>
                  <a:cubicBezTo>
                    <a:pt x="822" y="1069"/>
                    <a:pt x="822" y="1069"/>
                    <a:pt x="822" y="1069"/>
                  </a:cubicBezTo>
                  <a:cubicBezTo>
                    <a:pt x="821" y="1052"/>
                    <a:pt x="821" y="1052"/>
                    <a:pt x="821" y="1052"/>
                  </a:cubicBezTo>
                  <a:cubicBezTo>
                    <a:pt x="806" y="1042"/>
                    <a:pt x="806" y="1042"/>
                    <a:pt x="806" y="1042"/>
                  </a:cubicBezTo>
                  <a:cubicBezTo>
                    <a:pt x="814" y="1060"/>
                    <a:pt x="814" y="1060"/>
                    <a:pt x="814" y="1060"/>
                  </a:cubicBezTo>
                  <a:cubicBezTo>
                    <a:pt x="814" y="1069"/>
                    <a:pt x="814" y="1077"/>
                    <a:pt x="814" y="1086"/>
                  </a:cubicBezTo>
                  <a:cubicBezTo>
                    <a:pt x="814" y="1092"/>
                    <a:pt x="814" y="1097"/>
                    <a:pt x="814" y="1103"/>
                  </a:cubicBezTo>
                  <a:cubicBezTo>
                    <a:pt x="814" y="1106"/>
                    <a:pt x="814" y="1109"/>
                    <a:pt x="814" y="1112"/>
                  </a:cubicBezTo>
                  <a:cubicBezTo>
                    <a:pt x="823" y="1127"/>
                    <a:pt x="836" y="1146"/>
                    <a:pt x="845" y="1161"/>
                  </a:cubicBezTo>
                  <a:cubicBezTo>
                    <a:pt x="855" y="1183"/>
                    <a:pt x="857" y="1191"/>
                    <a:pt x="859" y="1209"/>
                  </a:cubicBezTo>
                  <a:cubicBezTo>
                    <a:pt x="923" y="1208"/>
                    <a:pt x="987" y="1205"/>
                    <a:pt x="1050" y="1200"/>
                  </a:cubicBezTo>
                  <a:cubicBezTo>
                    <a:pt x="1051" y="1195"/>
                    <a:pt x="1051" y="1190"/>
                    <a:pt x="1052" y="1185"/>
                  </a:cubicBezTo>
                  <a:cubicBezTo>
                    <a:pt x="1045" y="1177"/>
                    <a:pt x="1045" y="1177"/>
                    <a:pt x="1045" y="1177"/>
                  </a:cubicBezTo>
                  <a:cubicBezTo>
                    <a:pt x="1040" y="1129"/>
                    <a:pt x="1040" y="1129"/>
                    <a:pt x="1040" y="1129"/>
                  </a:cubicBezTo>
                  <a:cubicBezTo>
                    <a:pt x="1045" y="1177"/>
                    <a:pt x="1045" y="1177"/>
                    <a:pt x="1045" y="1177"/>
                  </a:cubicBezTo>
                  <a:cubicBezTo>
                    <a:pt x="1055" y="1144"/>
                    <a:pt x="1055" y="1144"/>
                    <a:pt x="1055" y="1144"/>
                  </a:cubicBezTo>
                  <a:cubicBezTo>
                    <a:pt x="1045" y="1177"/>
                    <a:pt x="1045" y="1177"/>
                    <a:pt x="1045" y="1177"/>
                  </a:cubicBezTo>
                  <a:cubicBezTo>
                    <a:pt x="1054" y="1161"/>
                    <a:pt x="1054" y="1161"/>
                    <a:pt x="1054" y="1161"/>
                  </a:cubicBezTo>
                  <a:cubicBezTo>
                    <a:pt x="1045" y="1177"/>
                    <a:pt x="1045" y="1177"/>
                    <a:pt x="1045" y="1177"/>
                  </a:cubicBezTo>
                  <a:cubicBezTo>
                    <a:pt x="1052" y="1185"/>
                    <a:pt x="1052" y="1185"/>
                    <a:pt x="1052" y="1185"/>
                  </a:cubicBezTo>
                  <a:cubicBezTo>
                    <a:pt x="1060" y="1176"/>
                    <a:pt x="1060" y="1176"/>
                    <a:pt x="1060" y="1176"/>
                  </a:cubicBezTo>
                  <a:cubicBezTo>
                    <a:pt x="1052" y="1185"/>
                    <a:pt x="1052" y="1185"/>
                    <a:pt x="1052" y="1185"/>
                  </a:cubicBezTo>
                  <a:cubicBezTo>
                    <a:pt x="1051" y="1190"/>
                    <a:pt x="1051" y="1195"/>
                    <a:pt x="1050" y="1200"/>
                  </a:cubicBezTo>
                  <a:cubicBezTo>
                    <a:pt x="1067" y="1198"/>
                    <a:pt x="1067" y="1198"/>
                    <a:pt x="1067" y="1198"/>
                  </a:cubicBezTo>
                  <a:cubicBezTo>
                    <a:pt x="1050" y="1200"/>
                    <a:pt x="1050" y="1200"/>
                    <a:pt x="1050" y="1200"/>
                  </a:cubicBezTo>
                  <a:cubicBezTo>
                    <a:pt x="1086" y="1197"/>
                    <a:pt x="1121" y="1193"/>
                    <a:pt x="1156" y="1189"/>
                  </a:cubicBezTo>
                  <a:cubicBezTo>
                    <a:pt x="1150" y="1167"/>
                    <a:pt x="1150" y="1167"/>
                    <a:pt x="1150" y="1167"/>
                  </a:cubicBezTo>
                  <a:cubicBezTo>
                    <a:pt x="1152" y="1158"/>
                    <a:pt x="1153" y="1150"/>
                    <a:pt x="1154" y="1142"/>
                  </a:cubicBezTo>
                  <a:cubicBezTo>
                    <a:pt x="1161" y="1132"/>
                    <a:pt x="1161" y="1132"/>
                    <a:pt x="1161" y="1132"/>
                  </a:cubicBezTo>
                  <a:cubicBezTo>
                    <a:pt x="1171" y="1124"/>
                    <a:pt x="1171" y="1124"/>
                    <a:pt x="1171" y="1124"/>
                  </a:cubicBezTo>
                  <a:cubicBezTo>
                    <a:pt x="1193" y="1098"/>
                    <a:pt x="1223" y="1064"/>
                    <a:pt x="1245" y="1037"/>
                  </a:cubicBezTo>
                  <a:cubicBezTo>
                    <a:pt x="1275" y="987"/>
                    <a:pt x="1275" y="987"/>
                    <a:pt x="1275" y="987"/>
                  </a:cubicBezTo>
                  <a:cubicBezTo>
                    <a:pt x="1245" y="1037"/>
                    <a:pt x="1245" y="1037"/>
                    <a:pt x="1245" y="1037"/>
                  </a:cubicBezTo>
                  <a:cubicBezTo>
                    <a:pt x="1275" y="987"/>
                    <a:pt x="1275" y="987"/>
                    <a:pt x="1275" y="987"/>
                  </a:cubicBezTo>
                  <a:cubicBezTo>
                    <a:pt x="1275" y="984"/>
                    <a:pt x="1275" y="981"/>
                    <a:pt x="1276" y="978"/>
                  </a:cubicBezTo>
                  <a:cubicBezTo>
                    <a:pt x="1283" y="968"/>
                    <a:pt x="1283" y="968"/>
                    <a:pt x="1283" y="968"/>
                  </a:cubicBezTo>
                  <a:cubicBezTo>
                    <a:pt x="1297" y="909"/>
                    <a:pt x="1297" y="909"/>
                    <a:pt x="1297" y="909"/>
                  </a:cubicBezTo>
                  <a:cubicBezTo>
                    <a:pt x="1295" y="909"/>
                    <a:pt x="1293" y="909"/>
                    <a:pt x="1290" y="910"/>
                  </a:cubicBezTo>
                  <a:moveTo>
                    <a:pt x="1078" y="618"/>
                  </a:moveTo>
                  <a:cubicBezTo>
                    <a:pt x="1076" y="609"/>
                    <a:pt x="1075" y="600"/>
                    <a:pt x="1074" y="591"/>
                  </a:cubicBezTo>
                  <a:cubicBezTo>
                    <a:pt x="1051" y="583"/>
                    <a:pt x="1051" y="583"/>
                    <a:pt x="1051" y="583"/>
                  </a:cubicBezTo>
                  <a:cubicBezTo>
                    <a:pt x="1065" y="618"/>
                    <a:pt x="1065" y="618"/>
                    <a:pt x="1065" y="618"/>
                  </a:cubicBezTo>
                  <a:cubicBezTo>
                    <a:pt x="1078" y="618"/>
                    <a:pt x="1078" y="618"/>
                    <a:pt x="1078" y="618"/>
                  </a:cubicBezTo>
                  <a:moveTo>
                    <a:pt x="698" y="585"/>
                  </a:moveTo>
                  <a:cubicBezTo>
                    <a:pt x="698" y="585"/>
                    <a:pt x="699" y="584"/>
                    <a:pt x="699" y="584"/>
                  </a:cubicBezTo>
                  <a:cubicBezTo>
                    <a:pt x="681" y="583"/>
                    <a:pt x="664" y="582"/>
                    <a:pt x="647" y="581"/>
                  </a:cubicBezTo>
                  <a:cubicBezTo>
                    <a:pt x="660" y="594"/>
                    <a:pt x="660" y="594"/>
                    <a:pt x="660" y="594"/>
                  </a:cubicBezTo>
                  <a:cubicBezTo>
                    <a:pt x="695" y="590"/>
                    <a:pt x="695" y="590"/>
                    <a:pt x="695" y="590"/>
                  </a:cubicBezTo>
                  <a:cubicBezTo>
                    <a:pt x="696" y="589"/>
                    <a:pt x="697" y="587"/>
                    <a:pt x="698" y="585"/>
                  </a:cubicBezTo>
                  <a:moveTo>
                    <a:pt x="666" y="606"/>
                  </a:moveTo>
                  <a:cubicBezTo>
                    <a:pt x="686" y="616"/>
                    <a:pt x="686" y="616"/>
                    <a:pt x="686" y="616"/>
                  </a:cubicBezTo>
                  <a:cubicBezTo>
                    <a:pt x="666" y="606"/>
                    <a:pt x="666" y="606"/>
                    <a:pt x="666" y="606"/>
                  </a:cubicBezTo>
                  <a:moveTo>
                    <a:pt x="701" y="587"/>
                  </a:moveTo>
                  <a:cubicBezTo>
                    <a:pt x="702" y="586"/>
                    <a:pt x="702" y="585"/>
                    <a:pt x="703" y="584"/>
                  </a:cubicBezTo>
                  <a:cubicBezTo>
                    <a:pt x="701" y="584"/>
                    <a:pt x="700" y="584"/>
                    <a:pt x="699" y="584"/>
                  </a:cubicBezTo>
                  <a:cubicBezTo>
                    <a:pt x="698" y="587"/>
                    <a:pt x="697" y="588"/>
                    <a:pt x="695" y="590"/>
                  </a:cubicBezTo>
                  <a:cubicBezTo>
                    <a:pt x="685" y="591"/>
                    <a:pt x="671" y="593"/>
                    <a:pt x="660" y="594"/>
                  </a:cubicBezTo>
                  <a:cubicBezTo>
                    <a:pt x="647" y="581"/>
                    <a:pt x="647" y="581"/>
                    <a:pt x="647" y="581"/>
                  </a:cubicBezTo>
                  <a:cubicBezTo>
                    <a:pt x="642" y="581"/>
                    <a:pt x="637" y="580"/>
                    <a:pt x="631" y="580"/>
                  </a:cubicBezTo>
                  <a:cubicBezTo>
                    <a:pt x="652" y="605"/>
                    <a:pt x="652" y="605"/>
                    <a:pt x="652" y="605"/>
                  </a:cubicBezTo>
                  <a:cubicBezTo>
                    <a:pt x="657" y="605"/>
                    <a:pt x="661" y="606"/>
                    <a:pt x="666" y="606"/>
                  </a:cubicBezTo>
                  <a:cubicBezTo>
                    <a:pt x="695" y="597"/>
                    <a:pt x="695" y="597"/>
                    <a:pt x="695" y="597"/>
                  </a:cubicBezTo>
                  <a:cubicBezTo>
                    <a:pt x="696" y="596"/>
                    <a:pt x="697" y="594"/>
                    <a:pt x="701" y="587"/>
                  </a:cubicBezTo>
                  <a:moveTo>
                    <a:pt x="880" y="589"/>
                  </a:moveTo>
                  <a:cubicBezTo>
                    <a:pt x="880" y="588"/>
                    <a:pt x="880" y="588"/>
                    <a:pt x="880" y="587"/>
                  </a:cubicBezTo>
                  <a:cubicBezTo>
                    <a:pt x="874" y="587"/>
                    <a:pt x="867" y="588"/>
                    <a:pt x="861" y="588"/>
                  </a:cubicBezTo>
                  <a:cubicBezTo>
                    <a:pt x="875" y="603"/>
                    <a:pt x="879" y="597"/>
                    <a:pt x="880" y="589"/>
                  </a:cubicBezTo>
                  <a:moveTo>
                    <a:pt x="947" y="588"/>
                  </a:moveTo>
                  <a:cubicBezTo>
                    <a:pt x="956" y="584"/>
                    <a:pt x="956" y="584"/>
                    <a:pt x="956" y="584"/>
                  </a:cubicBezTo>
                  <a:cubicBezTo>
                    <a:pt x="952" y="585"/>
                    <a:pt x="949" y="585"/>
                    <a:pt x="946" y="585"/>
                  </a:cubicBezTo>
                  <a:cubicBezTo>
                    <a:pt x="947" y="588"/>
                    <a:pt x="947" y="588"/>
                    <a:pt x="947" y="588"/>
                  </a:cubicBezTo>
                  <a:moveTo>
                    <a:pt x="1120" y="716"/>
                  </a:moveTo>
                  <a:cubicBezTo>
                    <a:pt x="1112" y="707"/>
                    <a:pt x="1112" y="707"/>
                    <a:pt x="1112" y="707"/>
                  </a:cubicBezTo>
                  <a:cubicBezTo>
                    <a:pt x="1120" y="716"/>
                    <a:pt x="1120" y="716"/>
                    <a:pt x="1120" y="716"/>
                  </a:cubicBezTo>
                  <a:moveTo>
                    <a:pt x="1361" y="694"/>
                  </a:moveTo>
                  <a:cubicBezTo>
                    <a:pt x="1351" y="640"/>
                    <a:pt x="1336" y="587"/>
                    <a:pt x="1319" y="535"/>
                  </a:cubicBezTo>
                  <a:cubicBezTo>
                    <a:pt x="1305" y="539"/>
                    <a:pt x="1290" y="542"/>
                    <a:pt x="1274" y="546"/>
                  </a:cubicBezTo>
                  <a:cubicBezTo>
                    <a:pt x="1275" y="550"/>
                    <a:pt x="1277" y="555"/>
                    <a:pt x="1278" y="560"/>
                  </a:cubicBezTo>
                  <a:cubicBezTo>
                    <a:pt x="1277" y="555"/>
                    <a:pt x="1275" y="550"/>
                    <a:pt x="1274" y="546"/>
                  </a:cubicBezTo>
                  <a:cubicBezTo>
                    <a:pt x="1272" y="546"/>
                    <a:pt x="1270" y="547"/>
                    <a:pt x="1269" y="547"/>
                  </a:cubicBezTo>
                  <a:cubicBezTo>
                    <a:pt x="1271" y="551"/>
                    <a:pt x="1271" y="551"/>
                    <a:pt x="1271" y="551"/>
                  </a:cubicBezTo>
                  <a:cubicBezTo>
                    <a:pt x="1252" y="556"/>
                    <a:pt x="1252" y="556"/>
                    <a:pt x="1252" y="556"/>
                  </a:cubicBezTo>
                  <a:cubicBezTo>
                    <a:pt x="1244" y="557"/>
                    <a:pt x="1242" y="557"/>
                    <a:pt x="1236" y="553"/>
                  </a:cubicBezTo>
                  <a:cubicBezTo>
                    <a:pt x="1225" y="555"/>
                    <a:pt x="1212" y="558"/>
                    <a:pt x="1200" y="560"/>
                  </a:cubicBezTo>
                  <a:cubicBezTo>
                    <a:pt x="1201" y="561"/>
                    <a:pt x="1201" y="563"/>
                    <a:pt x="1202" y="565"/>
                  </a:cubicBezTo>
                  <a:cubicBezTo>
                    <a:pt x="1201" y="563"/>
                    <a:pt x="1201" y="561"/>
                    <a:pt x="1200" y="560"/>
                  </a:cubicBezTo>
                  <a:cubicBezTo>
                    <a:pt x="1183" y="562"/>
                    <a:pt x="1166" y="565"/>
                    <a:pt x="1148" y="568"/>
                  </a:cubicBezTo>
                  <a:cubicBezTo>
                    <a:pt x="1103" y="573"/>
                    <a:pt x="1057" y="578"/>
                    <a:pt x="1011" y="581"/>
                  </a:cubicBezTo>
                  <a:cubicBezTo>
                    <a:pt x="1016" y="586"/>
                    <a:pt x="1016" y="586"/>
                    <a:pt x="1016" y="586"/>
                  </a:cubicBezTo>
                  <a:cubicBezTo>
                    <a:pt x="1038" y="594"/>
                    <a:pt x="1038" y="594"/>
                    <a:pt x="1038" y="594"/>
                  </a:cubicBezTo>
                  <a:cubicBezTo>
                    <a:pt x="1044" y="584"/>
                    <a:pt x="1044" y="584"/>
                    <a:pt x="1044" y="584"/>
                  </a:cubicBezTo>
                  <a:cubicBezTo>
                    <a:pt x="1047" y="584"/>
                    <a:pt x="1049" y="583"/>
                    <a:pt x="1051" y="583"/>
                  </a:cubicBezTo>
                  <a:cubicBezTo>
                    <a:pt x="1074" y="591"/>
                    <a:pt x="1074" y="591"/>
                    <a:pt x="1074" y="591"/>
                  </a:cubicBezTo>
                  <a:cubicBezTo>
                    <a:pt x="1076" y="590"/>
                    <a:pt x="1078" y="590"/>
                    <a:pt x="1081" y="590"/>
                  </a:cubicBezTo>
                  <a:cubicBezTo>
                    <a:pt x="1100" y="577"/>
                    <a:pt x="1100" y="577"/>
                    <a:pt x="1100" y="577"/>
                  </a:cubicBezTo>
                  <a:cubicBezTo>
                    <a:pt x="1081" y="590"/>
                    <a:pt x="1081" y="590"/>
                    <a:pt x="1081" y="590"/>
                  </a:cubicBezTo>
                  <a:cubicBezTo>
                    <a:pt x="1085" y="590"/>
                    <a:pt x="1090" y="589"/>
                    <a:pt x="1095" y="588"/>
                  </a:cubicBezTo>
                  <a:cubicBezTo>
                    <a:pt x="1094" y="608"/>
                    <a:pt x="1093" y="634"/>
                    <a:pt x="1092" y="654"/>
                  </a:cubicBezTo>
                  <a:cubicBezTo>
                    <a:pt x="1075" y="655"/>
                    <a:pt x="1075" y="655"/>
                    <a:pt x="1075" y="655"/>
                  </a:cubicBezTo>
                  <a:cubicBezTo>
                    <a:pt x="1047" y="667"/>
                    <a:pt x="1047" y="667"/>
                    <a:pt x="1047" y="667"/>
                  </a:cubicBezTo>
                  <a:cubicBezTo>
                    <a:pt x="1065" y="665"/>
                    <a:pt x="1081" y="664"/>
                    <a:pt x="1099" y="662"/>
                  </a:cubicBezTo>
                  <a:cubicBezTo>
                    <a:pt x="1099" y="665"/>
                    <a:pt x="1100" y="668"/>
                    <a:pt x="1100" y="671"/>
                  </a:cubicBezTo>
                  <a:cubicBezTo>
                    <a:pt x="1112" y="707"/>
                    <a:pt x="1112" y="707"/>
                    <a:pt x="1112" y="707"/>
                  </a:cubicBezTo>
                  <a:cubicBezTo>
                    <a:pt x="1120" y="716"/>
                    <a:pt x="1120" y="716"/>
                    <a:pt x="1120" y="716"/>
                  </a:cubicBezTo>
                  <a:cubicBezTo>
                    <a:pt x="1128" y="724"/>
                    <a:pt x="1128" y="724"/>
                    <a:pt x="1128" y="724"/>
                  </a:cubicBezTo>
                  <a:cubicBezTo>
                    <a:pt x="1120" y="716"/>
                    <a:pt x="1120" y="716"/>
                    <a:pt x="1120" y="716"/>
                  </a:cubicBezTo>
                  <a:cubicBezTo>
                    <a:pt x="1128" y="724"/>
                    <a:pt x="1128" y="724"/>
                    <a:pt x="1128" y="724"/>
                  </a:cubicBezTo>
                  <a:cubicBezTo>
                    <a:pt x="1142" y="748"/>
                    <a:pt x="1150" y="775"/>
                    <a:pt x="1166" y="798"/>
                  </a:cubicBezTo>
                  <a:cubicBezTo>
                    <a:pt x="1177" y="817"/>
                    <a:pt x="1196" y="830"/>
                    <a:pt x="1208" y="848"/>
                  </a:cubicBezTo>
                  <a:cubicBezTo>
                    <a:pt x="1209" y="860"/>
                    <a:pt x="1209" y="872"/>
                    <a:pt x="1210" y="885"/>
                  </a:cubicBezTo>
                  <a:cubicBezTo>
                    <a:pt x="1218" y="903"/>
                    <a:pt x="1218" y="903"/>
                    <a:pt x="1218" y="903"/>
                  </a:cubicBezTo>
                  <a:cubicBezTo>
                    <a:pt x="1223" y="902"/>
                    <a:pt x="1228" y="901"/>
                    <a:pt x="1233" y="900"/>
                  </a:cubicBezTo>
                  <a:cubicBezTo>
                    <a:pt x="1240" y="890"/>
                    <a:pt x="1240" y="890"/>
                    <a:pt x="1240" y="890"/>
                  </a:cubicBezTo>
                  <a:cubicBezTo>
                    <a:pt x="1289" y="862"/>
                    <a:pt x="1289" y="862"/>
                    <a:pt x="1289" y="862"/>
                  </a:cubicBezTo>
                  <a:cubicBezTo>
                    <a:pt x="1313" y="829"/>
                    <a:pt x="1313" y="829"/>
                    <a:pt x="1313" y="829"/>
                  </a:cubicBezTo>
                  <a:cubicBezTo>
                    <a:pt x="1344" y="803"/>
                    <a:pt x="1344" y="803"/>
                    <a:pt x="1344" y="803"/>
                  </a:cubicBezTo>
                  <a:cubicBezTo>
                    <a:pt x="1348" y="791"/>
                    <a:pt x="1348" y="791"/>
                    <a:pt x="1348" y="791"/>
                  </a:cubicBezTo>
                  <a:cubicBezTo>
                    <a:pt x="1354" y="782"/>
                    <a:pt x="1354" y="782"/>
                    <a:pt x="1354" y="782"/>
                  </a:cubicBezTo>
                  <a:cubicBezTo>
                    <a:pt x="1354" y="778"/>
                    <a:pt x="1354" y="775"/>
                    <a:pt x="1354" y="773"/>
                  </a:cubicBezTo>
                  <a:cubicBezTo>
                    <a:pt x="1362" y="745"/>
                    <a:pt x="1362" y="745"/>
                    <a:pt x="1362" y="742"/>
                  </a:cubicBezTo>
                  <a:cubicBezTo>
                    <a:pt x="1362" y="742"/>
                    <a:pt x="1362" y="743"/>
                    <a:pt x="1362" y="744"/>
                  </a:cubicBezTo>
                  <a:cubicBezTo>
                    <a:pt x="1361" y="747"/>
                    <a:pt x="1361" y="747"/>
                    <a:pt x="1354" y="773"/>
                  </a:cubicBezTo>
                  <a:cubicBezTo>
                    <a:pt x="1373" y="745"/>
                    <a:pt x="1373" y="745"/>
                    <a:pt x="1351" y="715"/>
                  </a:cubicBezTo>
                  <a:cubicBezTo>
                    <a:pt x="1347" y="716"/>
                    <a:pt x="1343" y="717"/>
                    <a:pt x="1339" y="718"/>
                  </a:cubicBezTo>
                  <a:cubicBezTo>
                    <a:pt x="1328" y="698"/>
                    <a:pt x="1328" y="698"/>
                    <a:pt x="1328" y="698"/>
                  </a:cubicBezTo>
                  <a:cubicBezTo>
                    <a:pt x="1308" y="724"/>
                    <a:pt x="1308" y="724"/>
                    <a:pt x="1308" y="724"/>
                  </a:cubicBezTo>
                  <a:cubicBezTo>
                    <a:pt x="1302" y="726"/>
                    <a:pt x="1295" y="727"/>
                    <a:pt x="1289" y="729"/>
                  </a:cubicBezTo>
                  <a:cubicBezTo>
                    <a:pt x="1288" y="725"/>
                    <a:pt x="1288" y="723"/>
                    <a:pt x="1287" y="719"/>
                  </a:cubicBezTo>
                  <a:cubicBezTo>
                    <a:pt x="1285" y="720"/>
                    <a:pt x="1283" y="720"/>
                    <a:pt x="1280" y="721"/>
                  </a:cubicBezTo>
                  <a:cubicBezTo>
                    <a:pt x="1283" y="720"/>
                    <a:pt x="1285" y="720"/>
                    <a:pt x="1287" y="719"/>
                  </a:cubicBezTo>
                  <a:cubicBezTo>
                    <a:pt x="1286" y="710"/>
                    <a:pt x="1284" y="701"/>
                    <a:pt x="1283" y="692"/>
                  </a:cubicBezTo>
                  <a:cubicBezTo>
                    <a:pt x="1276" y="693"/>
                    <a:pt x="1269" y="694"/>
                    <a:pt x="1263" y="695"/>
                  </a:cubicBezTo>
                  <a:cubicBezTo>
                    <a:pt x="1264" y="702"/>
                    <a:pt x="1265" y="707"/>
                    <a:pt x="1266" y="714"/>
                  </a:cubicBezTo>
                  <a:cubicBezTo>
                    <a:pt x="1265" y="707"/>
                    <a:pt x="1264" y="702"/>
                    <a:pt x="1263" y="695"/>
                  </a:cubicBezTo>
                  <a:cubicBezTo>
                    <a:pt x="1261" y="696"/>
                    <a:pt x="1259" y="696"/>
                    <a:pt x="1256" y="696"/>
                  </a:cubicBezTo>
                  <a:cubicBezTo>
                    <a:pt x="1259" y="696"/>
                    <a:pt x="1261" y="696"/>
                    <a:pt x="1263" y="695"/>
                  </a:cubicBezTo>
                  <a:cubicBezTo>
                    <a:pt x="1269" y="694"/>
                    <a:pt x="1276" y="693"/>
                    <a:pt x="1283" y="692"/>
                  </a:cubicBezTo>
                  <a:cubicBezTo>
                    <a:pt x="1261" y="686"/>
                    <a:pt x="1261" y="686"/>
                    <a:pt x="1261" y="686"/>
                  </a:cubicBezTo>
                  <a:cubicBezTo>
                    <a:pt x="1246" y="679"/>
                    <a:pt x="1246" y="679"/>
                    <a:pt x="1246" y="679"/>
                  </a:cubicBezTo>
                  <a:cubicBezTo>
                    <a:pt x="1245" y="670"/>
                    <a:pt x="1243" y="661"/>
                    <a:pt x="1241" y="652"/>
                  </a:cubicBezTo>
                  <a:cubicBezTo>
                    <a:pt x="1236" y="653"/>
                    <a:pt x="1235" y="655"/>
                    <a:pt x="1235" y="660"/>
                  </a:cubicBezTo>
                  <a:cubicBezTo>
                    <a:pt x="1236" y="652"/>
                    <a:pt x="1236" y="652"/>
                    <a:pt x="1259" y="652"/>
                  </a:cubicBezTo>
                  <a:cubicBezTo>
                    <a:pt x="1302" y="687"/>
                    <a:pt x="1302" y="687"/>
                    <a:pt x="1302" y="687"/>
                  </a:cubicBezTo>
                  <a:cubicBezTo>
                    <a:pt x="1334" y="690"/>
                    <a:pt x="1334" y="690"/>
                    <a:pt x="1334" y="690"/>
                  </a:cubicBezTo>
                  <a:cubicBezTo>
                    <a:pt x="1342" y="698"/>
                    <a:pt x="1342" y="698"/>
                    <a:pt x="1342" y="698"/>
                  </a:cubicBezTo>
                  <a:cubicBezTo>
                    <a:pt x="1348" y="696"/>
                    <a:pt x="1354" y="695"/>
                    <a:pt x="1361" y="694"/>
                  </a:cubicBezTo>
                  <a:moveTo>
                    <a:pt x="1557" y="371"/>
                  </a:moveTo>
                  <a:cubicBezTo>
                    <a:pt x="1555" y="366"/>
                    <a:pt x="1555" y="366"/>
                    <a:pt x="1555" y="366"/>
                  </a:cubicBezTo>
                  <a:cubicBezTo>
                    <a:pt x="1556" y="368"/>
                    <a:pt x="1556" y="369"/>
                    <a:pt x="1556" y="371"/>
                  </a:cubicBezTo>
                  <a:cubicBezTo>
                    <a:pt x="1558" y="374"/>
                    <a:pt x="1558" y="374"/>
                    <a:pt x="1558" y="374"/>
                  </a:cubicBezTo>
                  <a:cubicBezTo>
                    <a:pt x="1558" y="373"/>
                    <a:pt x="1557" y="372"/>
                    <a:pt x="1557" y="371"/>
                  </a:cubicBezTo>
                  <a:moveTo>
                    <a:pt x="123" y="438"/>
                  </a:moveTo>
                  <a:cubicBezTo>
                    <a:pt x="125" y="436"/>
                    <a:pt x="126" y="433"/>
                    <a:pt x="128" y="430"/>
                  </a:cubicBezTo>
                  <a:cubicBezTo>
                    <a:pt x="122" y="435"/>
                    <a:pt x="122" y="435"/>
                    <a:pt x="122" y="435"/>
                  </a:cubicBezTo>
                  <a:cubicBezTo>
                    <a:pt x="118" y="438"/>
                    <a:pt x="118" y="438"/>
                    <a:pt x="118" y="438"/>
                  </a:cubicBezTo>
                  <a:cubicBezTo>
                    <a:pt x="120" y="439"/>
                    <a:pt x="121" y="440"/>
                    <a:pt x="122" y="441"/>
                  </a:cubicBezTo>
                  <a:cubicBezTo>
                    <a:pt x="122" y="440"/>
                    <a:pt x="123" y="439"/>
                    <a:pt x="123" y="438"/>
                  </a:cubicBezTo>
                  <a:moveTo>
                    <a:pt x="1553" y="359"/>
                  </a:moveTo>
                  <a:cubicBezTo>
                    <a:pt x="1552" y="357"/>
                    <a:pt x="1551" y="356"/>
                    <a:pt x="1551" y="355"/>
                  </a:cubicBezTo>
                  <a:cubicBezTo>
                    <a:pt x="1542" y="340"/>
                    <a:pt x="1537" y="334"/>
                    <a:pt x="1535" y="331"/>
                  </a:cubicBezTo>
                  <a:cubicBezTo>
                    <a:pt x="1537" y="334"/>
                    <a:pt x="1539" y="338"/>
                    <a:pt x="1541" y="342"/>
                  </a:cubicBezTo>
                  <a:cubicBezTo>
                    <a:pt x="1540" y="339"/>
                    <a:pt x="1540" y="339"/>
                    <a:pt x="1540" y="339"/>
                  </a:cubicBezTo>
                  <a:cubicBezTo>
                    <a:pt x="1553" y="359"/>
                    <a:pt x="1553" y="359"/>
                    <a:pt x="1553" y="359"/>
                  </a:cubicBezTo>
                  <a:moveTo>
                    <a:pt x="1548" y="356"/>
                  </a:moveTo>
                  <a:cubicBezTo>
                    <a:pt x="1542" y="343"/>
                    <a:pt x="1542" y="343"/>
                    <a:pt x="1542" y="343"/>
                  </a:cubicBezTo>
                  <a:cubicBezTo>
                    <a:pt x="1533" y="332"/>
                    <a:pt x="1533" y="332"/>
                    <a:pt x="1533" y="332"/>
                  </a:cubicBezTo>
                  <a:cubicBezTo>
                    <a:pt x="1548" y="356"/>
                    <a:pt x="1548" y="356"/>
                    <a:pt x="1548" y="356"/>
                  </a:cubicBezTo>
                  <a:moveTo>
                    <a:pt x="181" y="379"/>
                  </a:moveTo>
                  <a:cubicBezTo>
                    <a:pt x="182" y="377"/>
                    <a:pt x="184" y="374"/>
                    <a:pt x="186" y="372"/>
                  </a:cubicBezTo>
                  <a:cubicBezTo>
                    <a:pt x="178" y="378"/>
                    <a:pt x="178" y="378"/>
                    <a:pt x="178" y="378"/>
                  </a:cubicBezTo>
                  <a:cubicBezTo>
                    <a:pt x="179" y="378"/>
                    <a:pt x="180" y="379"/>
                    <a:pt x="181" y="379"/>
                  </a:cubicBezTo>
                  <a:moveTo>
                    <a:pt x="181" y="391"/>
                  </a:moveTo>
                  <a:cubicBezTo>
                    <a:pt x="198" y="369"/>
                    <a:pt x="198" y="369"/>
                    <a:pt x="198" y="369"/>
                  </a:cubicBezTo>
                  <a:cubicBezTo>
                    <a:pt x="188" y="374"/>
                    <a:pt x="188" y="374"/>
                    <a:pt x="188" y="374"/>
                  </a:cubicBezTo>
                  <a:cubicBezTo>
                    <a:pt x="178" y="389"/>
                    <a:pt x="178" y="389"/>
                    <a:pt x="178" y="389"/>
                  </a:cubicBezTo>
                  <a:cubicBezTo>
                    <a:pt x="179" y="390"/>
                    <a:pt x="180" y="390"/>
                    <a:pt x="181" y="391"/>
                  </a:cubicBezTo>
                  <a:moveTo>
                    <a:pt x="189" y="351"/>
                  </a:moveTo>
                  <a:cubicBezTo>
                    <a:pt x="190" y="353"/>
                    <a:pt x="192" y="353"/>
                    <a:pt x="193" y="355"/>
                  </a:cubicBezTo>
                  <a:cubicBezTo>
                    <a:pt x="197" y="344"/>
                    <a:pt x="197" y="344"/>
                    <a:pt x="197" y="344"/>
                  </a:cubicBezTo>
                  <a:cubicBezTo>
                    <a:pt x="189" y="351"/>
                    <a:pt x="189" y="351"/>
                    <a:pt x="189" y="351"/>
                  </a:cubicBezTo>
                  <a:moveTo>
                    <a:pt x="316" y="181"/>
                  </a:moveTo>
                  <a:cubicBezTo>
                    <a:pt x="321" y="177"/>
                    <a:pt x="325" y="173"/>
                    <a:pt x="330" y="169"/>
                  </a:cubicBezTo>
                  <a:cubicBezTo>
                    <a:pt x="329" y="168"/>
                    <a:pt x="328" y="167"/>
                    <a:pt x="328" y="166"/>
                  </a:cubicBezTo>
                  <a:cubicBezTo>
                    <a:pt x="323" y="170"/>
                    <a:pt x="318" y="174"/>
                    <a:pt x="313" y="178"/>
                  </a:cubicBezTo>
                  <a:cubicBezTo>
                    <a:pt x="314" y="179"/>
                    <a:pt x="315" y="180"/>
                    <a:pt x="316" y="181"/>
                  </a:cubicBezTo>
                  <a:moveTo>
                    <a:pt x="378" y="193"/>
                  </a:moveTo>
                  <a:cubicBezTo>
                    <a:pt x="381" y="191"/>
                    <a:pt x="381" y="187"/>
                    <a:pt x="383" y="185"/>
                  </a:cubicBezTo>
                  <a:cubicBezTo>
                    <a:pt x="373" y="191"/>
                    <a:pt x="373" y="191"/>
                    <a:pt x="373" y="191"/>
                  </a:cubicBezTo>
                  <a:cubicBezTo>
                    <a:pt x="373" y="177"/>
                    <a:pt x="373" y="177"/>
                    <a:pt x="373" y="177"/>
                  </a:cubicBezTo>
                  <a:cubicBezTo>
                    <a:pt x="358" y="191"/>
                    <a:pt x="358" y="191"/>
                    <a:pt x="358" y="191"/>
                  </a:cubicBezTo>
                  <a:cubicBezTo>
                    <a:pt x="354" y="194"/>
                    <a:pt x="347" y="201"/>
                    <a:pt x="354" y="201"/>
                  </a:cubicBezTo>
                  <a:cubicBezTo>
                    <a:pt x="360" y="201"/>
                    <a:pt x="374" y="194"/>
                    <a:pt x="378" y="193"/>
                  </a:cubicBezTo>
                  <a:moveTo>
                    <a:pt x="316" y="167"/>
                  </a:moveTo>
                  <a:cubicBezTo>
                    <a:pt x="335" y="160"/>
                    <a:pt x="335" y="160"/>
                    <a:pt x="335" y="160"/>
                  </a:cubicBezTo>
                  <a:cubicBezTo>
                    <a:pt x="348" y="148"/>
                    <a:pt x="348" y="148"/>
                    <a:pt x="348" y="148"/>
                  </a:cubicBezTo>
                  <a:cubicBezTo>
                    <a:pt x="339" y="150"/>
                    <a:pt x="339" y="150"/>
                    <a:pt x="339" y="150"/>
                  </a:cubicBezTo>
                  <a:cubicBezTo>
                    <a:pt x="316" y="167"/>
                    <a:pt x="316" y="167"/>
                    <a:pt x="316" y="167"/>
                  </a:cubicBezTo>
                  <a:moveTo>
                    <a:pt x="339" y="150"/>
                  </a:moveTo>
                  <a:cubicBezTo>
                    <a:pt x="348" y="148"/>
                    <a:pt x="348" y="148"/>
                    <a:pt x="348" y="148"/>
                  </a:cubicBezTo>
                  <a:cubicBezTo>
                    <a:pt x="352" y="138"/>
                    <a:pt x="352" y="138"/>
                    <a:pt x="352" y="138"/>
                  </a:cubicBezTo>
                  <a:cubicBezTo>
                    <a:pt x="328" y="152"/>
                    <a:pt x="328" y="152"/>
                    <a:pt x="328" y="152"/>
                  </a:cubicBezTo>
                  <a:cubicBezTo>
                    <a:pt x="339" y="150"/>
                    <a:pt x="339" y="150"/>
                    <a:pt x="339" y="150"/>
                  </a:cubicBezTo>
                  <a:moveTo>
                    <a:pt x="359" y="158"/>
                  </a:moveTo>
                  <a:cubicBezTo>
                    <a:pt x="361" y="156"/>
                    <a:pt x="364" y="154"/>
                    <a:pt x="366" y="152"/>
                  </a:cubicBezTo>
                  <a:cubicBezTo>
                    <a:pt x="365" y="151"/>
                    <a:pt x="364" y="150"/>
                    <a:pt x="363" y="150"/>
                  </a:cubicBezTo>
                  <a:cubicBezTo>
                    <a:pt x="354" y="154"/>
                    <a:pt x="354" y="154"/>
                    <a:pt x="354" y="154"/>
                  </a:cubicBezTo>
                  <a:cubicBezTo>
                    <a:pt x="356" y="155"/>
                    <a:pt x="357" y="157"/>
                    <a:pt x="359" y="158"/>
                  </a:cubicBezTo>
                  <a:moveTo>
                    <a:pt x="360" y="159"/>
                  </a:moveTo>
                  <a:cubicBezTo>
                    <a:pt x="363" y="158"/>
                    <a:pt x="365" y="155"/>
                    <a:pt x="367" y="153"/>
                  </a:cubicBezTo>
                  <a:cubicBezTo>
                    <a:pt x="367" y="153"/>
                    <a:pt x="366" y="152"/>
                    <a:pt x="366" y="152"/>
                  </a:cubicBezTo>
                  <a:cubicBezTo>
                    <a:pt x="364" y="154"/>
                    <a:pt x="361" y="156"/>
                    <a:pt x="359" y="158"/>
                  </a:cubicBezTo>
                  <a:cubicBezTo>
                    <a:pt x="359" y="159"/>
                    <a:pt x="360" y="159"/>
                    <a:pt x="360" y="159"/>
                  </a:cubicBezTo>
                  <a:moveTo>
                    <a:pt x="365" y="163"/>
                  </a:moveTo>
                  <a:cubicBezTo>
                    <a:pt x="372" y="158"/>
                    <a:pt x="379" y="151"/>
                    <a:pt x="387" y="146"/>
                  </a:cubicBezTo>
                  <a:cubicBezTo>
                    <a:pt x="367" y="153"/>
                    <a:pt x="367" y="153"/>
                    <a:pt x="367" y="153"/>
                  </a:cubicBezTo>
                  <a:cubicBezTo>
                    <a:pt x="365" y="155"/>
                    <a:pt x="363" y="158"/>
                    <a:pt x="360" y="159"/>
                  </a:cubicBezTo>
                  <a:cubicBezTo>
                    <a:pt x="362" y="160"/>
                    <a:pt x="364" y="162"/>
                    <a:pt x="365" y="163"/>
                  </a:cubicBezTo>
                  <a:moveTo>
                    <a:pt x="328" y="152"/>
                  </a:moveTo>
                  <a:cubicBezTo>
                    <a:pt x="352" y="138"/>
                    <a:pt x="352" y="138"/>
                    <a:pt x="352" y="138"/>
                  </a:cubicBezTo>
                  <a:cubicBezTo>
                    <a:pt x="351" y="137"/>
                    <a:pt x="351" y="136"/>
                    <a:pt x="350" y="135"/>
                  </a:cubicBezTo>
                  <a:cubicBezTo>
                    <a:pt x="350" y="134"/>
                    <a:pt x="349" y="133"/>
                    <a:pt x="349" y="132"/>
                  </a:cubicBezTo>
                  <a:cubicBezTo>
                    <a:pt x="349" y="133"/>
                    <a:pt x="350" y="134"/>
                    <a:pt x="350" y="135"/>
                  </a:cubicBezTo>
                  <a:cubicBezTo>
                    <a:pt x="366" y="126"/>
                    <a:pt x="366" y="126"/>
                    <a:pt x="366" y="126"/>
                  </a:cubicBezTo>
                  <a:cubicBezTo>
                    <a:pt x="374" y="119"/>
                    <a:pt x="374" y="119"/>
                    <a:pt x="374" y="119"/>
                  </a:cubicBezTo>
                  <a:cubicBezTo>
                    <a:pt x="355" y="125"/>
                    <a:pt x="355" y="125"/>
                    <a:pt x="355" y="125"/>
                  </a:cubicBezTo>
                  <a:cubicBezTo>
                    <a:pt x="352" y="127"/>
                    <a:pt x="350" y="128"/>
                    <a:pt x="347" y="130"/>
                  </a:cubicBezTo>
                  <a:cubicBezTo>
                    <a:pt x="334" y="144"/>
                    <a:pt x="334" y="144"/>
                    <a:pt x="334" y="144"/>
                  </a:cubicBezTo>
                  <a:cubicBezTo>
                    <a:pt x="327" y="151"/>
                    <a:pt x="327" y="151"/>
                    <a:pt x="327" y="151"/>
                  </a:cubicBezTo>
                  <a:cubicBezTo>
                    <a:pt x="334" y="144"/>
                    <a:pt x="334" y="144"/>
                    <a:pt x="334" y="144"/>
                  </a:cubicBezTo>
                  <a:cubicBezTo>
                    <a:pt x="327" y="151"/>
                    <a:pt x="327" y="151"/>
                    <a:pt x="327" y="151"/>
                  </a:cubicBezTo>
                  <a:cubicBezTo>
                    <a:pt x="328" y="151"/>
                    <a:pt x="328" y="152"/>
                    <a:pt x="328" y="152"/>
                  </a:cubicBezTo>
                  <a:moveTo>
                    <a:pt x="379" y="112"/>
                  </a:moveTo>
                  <a:cubicBezTo>
                    <a:pt x="388" y="107"/>
                    <a:pt x="388" y="107"/>
                    <a:pt x="388" y="107"/>
                  </a:cubicBezTo>
                  <a:cubicBezTo>
                    <a:pt x="379" y="112"/>
                    <a:pt x="379" y="112"/>
                    <a:pt x="379" y="112"/>
                  </a:cubicBezTo>
                  <a:cubicBezTo>
                    <a:pt x="371" y="116"/>
                    <a:pt x="371" y="116"/>
                    <a:pt x="371" y="116"/>
                  </a:cubicBezTo>
                  <a:cubicBezTo>
                    <a:pt x="379" y="112"/>
                    <a:pt x="379" y="112"/>
                    <a:pt x="379" y="112"/>
                  </a:cubicBezTo>
                  <a:moveTo>
                    <a:pt x="404" y="125"/>
                  </a:moveTo>
                  <a:cubicBezTo>
                    <a:pt x="405" y="126"/>
                    <a:pt x="406" y="127"/>
                    <a:pt x="407" y="127"/>
                  </a:cubicBezTo>
                  <a:cubicBezTo>
                    <a:pt x="412" y="120"/>
                    <a:pt x="412" y="120"/>
                    <a:pt x="412" y="120"/>
                  </a:cubicBezTo>
                  <a:cubicBezTo>
                    <a:pt x="400" y="122"/>
                    <a:pt x="400" y="122"/>
                    <a:pt x="400" y="122"/>
                  </a:cubicBezTo>
                  <a:cubicBezTo>
                    <a:pt x="395" y="125"/>
                    <a:pt x="390" y="129"/>
                    <a:pt x="385" y="133"/>
                  </a:cubicBezTo>
                  <a:cubicBezTo>
                    <a:pt x="387" y="134"/>
                    <a:pt x="388" y="135"/>
                    <a:pt x="389" y="136"/>
                  </a:cubicBezTo>
                  <a:cubicBezTo>
                    <a:pt x="394" y="132"/>
                    <a:pt x="399" y="129"/>
                    <a:pt x="404" y="125"/>
                  </a:cubicBezTo>
                  <a:moveTo>
                    <a:pt x="443" y="28"/>
                  </a:moveTo>
                  <a:cubicBezTo>
                    <a:pt x="423" y="39"/>
                    <a:pt x="423" y="39"/>
                    <a:pt x="423" y="39"/>
                  </a:cubicBezTo>
                  <a:cubicBezTo>
                    <a:pt x="448" y="26"/>
                    <a:pt x="448" y="26"/>
                    <a:pt x="448" y="26"/>
                  </a:cubicBezTo>
                  <a:cubicBezTo>
                    <a:pt x="449" y="25"/>
                    <a:pt x="450" y="25"/>
                    <a:pt x="451" y="24"/>
                  </a:cubicBezTo>
                  <a:cubicBezTo>
                    <a:pt x="437" y="30"/>
                    <a:pt x="437" y="30"/>
                    <a:pt x="437" y="30"/>
                  </a:cubicBezTo>
                  <a:cubicBezTo>
                    <a:pt x="443" y="28"/>
                    <a:pt x="443" y="28"/>
                    <a:pt x="443" y="28"/>
                  </a:cubicBezTo>
                  <a:moveTo>
                    <a:pt x="456" y="87"/>
                  </a:moveTo>
                  <a:cubicBezTo>
                    <a:pt x="449" y="93"/>
                    <a:pt x="449" y="93"/>
                    <a:pt x="449" y="93"/>
                  </a:cubicBezTo>
                  <a:cubicBezTo>
                    <a:pt x="456" y="87"/>
                    <a:pt x="456" y="87"/>
                    <a:pt x="456" y="87"/>
                  </a:cubicBezTo>
                  <a:moveTo>
                    <a:pt x="442" y="99"/>
                  </a:moveTo>
                  <a:cubicBezTo>
                    <a:pt x="449" y="93"/>
                    <a:pt x="449" y="93"/>
                    <a:pt x="449" y="93"/>
                  </a:cubicBezTo>
                  <a:cubicBezTo>
                    <a:pt x="442" y="99"/>
                    <a:pt x="442" y="99"/>
                    <a:pt x="442" y="99"/>
                  </a:cubicBezTo>
                  <a:moveTo>
                    <a:pt x="442" y="99"/>
                  </a:moveTo>
                  <a:cubicBezTo>
                    <a:pt x="437" y="107"/>
                    <a:pt x="437" y="107"/>
                    <a:pt x="437" y="107"/>
                  </a:cubicBezTo>
                  <a:cubicBezTo>
                    <a:pt x="442" y="99"/>
                    <a:pt x="442" y="99"/>
                    <a:pt x="442" y="99"/>
                  </a:cubicBezTo>
                  <a:moveTo>
                    <a:pt x="125" y="413"/>
                  </a:moveTo>
                  <a:cubicBezTo>
                    <a:pt x="118" y="420"/>
                    <a:pt x="118" y="420"/>
                    <a:pt x="118" y="420"/>
                  </a:cubicBezTo>
                  <a:cubicBezTo>
                    <a:pt x="125" y="413"/>
                    <a:pt x="125" y="413"/>
                    <a:pt x="125" y="413"/>
                  </a:cubicBezTo>
                  <a:moveTo>
                    <a:pt x="130" y="408"/>
                  </a:moveTo>
                  <a:cubicBezTo>
                    <a:pt x="125" y="413"/>
                    <a:pt x="125" y="413"/>
                    <a:pt x="125" y="413"/>
                  </a:cubicBezTo>
                  <a:cubicBezTo>
                    <a:pt x="130" y="408"/>
                    <a:pt x="130" y="408"/>
                    <a:pt x="130" y="408"/>
                  </a:cubicBezTo>
                  <a:moveTo>
                    <a:pt x="132" y="410"/>
                  </a:moveTo>
                  <a:cubicBezTo>
                    <a:pt x="134" y="407"/>
                    <a:pt x="135" y="405"/>
                    <a:pt x="137" y="402"/>
                  </a:cubicBezTo>
                  <a:cubicBezTo>
                    <a:pt x="130" y="408"/>
                    <a:pt x="130" y="408"/>
                    <a:pt x="130" y="408"/>
                  </a:cubicBezTo>
                  <a:cubicBezTo>
                    <a:pt x="137" y="402"/>
                    <a:pt x="137" y="402"/>
                    <a:pt x="137" y="402"/>
                  </a:cubicBezTo>
                  <a:cubicBezTo>
                    <a:pt x="135" y="405"/>
                    <a:pt x="134" y="407"/>
                    <a:pt x="132" y="410"/>
                  </a:cubicBezTo>
                  <a:moveTo>
                    <a:pt x="139" y="404"/>
                  </a:moveTo>
                  <a:cubicBezTo>
                    <a:pt x="138" y="403"/>
                    <a:pt x="138" y="403"/>
                    <a:pt x="137" y="402"/>
                  </a:cubicBezTo>
                  <a:cubicBezTo>
                    <a:pt x="138" y="403"/>
                    <a:pt x="138" y="403"/>
                    <a:pt x="139" y="404"/>
                  </a:cubicBezTo>
                  <a:moveTo>
                    <a:pt x="146" y="398"/>
                  </a:moveTo>
                  <a:cubicBezTo>
                    <a:pt x="139" y="404"/>
                    <a:pt x="139" y="404"/>
                    <a:pt x="139" y="404"/>
                  </a:cubicBezTo>
                  <a:cubicBezTo>
                    <a:pt x="146" y="398"/>
                    <a:pt x="146" y="398"/>
                    <a:pt x="146" y="398"/>
                  </a:cubicBezTo>
                  <a:moveTo>
                    <a:pt x="146" y="398"/>
                  </a:moveTo>
                  <a:cubicBezTo>
                    <a:pt x="152" y="392"/>
                    <a:pt x="152" y="392"/>
                    <a:pt x="152" y="392"/>
                  </a:cubicBezTo>
                  <a:cubicBezTo>
                    <a:pt x="146" y="398"/>
                    <a:pt x="146" y="398"/>
                    <a:pt x="146" y="398"/>
                  </a:cubicBezTo>
                  <a:moveTo>
                    <a:pt x="150" y="402"/>
                  </a:moveTo>
                  <a:cubicBezTo>
                    <a:pt x="151" y="399"/>
                    <a:pt x="153" y="396"/>
                    <a:pt x="155" y="394"/>
                  </a:cubicBezTo>
                  <a:cubicBezTo>
                    <a:pt x="153" y="396"/>
                    <a:pt x="151" y="399"/>
                    <a:pt x="150" y="402"/>
                  </a:cubicBezTo>
                  <a:cubicBezTo>
                    <a:pt x="151" y="399"/>
                    <a:pt x="153" y="396"/>
                    <a:pt x="155" y="394"/>
                  </a:cubicBezTo>
                  <a:cubicBezTo>
                    <a:pt x="154" y="393"/>
                    <a:pt x="153" y="393"/>
                    <a:pt x="152" y="392"/>
                  </a:cubicBezTo>
                  <a:cubicBezTo>
                    <a:pt x="153" y="393"/>
                    <a:pt x="154" y="393"/>
                    <a:pt x="155" y="394"/>
                  </a:cubicBezTo>
                  <a:cubicBezTo>
                    <a:pt x="157" y="384"/>
                    <a:pt x="157" y="384"/>
                    <a:pt x="157" y="384"/>
                  </a:cubicBezTo>
                  <a:cubicBezTo>
                    <a:pt x="155" y="394"/>
                    <a:pt x="155" y="394"/>
                    <a:pt x="155" y="394"/>
                  </a:cubicBezTo>
                  <a:cubicBezTo>
                    <a:pt x="153" y="396"/>
                    <a:pt x="151" y="399"/>
                    <a:pt x="150" y="402"/>
                  </a:cubicBezTo>
                  <a:moveTo>
                    <a:pt x="130" y="353"/>
                  </a:moveTo>
                  <a:cubicBezTo>
                    <a:pt x="135" y="343"/>
                    <a:pt x="135" y="343"/>
                    <a:pt x="135" y="343"/>
                  </a:cubicBezTo>
                  <a:cubicBezTo>
                    <a:pt x="130" y="353"/>
                    <a:pt x="130" y="353"/>
                    <a:pt x="130" y="353"/>
                  </a:cubicBezTo>
                  <a:moveTo>
                    <a:pt x="131" y="353"/>
                  </a:moveTo>
                  <a:cubicBezTo>
                    <a:pt x="130" y="353"/>
                    <a:pt x="130" y="353"/>
                    <a:pt x="130" y="353"/>
                  </a:cubicBezTo>
                  <a:cubicBezTo>
                    <a:pt x="131" y="353"/>
                    <a:pt x="131" y="353"/>
                    <a:pt x="131" y="353"/>
                  </a:cubicBezTo>
                  <a:moveTo>
                    <a:pt x="132" y="352"/>
                  </a:moveTo>
                  <a:cubicBezTo>
                    <a:pt x="132" y="352"/>
                    <a:pt x="131" y="352"/>
                    <a:pt x="131" y="353"/>
                  </a:cubicBezTo>
                  <a:cubicBezTo>
                    <a:pt x="131" y="352"/>
                    <a:pt x="132" y="352"/>
                    <a:pt x="132" y="352"/>
                  </a:cubicBezTo>
                  <a:moveTo>
                    <a:pt x="133" y="351"/>
                  </a:moveTo>
                  <a:cubicBezTo>
                    <a:pt x="132" y="351"/>
                    <a:pt x="132" y="352"/>
                    <a:pt x="132" y="352"/>
                  </a:cubicBezTo>
                  <a:cubicBezTo>
                    <a:pt x="132" y="352"/>
                    <a:pt x="132" y="351"/>
                    <a:pt x="133" y="351"/>
                  </a:cubicBezTo>
                  <a:moveTo>
                    <a:pt x="133" y="351"/>
                  </a:moveTo>
                  <a:cubicBezTo>
                    <a:pt x="133" y="351"/>
                    <a:pt x="133" y="351"/>
                    <a:pt x="133" y="351"/>
                  </a:cubicBezTo>
                  <a:cubicBezTo>
                    <a:pt x="133" y="351"/>
                    <a:pt x="133" y="351"/>
                    <a:pt x="133" y="351"/>
                  </a:cubicBezTo>
                  <a:moveTo>
                    <a:pt x="134" y="350"/>
                  </a:moveTo>
                  <a:cubicBezTo>
                    <a:pt x="134" y="350"/>
                    <a:pt x="134" y="350"/>
                    <a:pt x="133" y="351"/>
                  </a:cubicBezTo>
                  <a:cubicBezTo>
                    <a:pt x="134" y="350"/>
                    <a:pt x="134" y="350"/>
                    <a:pt x="134" y="350"/>
                  </a:cubicBezTo>
                  <a:moveTo>
                    <a:pt x="135" y="349"/>
                  </a:moveTo>
                  <a:cubicBezTo>
                    <a:pt x="135" y="350"/>
                    <a:pt x="134" y="350"/>
                    <a:pt x="134" y="350"/>
                  </a:cubicBezTo>
                  <a:cubicBezTo>
                    <a:pt x="134" y="350"/>
                    <a:pt x="135" y="350"/>
                    <a:pt x="135" y="349"/>
                  </a:cubicBezTo>
                  <a:moveTo>
                    <a:pt x="135" y="349"/>
                  </a:moveTo>
                  <a:cubicBezTo>
                    <a:pt x="135" y="349"/>
                    <a:pt x="135" y="349"/>
                    <a:pt x="135" y="349"/>
                  </a:cubicBezTo>
                  <a:cubicBezTo>
                    <a:pt x="135" y="349"/>
                    <a:pt x="135" y="349"/>
                    <a:pt x="135" y="349"/>
                  </a:cubicBezTo>
                  <a:moveTo>
                    <a:pt x="136" y="348"/>
                  </a:moveTo>
                  <a:cubicBezTo>
                    <a:pt x="136" y="348"/>
                    <a:pt x="136" y="349"/>
                    <a:pt x="135" y="349"/>
                  </a:cubicBezTo>
                  <a:cubicBezTo>
                    <a:pt x="136" y="349"/>
                    <a:pt x="136" y="348"/>
                    <a:pt x="136" y="348"/>
                  </a:cubicBezTo>
                  <a:moveTo>
                    <a:pt x="137" y="347"/>
                  </a:moveTo>
                  <a:cubicBezTo>
                    <a:pt x="137" y="348"/>
                    <a:pt x="136" y="348"/>
                    <a:pt x="136" y="348"/>
                  </a:cubicBezTo>
                  <a:cubicBezTo>
                    <a:pt x="136" y="348"/>
                    <a:pt x="137" y="348"/>
                    <a:pt x="137" y="347"/>
                  </a:cubicBezTo>
                  <a:moveTo>
                    <a:pt x="138" y="347"/>
                  </a:moveTo>
                  <a:cubicBezTo>
                    <a:pt x="137" y="347"/>
                    <a:pt x="137" y="347"/>
                    <a:pt x="137" y="347"/>
                  </a:cubicBezTo>
                  <a:cubicBezTo>
                    <a:pt x="137" y="347"/>
                    <a:pt x="137" y="347"/>
                    <a:pt x="138" y="347"/>
                  </a:cubicBezTo>
                  <a:moveTo>
                    <a:pt x="138" y="346"/>
                  </a:moveTo>
                  <a:cubicBezTo>
                    <a:pt x="138" y="347"/>
                    <a:pt x="138" y="347"/>
                    <a:pt x="138" y="347"/>
                  </a:cubicBezTo>
                  <a:cubicBezTo>
                    <a:pt x="138" y="346"/>
                    <a:pt x="138" y="346"/>
                    <a:pt x="138" y="346"/>
                  </a:cubicBezTo>
                  <a:moveTo>
                    <a:pt x="139" y="346"/>
                  </a:moveTo>
                  <a:cubicBezTo>
                    <a:pt x="138" y="346"/>
                    <a:pt x="138" y="346"/>
                    <a:pt x="138" y="346"/>
                  </a:cubicBezTo>
                  <a:cubicBezTo>
                    <a:pt x="138" y="346"/>
                    <a:pt x="138" y="346"/>
                    <a:pt x="139" y="346"/>
                  </a:cubicBezTo>
                  <a:moveTo>
                    <a:pt x="139" y="345"/>
                  </a:moveTo>
                  <a:cubicBezTo>
                    <a:pt x="139" y="345"/>
                    <a:pt x="139" y="345"/>
                    <a:pt x="139" y="346"/>
                  </a:cubicBezTo>
                  <a:cubicBezTo>
                    <a:pt x="139" y="345"/>
                    <a:pt x="139" y="345"/>
                    <a:pt x="139" y="345"/>
                  </a:cubicBezTo>
                  <a:moveTo>
                    <a:pt x="140" y="345"/>
                  </a:moveTo>
                  <a:cubicBezTo>
                    <a:pt x="140" y="345"/>
                    <a:pt x="139" y="345"/>
                    <a:pt x="139" y="345"/>
                  </a:cubicBezTo>
                  <a:cubicBezTo>
                    <a:pt x="139" y="345"/>
                    <a:pt x="140" y="345"/>
                    <a:pt x="140" y="345"/>
                  </a:cubicBezTo>
                  <a:moveTo>
                    <a:pt x="140" y="344"/>
                  </a:moveTo>
                  <a:cubicBezTo>
                    <a:pt x="140" y="344"/>
                    <a:pt x="140" y="345"/>
                    <a:pt x="140" y="345"/>
                  </a:cubicBezTo>
                  <a:cubicBezTo>
                    <a:pt x="140" y="345"/>
                    <a:pt x="140" y="344"/>
                    <a:pt x="140" y="344"/>
                  </a:cubicBezTo>
                  <a:moveTo>
                    <a:pt x="141" y="343"/>
                  </a:moveTo>
                  <a:cubicBezTo>
                    <a:pt x="141" y="343"/>
                    <a:pt x="141" y="344"/>
                    <a:pt x="141" y="344"/>
                  </a:cubicBezTo>
                  <a:cubicBezTo>
                    <a:pt x="141" y="344"/>
                    <a:pt x="141" y="343"/>
                    <a:pt x="141" y="343"/>
                  </a:cubicBezTo>
                  <a:moveTo>
                    <a:pt x="141" y="343"/>
                  </a:moveTo>
                  <a:cubicBezTo>
                    <a:pt x="141" y="343"/>
                    <a:pt x="141" y="343"/>
                    <a:pt x="141" y="343"/>
                  </a:cubicBezTo>
                  <a:cubicBezTo>
                    <a:pt x="141" y="343"/>
                    <a:pt x="141" y="343"/>
                    <a:pt x="141" y="343"/>
                  </a:cubicBezTo>
                  <a:moveTo>
                    <a:pt x="142" y="343"/>
                  </a:moveTo>
                  <a:cubicBezTo>
                    <a:pt x="142" y="343"/>
                    <a:pt x="141" y="343"/>
                    <a:pt x="141" y="343"/>
                  </a:cubicBezTo>
                  <a:cubicBezTo>
                    <a:pt x="141" y="343"/>
                    <a:pt x="142" y="343"/>
                    <a:pt x="142" y="343"/>
                  </a:cubicBezTo>
                  <a:moveTo>
                    <a:pt x="142" y="342"/>
                  </a:moveTo>
                  <a:cubicBezTo>
                    <a:pt x="142" y="342"/>
                    <a:pt x="142" y="342"/>
                    <a:pt x="142" y="343"/>
                  </a:cubicBezTo>
                  <a:cubicBezTo>
                    <a:pt x="142" y="342"/>
                    <a:pt x="142" y="342"/>
                    <a:pt x="142" y="342"/>
                  </a:cubicBezTo>
                  <a:moveTo>
                    <a:pt x="143" y="342"/>
                  </a:moveTo>
                  <a:cubicBezTo>
                    <a:pt x="142" y="342"/>
                    <a:pt x="142" y="342"/>
                    <a:pt x="142" y="342"/>
                  </a:cubicBezTo>
                  <a:cubicBezTo>
                    <a:pt x="142" y="342"/>
                    <a:pt x="142" y="342"/>
                    <a:pt x="143" y="342"/>
                  </a:cubicBezTo>
                  <a:moveTo>
                    <a:pt x="143" y="341"/>
                  </a:moveTo>
                  <a:cubicBezTo>
                    <a:pt x="143" y="342"/>
                    <a:pt x="143" y="342"/>
                    <a:pt x="143" y="342"/>
                  </a:cubicBezTo>
                  <a:cubicBezTo>
                    <a:pt x="143" y="341"/>
                    <a:pt x="143" y="341"/>
                    <a:pt x="143" y="341"/>
                  </a:cubicBezTo>
                  <a:moveTo>
                    <a:pt x="143" y="341"/>
                  </a:moveTo>
                  <a:cubicBezTo>
                    <a:pt x="143" y="341"/>
                    <a:pt x="143" y="341"/>
                    <a:pt x="143" y="341"/>
                  </a:cubicBezTo>
                  <a:cubicBezTo>
                    <a:pt x="143" y="341"/>
                    <a:pt x="143" y="341"/>
                    <a:pt x="143" y="341"/>
                  </a:cubicBezTo>
                  <a:moveTo>
                    <a:pt x="144" y="340"/>
                  </a:moveTo>
                  <a:cubicBezTo>
                    <a:pt x="144" y="340"/>
                    <a:pt x="143" y="340"/>
                    <a:pt x="143" y="341"/>
                  </a:cubicBezTo>
                  <a:cubicBezTo>
                    <a:pt x="143" y="340"/>
                    <a:pt x="144" y="340"/>
                    <a:pt x="144" y="340"/>
                  </a:cubicBezTo>
                  <a:moveTo>
                    <a:pt x="144" y="340"/>
                  </a:moveTo>
                  <a:cubicBezTo>
                    <a:pt x="144" y="340"/>
                    <a:pt x="144" y="340"/>
                    <a:pt x="144" y="340"/>
                  </a:cubicBezTo>
                  <a:cubicBezTo>
                    <a:pt x="144" y="340"/>
                    <a:pt x="144" y="340"/>
                    <a:pt x="144" y="340"/>
                  </a:cubicBezTo>
                  <a:moveTo>
                    <a:pt x="145" y="339"/>
                  </a:moveTo>
                  <a:cubicBezTo>
                    <a:pt x="144" y="339"/>
                    <a:pt x="144" y="339"/>
                    <a:pt x="144" y="339"/>
                  </a:cubicBezTo>
                  <a:cubicBezTo>
                    <a:pt x="145" y="339"/>
                    <a:pt x="145" y="339"/>
                    <a:pt x="145" y="339"/>
                  </a:cubicBezTo>
                  <a:moveTo>
                    <a:pt x="145" y="338"/>
                  </a:moveTo>
                  <a:cubicBezTo>
                    <a:pt x="145" y="339"/>
                    <a:pt x="145" y="339"/>
                    <a:pt x="145" y="339"/>
                  </a:cubicBezTo>
                  <a:cubicBezTo>
                    <a:pt x="145" y="339"/>
                    <a:pt x="145" y="339"/>
                    <a:pt x="145" y="338"/>
                  </a:cubicBezTo>
                  <a:moveTo>
                    <a:pt x="145" y="338"/>
                  </a:moveTo>
                  <a:cubicBezTo>
                    <a:pt x="145" y="338"/>
                    <a:pt x="145" y="338"/>
                    <a:pt x="145" y="338"/>
                  </a:cubicBezTo>
                  <a:cubicBezTo>
                    <a:pt x="145" y="338"/>
                    <a:pt x="145" y="338"/>
                    <a:pt x="145" y="338"/>
                  </a:cubicBezTo>
                  <a:moveTo>
                    <a:pt x="146" y="337"/>
                  </a:moveTo>
                  <a:cubicBezTo>
                    <a:pt x="146" y="337"/>
                    <a:pt x="146" y="338"/>
                    <a:pt x="145" y="338"/>
                  </a:cubicBezTo>
                  <a:cubicBezTo>
                    <a:pt x="146" y="338"/>
                    <a:pt x="146" y="338"/>
                    <a:pt x="146" y="338"/>
                  </a:cubicBezTo>
                  <a:moveTo>
                    <a:pt x="146" y="337"/>
                  </a:moveTo>
                  <a:cubicBezTo>
                    <a:pt x="146" y="337"/>
                    <a:pt x="146" y="337"/>
                    <a:pt x="146" y="337"/>
                  </a:cubicBezTo>
                  <a:cubicBezTo>
                    <a:pt x="146" y="337"/>
                    <a:pt x="146" y="337"/>
                    <a:pt x="146" y="337"/>
                  </a:cubicBezTo>
                  <a:moveTo>
                    <a:pt x="146" y="337"/>
                  </a:moveTo>
                  <a:cubicBezTo>
                    <a:pt x="146" y="337"/>
                    <a:pt x="146" y="337"/>
                    <a:pt x="146" y="337"/>
                  </a:cubicBezTo>
                  <a:cubicBezTo>
                    <a:pt x="146" y="337"/>
                    <a:pt x="146" y="337"/>
                    <a:pt x="146" y="337"/>
                  </a:cubicBezTo>
                  <a:moveTo>
                    <a:pt x="146" y="336"/>
                  </a:moveTo>
                  <a:cubicBezTo>
                    <a:pt x="146" y="336"/>
                    <a:pt x="146" y="337"/>
                    <a:pt x="146" y="337"/>
                  </a:cubicBezTo>
                  <a:cubicBezTo>
                    <a:pt x="146" y="337"/>
                    <a:pt x="146" y="337"/>
                    <a:pt x="146" y="337"/>
                  </a:cubicBezTo>
                  <a:moveTo>
                    <a:pt x="146" y="336"/>
                  </a:moveTo>
                  <a:cubicBezTo>
                    <a:pt x="147" y="336"/>
                    <a:pt x="147" y="336"/>
                    <a:pt x="147" y="336"/>
                  </a:cubicBezTo>
                  <a:cubicBezTo>
                    <a:pt x="147" y="336"/>
                    <a:pt x="147" y="336"/>
                    <a:pt x="147" y="336"/>
                  </a:cubicBezTo>
                  <a:moveTo>
                    <a:pt x="157" y="384"/>
                  </a:moveTo>
                  <a:cubicBezTo>
                    <a:pt x="169" y="370"/>
                    <a:pt x="169" y="370"/>
                    <a:pt x="169" y="370"/>
                  </a:cubicBezTo>
                  <a:cubicBezTo>
                    <a:pt x="157" y="384"/>
                    <a:pt x="157" y="384"/>
                    <a:pt x="157" y="384"/>
                  </a:cubicBezTo>
                  <a:moveTo>
                    <a:pt x="174" y="374"/>
                  </a:moveTo>
                  <a:cubicBezTo>
                    <a:pt x="175" y="371"/>
                    <a:pt x="177" y="369"/>
                    <a:pt x="179" y="366"/>
                  </a:cubicBezTo>
                  <a:cubicBezTo>
                    <a:pt x="171" y="372"/>
                    <a:pt x="171" y="372"/>
                    <a:pt x="171" y="372"/>
                  </a:cubicBezTo>
                  <a:cubicBezTo>
                    <a:pt x="179" y="366"/>
                    <a:pt x="179" y="366"/>
                    <a:pt x="179" y="366"/>
                  </a:cubicBezTo>
                  <a:cubicBezTo>
                    <a:pt x="177" y="369"/>
                    <a:pt x="175" y="371"/>
                    <a:pt x="174" y="374"/>
                  </a:cubicBezTo>
                  <a:moveTo>
                    <a:pt x="179" y="366"/>
                  </a:moveTo>
                  <a:cubicBezTo>
                    <a:pt x="181" y="362"/>
                    <a:pt x="184" y="358"/>
                    <a:pt x="187" y="353"/>
                  </a:cubicBezTo>
                  <a:cubicBezTo>
                    <a:pt x="184" y="358"/>
                    <a:pt x="181" y="362"/>
                    <a:pt x="179" y="366"/>
                  </a:cubicBezTo>
                  <a:moveTo>
                    <a:pt x="187" y="353"/>
                  </a:moveTo>
                  <a:cubicBezTo>
                    <a:pt x="169" y="370"/>
                    <a:pt x="169" y="370"/>
                    <a:pt x="169" y="370"/>
                  </a:cubicBezTo>
                  <a:cubicBezTo>
                    <a:pt x="187" y="353"/>
                    <a:pt x="187" y="353"/>
                    <a:pt x="187" y="353"/>
                  </a:cubicBezTo>
                  <a:moveTo>
                    <a:pt x="138" y="363"/>
                  </a:moveTo>
                  <a:cubicBezTo>
                    <a:pt x="140" y="361"/>
                    <a:pt x="141" y="358"/>
                    <a:pt x="143" y="356"/>
                  </a:cubicBezTo>
                  <a:cubicBezTo>
                    <a:pt x="141" y="358"/>
                    <a:pt x="140" y="361"/>
                    <a:pt x="138" y="363"/>
                  </a:cubicBezTo>
                  <a:moveTo>
                    <a:pt x="138" y="363"/>
                  </a:moveTo>
                  <a:cubicBezTo>
                    <a:pt x="140" y="361"/>
                    <a:pt x="141" y="358"/>
                    <a:pt x="143" y="356"/>
                  </a:cubicBezTo>
                  <a:cubicBezTo>
                    <a:pt x="141" y="358"/>
                    <a:pt x="140" y="361"/>
                    <a:pt x="138" y="363"/>
                  </a:cubicBezTo>
                  <a:moveTo>
                    <a:pt x="142" y="369"/>
                  </a:moveTo>
                  <a:cubicBezTo>
                    <a:pt x="141" y="367"/>
                    <a:pt x="140" y="365"/>
                    <a:pt x="138" y="363"/>
                  </a:cubicBezTo>
                  <a:cubicBezTo>
                    <a:pt x="140" y="365"/>
                    <a:pt x="141" y="367"/>
                    <a:pt x="142" y="369"/>
                  </a:cubicBezTo>
                  <a:cubicBezTo>
                    <a:pt x="141" y="367"/>
                    <a:pt x="140" y="365"/>
                    <a:pt x="138" y="363"/>
                  </a:cubicBezTo>
                  <a:cubicBezTo>
                    <a:pt x="140" y="365"/>
                    <a:pt x="141" y="367"/>
                    <a:pt x="142" y="369"/>
                  </a:cubicBezTo>
                  <a:moveTo>
                    <a:pt x="146" y="373"/>
                  </a:moveTo>
                  <a:cubicBezTo>
                    <a:pt x="145" y="372"/>
                    <a:pt x="143" y="370"/>
                    <a:pt x="142" y="369"/>
                  </a:cubicBezTo>
                  <a:cubicBezTo>
                    <a:pt x="143" y="370"/>
                    <a:pt x="145" y="372"/>
                    <a:pt x="146" y="373"/>
                  </a:cubicBezTo>
                  <a:moveTo>
                    <a:pt x="157" y="360"/>
                  </a:moveTo>
                  <a:cubicBezTo>
                    <a:pt x="146" y="373"/>
                    <a:pt x="146" y="373"/>
                    <a:pt x="146" y="373"/>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8" y="360"/>
                  </a:moveTo>
                  <a:cubicBezTo>
                    <a:pt x="157" y="360"/>
                    <a:pt x="157" y="360"/>
                    <a:pt x="157"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1"/>
                    <a:pt x="158" y="361"/>
                    <a:pt x="158" y="361"/>
                  </a:cubicBezTo>
                  <a:cubicBezTo>
                    <a:pt x="158" y="361"/>
                    <a:pt x="158" y="361"/>
                    <a:pt x="158" y="360"/>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9" y="361"/>
                    <a:pt x="159" y="361"/>
                    <a:pt x="159" y="361"/>
                  </a:cubicBezTo>
                  <a:cubicBezTo>
                    <a:pt x="159" y="361"/>
                    <a:pt x="159" y="361"/>
                    <a:pt x="158" y="361"/>
                  </a:cubicBezTo>
                  <a:moveTo>
                    <a:pt x="159" y="361"/>
                  </a:moveTo>
                  <a:cubicBezTo>
                    <a:pt x="159" y="361"/>
                    <a:pt x="159" y="361"/>
                    <a:pt x="159" y="361"/>
                  </a:cubicBezTo>
                  <a:cubicBezTo>
                    <a:pt x="159" y="361"/>
                    <a:pt x="159" y="361"/>
                    <a:pt x="159" y="361"/>
                  </a:cubicBezTo>
                  <a:moveTo>
                    <a:pt x="159" y="361"/>
                  </a:moveTo>
                  <a:cubicBezTo>
                    <a:pt x="159" y="362"/>
                    <a:pt x="159" y="362"/>
                    <a:pt x="159" y="362"/>
                  </a:cubicBezTo>
                  <a:cubicBezTo>
                    <a:pt x="159" y="361"/>
                    <a:pt x="159" y="361"/>
                    <a:pt x="159" y="361"/>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60" y="362"/>
                    <a:pt x="160" y="362"/>
                    <a:pt x="160" y="362"/>
                  </a:cubicBezTo>
                  <a:cubicBezTo>
                    <a:pt x="160" y="362"/>
                    <a:pt x="160" y="362"/>
                    <a:pt x="159" y="362"/>
                  </a:cubicBezTo>
                  <a:moveTo>
                    <a:pt x="160" y="362"/>
                  </a:moveTo>
                  <a:cubicBezTo>
                    <a:pt x="160" y="362"/>
                    <a:pt x="160" y="362"/>
                    <a:pt x="160" y="362"/>
                  </a:cubicBezTo>
                  <a:cubicBezTo>
                    <a:pt x="160" y="362"/>
                    <a:pt x="160" y="362"/>
                    <a:pt x="160" y="362"/>
                  </a:cubicBezTo>
                  <a:moveTo>
                    <a:pt x="160" y="363"/>
                  </a:moveTo>
                  <a:cubicBezTo>
                    <a:pt x="160" y="363"/>
                    <a:pt x="160" y="363"/>
                    <a:pt x="160" y="363"/>
                  </a:cubicBezTo>
                  <a:cubicBezTo>
                    <a:pt x="160" y="363"/>
                    <a:pt x="160" y="363"/>
                    <a:pt x="160" y="363"/>
                  </a:cubicBezTo>
                  <a:moveTo>
                    <a:pt x="160" y="363"/>
                  </a:moveTo>
                  <a:cubicBezTo>
                    <a:pt x="160" y="363"/>
                    <a:pt x="160" y="363"/>
                    <a:pt x="160" y="363"/>
                  </a:cubicBezTo>
                  <a:cubicBezTo>
                    <a:pt x="160" y="363"/>
                    <a:pt x="160" y="363"/>
                    <a:pt x="160" y="363"/>
                  </a:cubicBezTo>
                  <a:moveTo>
                    <a:pt x="160" y="363"/>
                  </a:moveTo>
                  <a:cubicBezTo>
                    <a:pt x="161" y="363"/>
                    <a:pt x="161" y="363"/>
                    <a:pt x="161" y="363"/>
                  </a:cubicBezTo>
                  <a:cubicBezTo>
                    <a:pt x="160" y="363"/>
                    <a:pt x="160" y="363"/>
                    <a:pt x="160"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4"/>
                  </a:moveTo>
                  <a:cubicBezTo>
                    <a:pt x="161" y="363"/>
                    <a:pt x="161" y="363"/>
                    <a:pt x="161" y="363"/>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5"/>
                    <a:pt x="161" y="365"/>
                    <a:pt x="161" y="365"/>
                  </a:cubicBezTo>
                  <a:cubicBezTo>
                    <a:pt x="161" y="364"/>
                    <a:pt x="161" y="364"/>
                    <a:pt x="161" y="364"/>
                  </a:cubicBezTo>
                  <a:moveTo>
                    <a:pt x="162" y="365"/>
                  </a:moveTo>
                  <a:cubicBezTo>
                    <a:pt x="161" y="365"/>
                    <a:pt x="161" y="365"/>
                    <a:pt x="161"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3" y="365"/>
                  </a:moveTo>
                  <a:cubicBezTo>
                    <a:pt x="162" y="365"/>
                    <a:pt x="162" y="365"/>
                    <a:pt x="162"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6"/>
                    <a:pt x="163" y="366"/>
                    <a:pt x="163" y="366"/>
                  </a:cubicBezTo>
                  <a:cubicBezTo>
                    <a:pt x="163" y="365"/>
                    <a:pt x="163" y="365"/>
                    <a:pt x="163" y="365"/>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77" y="352"/>
                  </a:moveTo>
                  <a:cubicBezTo>
                    <a:pt x="165" y="367"/>
                    <a:pt x="165" y="367"/>
                    <a:pt x="163" y="366"/>
                  </a:cubicBezTo>
                  <a:cubicBezTo>
                    <a:pt x="163" y="366"/>
                    <a:pt x="163" y="366"/>
                    <a:pt x="163" y="366"/>
                  </a:cubicBezTo>
                  <a:cubicBezTo>
                    <a:pt x="163" y="366"/>
                    <a:pt x="163" y="366"/>
                    <a:pt x="163" y="366"/>
                  </a:cubicBezTo>
                  <a:cubicBezTo>
                    <a:pt x="164" y="366"/>
                    <a:pt x="165" y="366"/>
                    <a:pt x="168" y="363"/>
                  </a:cubicBezTo>
                  <a:cubicBezTo>
                    <a:pt x="170" y="362"/>
                    <a:pt x="171" y="359"/>
                    <a:pt x="173" y="357"/>
                  </a:cubicBezTo>
                  <a:cubicBezTo>
                    <a:pt x="176" y="353"/>
                    <a:pt x="179" y="349"/>
                    <a:pt x="182" y="345"/>
                  </a:cubicBezTo>
                  <a:cubicBezTo>
                    <a:pt x="181" y="347"/>
                    <a:pt x="179" y="350"/>
                    <a:pt x="177" y="352"/>
                  </a:cubicBezTo>
                  <a:moveTo>
                    <a:pt x="197" y="263"/>
                  </a:moveTo>
                  <a:cubicBezTo>
                    <a:pt x="196" y="265"/>
                    <a:pt x="196" y="265"/>
                    <a:pt x="196" y="265"/>
                  </a:cubicBezTo>
                  <a:cubicBezTo>
                    <a:pt x="196" y="265"/>
                    <a:pt x="196" y="264"/>
                    <a:pt x="197" y="263"/>
                  </a:cubicBezTo>
                  <a:cubicBezTo>
                    <a:pt x="197" y="263"/>
                    <a:pt x="197" y="263"/>
                    <a:pt x="197" y="263"/>
                  </a:cubicBezTo>
                  <a:moveTo>
                    <a:pt x="196" y="265"/>
                  </a:moveTo>
                  <a:cubicBezTo>
                    <a:pt x="196" y="264"/>
                    <a:pt x="196" y="264"/>
                    <a:pt x="197" y="263"/>
                  </a:cubicBezTo>
                  <a:cubicBezTo>
                    <a:pt x="197" y="263"/>
                    <a:pt x="196" y="264"/>
                    <a:pt x="196" y="265"/>
                  </a:cubicBezTo>
                  <a:cubicBezTo>
                    <a:pt x="196" y="265"/>
                    <a:pt x="196" y="265"/>
                    <a:pt x="196" y="265"/>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2"/>
                    <a:pt x="199" y="262"/>
                    <a:pt x="199" y="262"/>
                  </a:cubicBezTo>
                  <a:cubicBezTo>
                    <a:pt x="199" y="262"/>
                    <a:pt x="199" y="262"/>
                    <a:pt x="199" y="261"/>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8" y="263"/>
                  </a:cubicBezTo>
                  <a:cubicBezTo>
                    <a:pt x="199" y="262"/>
                    <a:pt x="199" y="262"/>
                    <a:pt x="199" y="262"/>
                  </a:cubicBezTo>
                  <a:moveTo>
                    <a:pt x="152" y="328"/>
                  </a:moveTo>
                  <a:cubicBezTo>
                    <a:pt x="151" y="329"/>
                    <a:pt x="151" y="329"/>
                    <a:pt x="151" y="329"/>
                  </a:cubicBezTo>
                  <a:cubicBezTo>
                    <a:pt x="152" y="329"/>
                    <a:pt x="152" y="328"/>
                    <a:pt x="152" y="328"/>
                  </a:cubicBezTo>
                  <a:moveTo>
                    <a:pt x="137" y="346"/>
                  </a:moveTo>
                  <a:cubicBezTo>
                    <a:pt x="137" y="345"/>
                    <a:pt x="136" y="344"/>
                    <a:pt x="135" y="343"/>
                  </a:cubicBezTo>
                  <a:cubicBezTo>
                    <a:pt x="163" y="308"/>
                    <a:pt x="163" y="308"/>
                    <a:pt x="163" y="308"/>
                  </a:cubicBezTo>
                  <a:cubicBezTo>
                    <a:pt x="173" y="291"/>
                    <a:pt x="173" y="291"/>
                    <a:pt x="173" y="291"/>
                  </a:cubicBezTo>
                  <a:cubicBezTo>
                    <a:pt x="163" y="308"/>
                    <a:pt x="163" y="308"/>
                    <a:pt x="163" y="308"/>
                  </a:cubicBezTo>
                  <a:cubicBezTo>
                    <a:pt x="159" y="318"/>
                    <a:pt x="159" y="318"/>
                    <a:pt x="159" y="318"/>
                  </a:cubicBezTo>
                  <a:cubicBezTo>
                    <a:pt x="137" y="346"/>
                    <a:pt x="137" y="346"/>
                    <a:pt x="137" y="346"/>
                  </a:cubicBezTo>
                  <a:moveTo>
                    <a:pt x="153" y="327"/>
                  </a:moveTo>
                  <a:cubicBezTo>
                    <a:pt x="153" y="327"/>
                    <a:pt x="152" y="328"/>
                    <a:pt x="152" y="328"/>
                  </a:cubicBezTo>
                  <a:cubicBezTo>
                    <a:pt x="152" y="328"/>
                    <a:pt x="153" y="327"/>
                    <a:pt x="153" y="327"/>
                  </a:cubicBezTo>
                  <a:moveTo>
                    <a:pt x="153" y="327"/>
                  </a:moveTo>
                  <a:cubicBezTo>
                    <a:pt x="153" y="327"/>
                    <a:pt x="154" y="326"/>
                    <a:pt x="154" y="326"/>
                  </a:cubicBezTo>
                  <a:cubicBezTo>
                    <a:pt x="154" y="326"/>
                    <a:pt x="153" y="327"/>
                    <a:pt x="153" y="327"/>
                  </a:cubicBezTo>
                  <a:moveTo>
                    <a:pt x="154" y="326"/>
                  </a:moveTo>
                  <a:cubicBezTo>
                    <a:pt x="155" y="326"/>
                    <a:pt x="155" y="325"/>
                    <a:pt x="155" y="325"/>
                  </a:cubicBezTo>
                  <a:cubicBezTo>
                    <a:pt x="155" y="325"/>
                    <a:pt x="155" y="326"/>
                    <a:pt x="154" y="326"/>
                  </a:cubicBezTo>
                  <a:moveTo>
                    <a:pt x="155" y="325"/>
                  </a:moveTo>
                  <a:cubicBezTo>
                    <a:pt x="156" y="325"/>
                    <a:pt x="156" y="325"/>
                    <a:pt x="157" y="325"/>
                  </a:cubicBezTo>
                  <a:cubicBezTo>
                    <a:pt x="156" y="325"/>
                    <a:pt x="156" y="325"/>
                    <a:pt x="155" y="325"/>
                  </a:cubicBezTo>
                  <a:moveTo>
                    <a:pt x="173" y="291"/>
                  </a:moveTo>
                  <a:cubicBezTo>
                    <a:pt x="172" y="290"/>
                    <a:pt x="172" y="288"/>
                    <a:pt x="171" y="286"/>
                  </a:cubicBezTo>
                  <a:cubicBezTo>
                    <a:pt x="165" y="285"/>
                    <a:pt x="165" y="285"/>
                    <a:pt x="165" y="285"/>
                  </a:cubicBezTo>
                  <a:cubicBezTo>
                    <a:pt x="171" y="286"/>
                    <a:pt x="171" y="286"/>
                    <a:pt x="171" y="286"/>
                  </a:cubicBezTo>
                  <a:cubicBezTo>
                    <a:pt x="171" y="284"/>
                    <a:pt x="170" y="283"/>
                    <a:pt x="170" y="283"/>
                  </a:cubicBezTo>
                  <a:cubicBezTo>
                    <a:pt x="182" y="270"/>
                    <a:pt x="182" y="270"/>
                    <a:pt x="182" y="270"/>
                  </a:cubicBezTo>
                  <a:cubicBezTo>
                    <a:pt x="182" y="271"/>
                    <a:pt x="182" y="271"/>
                    <a:pt x="183" y="272"/>
                  </a:cubicBezTo>
                  <a:cubicBezTo>
                    <a:pt x="189" y="267"/>
                    <a:pt x="189" y="267"/>
                    <a:pt x="189" y="267"/>
                  </a:cubicBezTo>
                  <a:cubicBezTo>
                    <a:pt x="183" y="272"/>
                    <a:pt x="183" y="272"/>
                    <a:pt x="183" y="272"/>
                  </a:cubicBezTo>
                  <a:cubicBezTo>
                    <a:pt x="189" y="267"/>
                    <a:pt x="189" y="267"/>
                    <a:pt x="189" y="267"/>
                  </a:cubicBezTo>
                  <a:cubicBezTo>
                    <a:pt x="201" y="251"/>
                    <a:pt x="201" y="251"/>
                    <a:pt x="201" y="251"/>
                  </a:cubicBezTo>
                  <a:cubicBezTo>
                    <a:pt x="189" y="267"/>
                    <a:pt x="189" y="267"/>
                    <a:pt x="189" y="267"/>
                  </a:cubicBezTo>
                  <a:cubicBezTo>
                    <a:pt x="190" y="269"/>
                    <a:pt x="191" y="271"/>
                    <a:pt x="192" y="273"/>
                  </a:cubicBezTo>
                  <a:cubicBezTo>
                    <a:pt x="178" y="298"/>
                    <a:pt x="178" y="298"/>
                    <a:pt x="178" y="298"/>
                  </a:cubicBezTo>
                  <a:cubicBezTo>
                    <a:pt x="173" y="291"/>
                    <a:pt x="173" y="291"/>
                    <a:pt x="173" y="291"/>
                  </a:cubicBezTo>
                  <a:moveTo>
                    <a:pt x="158" y="324"/>
                  </a:moveTo>
                  <a:cubicBezTo>
                    <a:pt x="158" y="324"/>
                    <a:pt x="157" y="325"/>
                    <a:pt x="157" y="325"/>
                  </a:cubicBezTo>
                  <a:cubicBezTo>
                    <a:pt x="157" y="325"/>
                    <a:pt x="158" y="324"/>
                    <a:pt x="158" y="324"/>
                  </a:cubicBezTo>
                  <a:moveTo>
                    <a:pt x="160" y="324"/>
                  </a:moveTo>
                  <a:cubicBezTo>
                    <a:pt x="160" y="324"/>
                    <a:pt x="159" y="324"/>
                    <a:pt x="158" y="324"/>
                  </a:cubicBezTo>
                  <a:cubicBezTo>
                    <a:pt x="159" y="324"/>
                    <a:pt x="160" y="324"/>
                    <a:pt x="160" y="324"/>
                  </a:cubicBezTo>
                  <a:moveTo>
                    <a:pt x="163" y="324"/>
                  </a:moveTo>
                  <a:cubicBezTo>
                    <a:pt x="160" y="324"/>
                    <a:pt x="160" y="324"/>
                    <a:pt x="160" y="324"/>
                  </a:cubicBezTo>
                  <a:cubicBezTo>
                    <a:pt x="161" y="324"/>
                    <a:pt x="162" y="324"/>
                    <a:pt x="163" y="324"/>
                  </a:cubicBezTo>
                  <a:moveTo>
                    <a:pt x="153" y="341"/>
                  </a:moveTo>
                  <a:cubicBezTo>
                    <a:pt x="163" y="324"/>
                    <a:pt x="163" y="324"/>
                    <a:pt x="163" y="324"/>
                  </a:cubicBezTo>
                  <a:cubicBezTo>
                    <a:pt x="160" y="329"/>
                    <a:pt x="156" y="335"/>
                    <a:pt x="153" y="341"/>
                  </a:cubicBezTo>
                  <a:moveTo>
                    <a:pt x="155" y="345"/>
                  </a:moveTo>
                  <a:cubicBezTo>
                    <a:pt x="171" y="334"/>
                    <a:pt x="171" y="334"/>
                    <a:pt x="171" y="334"/>
                  </a:cubicBezTo>
                  <a:cubicBezTo>
                    <a:pt x="170" y="333"/>
                    <a:pt x="169" y="332"/>
                    <a:pt x="168" y="331"/>
                  </a:cubicBezTo>
                  <a:cubicBezTo>
                    <a:pt x="155" y="343"/>
                    <a:pt x="155" y="343"/>
                    <a:pt x="155" y="343"/>
                  </a:cubicBezTo>
                  <a:cubicBezTo>
                    <a:pt x="154" y="342"/>
                    <a:pt x="154" y="341"/>
                    <a:pt x="153" y="341"/>
                  </a:cubicBezTo>
                  <a:cubicBezTo>
                    <a:pt x="158" y="333"/>
                    <a:pt x="164" y="325"/>
                    <a:pt x="169" y="318"/>
                  </a:cubicBezTo>
                  <a:cubicBezTo>
                    <a:pt x="168" y="317"/>
                    <a:pt x="168" y="316"/>
                    <a:pt x="167" y="314"/>
                  </a:cubicBezTo>
                  <a:cubicBezTo>
                    <a:pt x="159" y="318"/>
                    <a:pt x="159" y="318"/>
                    <a:pt x="159" y="318"/>
                  </a:cubicBezTo>
                  <a:cubicBezTo>
                    <a:pt x="167" y="314"/>
                    <a:pt x="167" y="314"/>
                    <a:pt x="167" y="314"/>
                  </a:cubicBezTo>
                  <a:cubicBezTo>
                    <a:pt x="175" y="311"/>
                    <a:pt x="175" y="311"/>
                    <a:pt x="175" y="311"/>
                  </a:cubicBezTo>
                  <a:cubicBezTo>
                    <a:pt x="180" y="318"/>
                    <a:pt x="180" y="318"/>
                    <a:pt x="180" y="318"/>
                  </a:cubicBezTo>
                  <a:cubicBezTo>
                    <a:pt x="171" y="334"/>
                    <a:pt x="171" y="334"/>
                    <a:pt x="171" y="334"/>
                  </a:cubicBezTo>
                  <a:cubicBezTo>
                    <a:pt x="155" y="345"/>
                    <a:pt x="155" y="345"/>
                    <a:pt x="155" y="345"/>
                  </a:cubicBezTo>
                  <a:moveTo>
                    <a:pt x="216" y="207"/>
                  </a:moveTo>
                  <a:cubicBezTo>
                    <a:pt x="217" y="207"/>
                    <a:pt x="217" y="207"/>
                    <a:pt x="217" y="207"/>
                  </a:cubicBezTo>
                  <a:cubicBezTo>
                    <a:pt x="217" y="207"/>
                    <a:pt x="217" y="207"/>
                    <a:pt x="216" y="207"/>
                  </a:cubicBezTo>
                  <a:moveTo>
                    <a:pt x="216" y="208"/>
                  </a:moveTo>
                  <a:cubicBezTo>
                    <a:pt x="216" y="208"/>
                    <a:pt x="216" y="208"/>
                    <a:pt x="216" y="207"/>
                  </a:cubicBezTo>
                  <a:cubicBezTo>
                    <a:pt x="216" y="208"/>
                    <a:pt x="216" y="208"/>
                    <a:pt x="216" y="208"/>
                  </a:cubicBezTo>
                  <a:moveTo>
                    <a:pt x="215" y="209"/>
                  </a:moveTo>
                  <a:cubicBezTo>
                    <a:pt x="215" y="209"/>
                    <a:pt x="215" y="208"/>
                    <a:pt x="216" y="208"/>
                  </a:cubicBezTo>
                  <a:cubicBezTo>
                    <a:pt x="215" y="208"/>
                    <a:pt x="215" y="209"/>
                    <a:pt x="215" y="209"/>
                  </a:cubicBezTo>
                  <a:moveTo>
                    <a:pt x="214" y="210"/>
                  </a:moveTo>
                  <a:cubicBezTo>
                    <a:pt x="214" y="209"/>
                    <a:pt x="215" y="209"/>
                    <a:pt x="215" y="209"/>
                  </a:cubicBezTo>
                  <a:cubicBezTo>
                    <a:pt x="215" y="209"/>
                    <a:pt x="214" y="209"/>
                    <a:pt x="214" y="210"/>
                  </a:cubicBezTo>
                  <a:moveTo>
                    <a:pt x="214" y="210"/>
                  </a:moveTo>
                  <a:cubicBezTo>
                    <a:pt x="214" y="210"/>
                    <a:pt x="214" y="210"/>
                    <a:pt x="214" y="210"/>
                  </a:cubicBezTo>
                  <a:cubicBezTo>
                    <a:pt x="214" y="210"/>
                    <a:pt x="214" y="210"/>
                    <a:pt x="214" y="210"/>
                  </a:cubicBezTo>
                  <a:moveTo>
                    <a:pt x="213" y="211"/>
                  </a:moveTo>
                  <a:cubicBezTo>
                    <a:pt x="213" y="210"/>
                    <a:pt x="214" y="210"/>
                    <a:pt x="214" y="210"/>
                  </a:cubicBezTo>
                  <a:cubicBezTo>
                    <a:pt x="214" y="210"/>
                    <a:pt x="213" y="210"/>
                    <a:pt x="213" y="211"/>
                  </a:cubicBezTo>
                  <a:moveTo>
                    <a:pt x="212" y="211"/>
                  </a:moveTo>
                  <a:cubicBezTo>
                    <a:pt x="212" y="211"/>
                    <a:pt x="213" y="211"/>
                    <a:pt x="213" y="211"/>
                  </a:cubicBezTo>
                  <a:cubicBezTo>
                    <a:pt x="213" y="211"/>
                    <a:pt x="213" y="211"/>
                    <a:pt x="213" y="211"/>
                  </a:cubicBezTo>
                  <a:moveTo>
                    <a:pt x="212" y="212"/>
                  </a:moveTo>
                  <a:cubicBezTo>
                    <a:pt x="212" y="212"/>
                    <a:pt x="212" y="211"/>
                    <a:pt x="212" y="211"/>
                  </a:cubicBezTo>
                  <a:cubicBezTo>
                    <a:pt x="212" y="211"/>
                    <a:pt x="212" y="212"/>
                    <a:pt x="212" y="212"/>
                  </a:cubicBezTo>
                  <a:moveTo>
                    <a:pt x="211" y="212"/>
                  </a:moveTo>
                  <a:cubicBezTo>
                    <a:pt x="211" y="212"/>
                    <a:pt x="212" y="212"/>
                    <a:pt x="212" y="212"/>
                  </a:cubicBezTo>
                  <a:cubicBezTo>
                    <a:pt x="212" y="212"/>
                    <a:pt x="211" y="212"/>
                    <a:pt x="211" y="212"/>
                  </a:cubicBezTo>
                  <a:moveTo>
                    <a:pt x="211" y="213"/>
                  </a:moveTo>
                  <a:cubicBezTo>
                    <a:pt x="211" y="213"/>
                    <a:pt x="211" y="213"/>
                    <a:pt x="211" y="212"/>
                  </a:cubicBezTo>
                  <a:cubicBezTo>
                    <a:pt x="211" y="213"/>
                    <a:pt x="211" y="213"/>
                    <a:pt x="211" y="213"/>
                  </a:cubicBezTo>
                  <a:moveTo>
                    <a:pt x="211" y="214"/>
                  </a:moveTo>
                  <a:cubicBezTo>
                    <a:pt x="211" y="214"/>
                    <a:pt x="211" y="213"/>
                    <a:pt x="211" y="213"/>
                  </a:cubicBezTo>
                  <a:cubicBezTo>
                    <a:pt x="211" y="213"/>
                    <a:pt x="211" y="214"/>
                    <a:pt x="211" y="214"/>
                  </a:cubicBezTo>
                  <a:moveTo>
                    <a:pt x="210" y="214"/>
                  </a:moveTo>
                  <a:cubicBezTo>
                    <a:pt x="210" y="214"/>
                    <a:pt x="210" y="214"/>
                    <a:pt x="211" y="214"/>
                  </a:cubicBezTo>
                  <a:cubicBezTo>
                    <a:pt x="210" y="214"/>
                    <a:pt x="210" y="214"/>
                    <a:pt x="210" y="214"/>
                  </a:cubicBezTo>
                  <a:moveTo>
                    <a:pt x="210" y="214"/>
                  </a:moveTo>
                  <a:cubicBezTo>
                    <a:pt x="210" y="214"/>
                    <a:pt x="210" y="214"/>
                    <a:pt x="210" y="214"/>
                  </a:cubicBezTo>
                  <a:cubicBezTo>
                    <a:pt x="210" y="214"/>
                    <a:pt x="210" y="214"/>
                    <a:pt x="210" y="214"/>
                  </a:cubicBezTo>
                  <a:moveTo>
                    <a:pt x="209" y="215"/>
                  </a:moveTo>
                  <a:cubicBezTo>
                    <a:pt x="210" y="215"/>
                    <a:pt x="210" y="215"/>
                    <a:pt x="210" y="215"/>
                  </a:cubicBezTo>
                  <a:cubicBezTo>
                    <a:pt x="209" y="215"/>
                    <a:pt x="209" y="215"/>
                    <a:pt x="209" y="215"/>
                  </a:cubicBezTo>
                  <a:moveTo>
                    <a:pt x="209" y="216"/>
                  </a:moveTo>
                  <a:cubicBezTo>
                    <a:pt x="209" y="215"/>
                    <a:pt x="209" y="215"/>
                    <a:pt x="209" y="215"/>
                  </a:cubicBezTo>
                  <a:cubicBezTo>
                    <a:pt x="209" y="215"/>
                    <a:pt x="209" y="215"/>
                    <a:pt x="209" y="216"/>
                  </a:cubicBezTo>
                  <a:moveTo>
                    <a:pt x="209" y="216"/>
                  </a:moveTo>
                  <a:cubicBezTo>
                    <a:pt x="209" y="216"/>
                    <a:pt x="209" y="216"/>
                    <a:pt x="209" y="216"/>
                  </a:cubicBezTo>
                  <a:cubicBezTo>
                    <a:pt x="209" y="216"/>
                    <a:pt x="209" y="216"/>
                    <a:pt x="209" y="216"/>
                  </a:cubicBezTo>
                  <a:moveTo>
                    <a:pt x="208" y="217"/>
                  </a:moveTo>
                  <a:cubicBezTo>
                    <a:pt x="208" y="216"/>
                    <a:pt x="208" y="216"/>
                    <a:pt x="208" y="216"/>
                  </a:cubicBezTo>
                  <a:cubicBezTo>
                    <a:pt x="208" y="216"/>
                    <a:pt x="208" y="216"/>
                    <a:pt x="208" y="217"/>
                  </a:cubicBezTo>
                  <a:moveTo>
                    <a:pt x="208" y="217"/>
                  </a:moveTo>
                  <a:cubicBezTo>
                    <a:pt x="208" y="217"/>
                    <a:pt x="208" y="217"/>
                    <a:pt x="208" y="217"/>
                  </a:cubicBezTo>
                  <a:cubicBezTo>
                    <a:pt x="208" y="217"/>
                    <a:pt x="208" y="217"/>
                    <a:pt x="208" y="217"/>
                  </a:cubicBezTo>
                  <a:moveTo>
                    <a:pt x="208" y="218"/>
                  </a:moveTo>
                  <a:cubicBezTo>
                    <a:pt x="208" y="217"/>
                    <a:pt x="208" y="217"/>
                    <a:pt x="208" y="217"/>
                  </a:cubicBezTo>
                  <a:cubicBezTo>
                    <a:pt x="208" y="217"/>
                    <a:pt x="208" y="217"/>
                    <a:pt x="208" y="218"/>
                  </a:cubicBezTo>
                  <a:moveTo>
                    <a:pt x="207" y="218"/>
                  </a:moveTo>
                  <a:cubicBezTo>
                    <a:pt x="208" y="218"/>
                    <a:pt x="208" y="218"/>
                    <a:pt x="208" y="218"/>
                  </a:cubicBezTo>
                  <a:cubicBezTo>
                    <a:pt x="208" y="218"/>
                    <a:pt x="208" y="218"/>
                    <a:pt x="207" y="218"/>
                  </a:cubicBezTo>
                  <a:moveTo>
                    <a:pt x="207" y="218"/>
                  </a:moveTo>
                  <a:cubicBezTo>
                    <a:pt x="207" y="218"/>
                    <a:pt x="207" y="218"/>
                    <a:pt x="207" y="218"/>
                  </a:cubicBezTo>
                  <a:cubicBezTo>
                    <a:pt x="207" y="218"/>
                    <a:pt x="207" y="218"/>
                    <a:pt x="207" y="218"/>
                  </a:cubicBezTo>
                  <a:moveTo>
                    <a:pt x="207" y="219"/>
                  </a:moveTo>
                  <a:cubicBezTo>
                    <a:pt x="207" y="218"/>
                    <a:pt x="207" y="218"/>
                    <a:pt x="207" y="218"/>
                  </a:cubicBezTo>
                  <a:cubicBezTo>
                    <a:pt x="207" y="218"/>
                    <a:pt x="207" y="218"/>
                    <a:pt x="207" y="219"/>
                  </a:cubicBezTo>
                  <a:moveTo>
                    <a:pt x="207" y="219"/>
                  </a:moveTo>
                  <a:cubicBezTo>
                    <a:pt x="207" y="219"/>
                    <a:pt x="207" y="219"/>
                    <a:pt x="207" y="219"/>
                  </a:cubicBezTo>
                  <a:cubicBezTo>
                    <a:pt x="207" y="219"/>
                    <a:pt x="207" y="219"/>
                    <a:pt x="207" y="219"/>
                  </a:cubicBezTo>
                  <a:moveTo>
                    <a:pt x="206" y="220"/>
                  </a:moveTo>
                  <a:cubicBezTo>
                    <a:pt x="206" y="219"/>
                    <a:pt x="207" y="219"/>
                    <a:pt x="207" y="219"/>
                  </a:cubicBezTo>
                  <a:cubicBezTo>
                    <a:pt x="207" y="219"/>
                    <a:pt x="206" y="219"/>
                    <a:pt x="206" y="220"/>
                  </a:cubicBezTo>
                  <a:moveTo>
                    <a:pt x="206" y="220"/>
                  </a:moveTo>
                  <a:cubicBezTo>
                    <a:pt x="206" y="220"/>
                    <a:pt x="206" y="220"/>
                    <a:pt x="206" y="220"/>
                  </a:cubicBezTo>
                  <a:cubicBezTo>
                    <a:pt x="206" y="220"/>
                    <a:pt x="206" y="220"/>
                    <a:pt x="206" y="220"/>
                  </a:cubicBezTo>
                  <a:moveTo>
                    <a:pt x="206" y="220"/>
                  </a:moveTo>
                  <a:cubicBezTo>
                    <a:pt x="206" y="220"/>
                    <a:pt x="206" y="220"/>
                    <a:pt x="206" y="220"/>
                  </a:cubicBezTo>
                  <a:cubicBezTo>
                    <a:pt x="206" y="220"/>
                    <a:pt x="206" y="220"/>
                    <a:pt x="206" y="220"/>
                  </a:cubicBezTo>
                  <a:moveTo>
                    <a:pt x="206" y="220"/>
                  </a:moveTo>
                  <a:cubicBezTo>
                    <a:pt x="206" y="220"/>
                    <a:pt x="205" y="220"/>
                    <a:pt x="205" y="220"/>
                  </a:cubicBezTo>
                  <a:cubicBezTo>
                    <a:pt x="205" y="220"/>
                    <a:pt x="206" y="220"/>
                    <a:pt x="206" y="220"/>
                  </a:cubicBezTo>
                  <a:moveTo>
                    <a:pt x="205" y="220"/>
                  </a:moveTo>
                  <a:cubicBezTo>
                    <a:pt x="205" y="221"/>
                    <a:pt x="205" y="221"/>
                    <a:pt x="205" y="221"/>
                  </a:cubicBezTo>
                  <a:cubicBezTo>
                    <a:pt x="205" y="220"/>
                    <a:pt x="205" y="220"/>
                    <a:pt x="205" y="220"/>
                  </a:cubicBezTo>
                  <a:moveTo>
                    <a:pt x="205" y="221"/>
                  </a:moveTo>
                  <a:cubicBezTo>
                    <a:pt x="205" y="221"/>
                    <a:pt x="205" y="222"/>
                    <a:pt x="205" y="222"/>
                  </a:cubicBezTo>
                  <a:cubicBezTo>
                    <a:pt x="205" y="222"/>
                    <a:pt x="205" y="221"/>
                    <a:pt x="205" y="221"/>
                  </a:cubicBezTo>
                  <a:moveTo>
                    <a:pt x="205" y="222"/>
                  </a:moveTo>
                  <a:cubicBezTo>
                    <a:pt x="205" y="222"/>
                    <a:pt x="205" y="222"/>
                    <a:pt x="205" y="222"/>
                  </a:cubicBezTo>
                  <a:cubicBezTo>
                    <a:pt x="205" y="222"/>
                    <a:pt x="205" y="222"/>
                    <a:pt x="205" y="222"/>
                  </a:cubicBezTo>
                  <a:moveTo>
                    <a:pt x="205" y="222"/>
                  </a:moveTo>
                  <a:cubicBezTo>
                    <a:pt x="205" y="222"/>
                    <a:pt x="205" y="222"/>
                    <a:pt x="204" y="222"/>
                  </a:cubicBezTo>
                  <a:cubicBezTo>
                    <a:pt x="205" y="222"/>
                    <a:pt x="205" y="222"/>
                    <a:pt x="205" y="222"/>
                  </a:cubicBezTo>
                  <a:moveTo>
                    <a:pt x="204" y="222"/>
                  </a:moveTo>
                  <a:cubicBezTo>
                    <a:pt x="204" y="222"/>
                    <a:pt x="204" y="222"/>
                    <a:pt x="204" y="223"/>
                  </a:cubicBezTo>
                  <a:cubicBezTo>
                    <a:pt x="204" y="222"/>
                    <a:pt x="204" y="222"/>
                    <a:pt x="204" y="222"/>
                  </a:cubicBezTo>
                  <a:moveTo>
                    <a:pt x="199" y="231"/>
                  </a:moveTo>
                  <a:cubicBezTo>
                    <a:pt x="204" y="225"/>
                    <a:pt x="211" y="216"/>
                    <a:pt x="217" y="210"/>
                  </a:cubicBezTo>
                  <a:cubicBezTo>
                    <a:pt x="211" y="216"/>
                    <a:pt x="204" y="225"/>
                    <a:pt x="199" y="231"/>
                  </a:cubicBezTo>
                  <a:moveTo>
                    <a:pt x="200" y="231"/>
                  </a:moveTo>
                  <a:cubicBezTo>
                    <a:pt x="199" y="231"/>
                    <a:pt x="199" y="231"/>
                    <a:pt x="199" y="231"/>
                  </a:cubicBezTo>
                  <a:cubicBezTo>
                    <a:pt x="199" y="231"/>
                    <a:pt x="200" y="231"/>
                    <a:pt x="200" y="231"/>
                  </a:cubicBezTo>
                  <a:moveTo>
                    <a:pt x="201" y="230"/>
                  </a:moveTo>
                  <a:cubicBezTo>
                    <a:pt x="201" y="230"/>
                    <a:pt x="200" y="231"/>
                    <a:pt x="200" y="231"/>
                  </a:cubicBezTo>
                  <a:cubicBezTo>
                    <a:pt x="200" y="231"/>
                    <a:pt x="201" y="230"/>
                    <a:pt x="201" y="230"/>
                  </a:cubicBezTo>
                  <a:moveTo>
                    <a:pt x="202" y="230"/>
                  </a:moveTo>
                  <a:cubicBezTo>
                    <a:pt x="202" y="230"/>
                    <a:pt x="201" y="230"/>
                    <a:pt x="201" y="230"/>
                  </a:cubicBezTo>
                  <a:cubicBezTo>
                    <a:pt x="201" y="230"/>
                    <a:pt x="202" y="230"/>
                    <a:pt x="202" y="230"/>
                  </a:cubicBezTo>
                  <a:moveTo>
                    <a:pt x="203" y="229"/>
                  </a:moveTo>
                  <a:cubicBezTo>
                    <a:pt x="203" y="229"/>
                    <a:pt x="202" y="229"/>
                    <a:pt x="202" y="230"/>
                  </a:cubicBezTo>
                  <a:cubicBezTo>
                    <a:pt x="202" y="229"/>
                    <a:pt x="203" y="229"/>
                    <a:pt x="203" y="229"/>
                  </a:cubicBezTo>
                  <a:moveTo>
                    <a:pt x="204" y="228"/>
                  </a:moveTo>
                  <a:cubicBezTo>
                    <a:pt x="204" y="228"/>
                    <a:pt x="203" y="228"/>
                    <a:pt x="203" y="229"/>
                  </a:cubicBezTo>
                  <a:cubicBezTo>
                    <a:pt x="203" y="228"/>
                    <a:pt x="204" y="228"/>
                    <a:pt x="204" y="228"/>
                  </a:cubicBezTo>
                  <a:moveTo>
                    <a:pt x="205" y="227"/>
                  </a:moveTo>
                  <a:cubicBezTo>
                    <a:pt x="205" y="227"/>
                    <a:pt x="205" y="228"/>
                    <a:pt x="204" y="228"/>
                  </a:cubicBezTo>
                  <a:cubicBezTo>
                    <a:pt x="205" y="228"/>
                    <a:pt x="205" y="227"/>
                    <a:pt x="205" y="227"/>
                  </a:cubicBezTo>
                  <a:moveTo>
                    <a:pt x="206" y="226"/>
                  </a:moveTo>
                  <a:cubicBezTo>
                    <a:pt x="206" y="226"/>
                    <a:pt x="205" y="227"/>
                    <a:pt x="205" y="227"/>
                  </a:cubicBezTo>
                  <a:cubicBezTo>
                    <a:pt x="205" y="227"/>
                    <a:pt x="206" y="226"/>
                    <a:pt x="206" y="226"/>
                  </a:cubicBezTo>
                  <a:moveTo>
                    <a:pt x="207" y="225"/>
                  </a:moveTo>
                  <a:cubicBezTo>
                    <a:pt x="207" y="226"/>
                    <a:pt x="206" y="226"/>
                    <a:pt x="206" y="226"/>
                  </a:cubicBezTo>
                  <a:cubicBezTo>
                    <a:pt x="206" y="226"/>
                    <a:pt x="207" y="226"/>
                    <a:pt x="207" y="225"/>
                  </a:cubicBezTo>
                  <a:moveTo>
                    <a:pt x="208" y="225"/>
                  </a:moveTo>
                  <a:cubicBezTo>
                    <a:pt x="208" y="225"/>
                    <a:pt x="207" y="225"/>
                    <a:pt x="207" y="225"/>
                  </a:cubicBezTo>
                  <a:cubicBezTo>
                    <a:pt x="207" y="225"/>
                    <a:pt x="208" y="225"/>
                    <a:pt x="208" y="225"/>
                  </a:cubicBezTo>
                  <a:moveTo>
                    <a:pt x="209" y="224"/>
                  </a:moveTo>
                  <a:cubicBezTo>
                    <a:pt x="209" y="224"/>
                    <a:pt x="208" y="224"/>
                    <a:pt x="208" y="225"/>
                  </a:cubicBezTo>
                  <a:cubicBezTo>
                    <a:pt x="208" y="224"/>
                    <a:pt x="209" y="224"/>
                    <a:pt x="209" y="224"/>
                  </a:cubicBezTo>
                  <a:moveTo>
                    <a:pt x="210" y="223"/>
                  </a:moveTo>
                  <a:cubicBezTo>
                    <a:pt x="210" y="223"/>
                    <a:pt x="209" y="223"/>
                    <a:pt x="209" y="224"/>
                  </a:cubicBezTo>
                  <a:cubicBezTo>
                    <a:pt x="209" y="223"/>
                    <a:pt x="210" y="223"/>
                    <a:pt x="210" y="223"/>
                  </a:cubicBezTo>
                  <a:moveTo>
                    <a:pt x="211" y="222"/>
                  </a:moveTo>
                  <a:cubicBezTo>
                    <a:pt x="211" y="222"/>
                    <a:pt x="210" y="223"/>
                    <a:pt x="210" y="223"/>
                  </a:cubicBezTo>
                  <a:cubicBezTo>
                    <a:pt x="210" y="223"/>
                    <a:pt x="211" y="222"/>
                    <a:pt x="211" y="222"/>
                  </a:cubicBezTo>
                  <a:moveTo>
                    <a:pt x="212" y="222"/>
                  </a:moveTo>
                  <a:cubicBezTo>
                    <a:pt x="211" y="222"/>
                    <a:pt x="211" y="222"/>
                    <a:pt x="211" y="222"/>
                  </a:cubicBezTo>
                  <a:cubicBezTo>
                    <a:pt x="211" y="222"/>
                    <a:pt x="211" y="222"/>
                    <a:pt x="212" y="222"/>
                  </a:cubicBezTo>
                  <a:moveTo>
                    <a:pt x="212" y="220"/>
                  </a:moveTo>
                  <a:cubicBezTo>
                    <a:pt x="212" y="221"/>
                    <a:pt x="212" y="221"/>
                    <a:pt x="212" y="222"/>
                  </a:cubicBezTo>
                  <a:cubicBezTo>
                    <a:pt x="212" y="221"/>
                    <a:pt x="212" y="221"/>
                    <a:pt x="212" y="220"/>
                  </a:cubicBezTo>
                  <a:moveTo>
                    <a:pt x="213" y="220"/>
                  </a:moveTo>
                  <a:cubicBezTo>
                    <a:pt x="213" y="220"/>
                    <a:pt x="213" y="220"/>
                    <a:pt x="212" y="220"/>
                  </a:cubicBezTo>
                  <a:cubicBezTo>
                    <a:pt x="213" y="220"/>
                    <a:pt x="213" y="220"/>
                    <a:pt x="213" y="220"/>
                  </a:cubicBezTo>
                  <a:moveTo>
                    <a:pt x="213" y="220"/>
                  </a:moveTo>
                  <a:cubicBezTo>
                    <a:pt x="214" y="220"/>
                    <a:pt x="214" y="219"/>
                    <a:pt x="214" y="219"/>
                  </a:cubicBezTo>
                  <a:cubicBezTo>
                    <a:pt x="214" y="219"/>
                    <a:pt x="214" y="220"/>
                    <a:pt x="213" y="220"/>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9"/>
                  </a:moveTo>
                  <a:cubicBezTo>
                    <a:pt x="315" y="238"/>
                    <a:pt x="315" y="238"/>
                    <a:pt x="315" y="238"/>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6" y="239"/>
                  </a:moveTo>
                  <a:cubicBezTo>
                    <a:pt x="315" y="239"/>
                    <a:pt x="315" y="239"/>
                    <a:pt x="315"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251" y="171"/>
                  </a:moveTo>
                  <a:cubicBezTo>
                    <a:pt x="255" y="167"/>
                    <a:pt x="260" y="163"/>
                    <a:pt x="264" y="160"/>
                  </a:cubicBezTo>
                  <a:cubicBezTo>
                    <a:pt x="264" y="160"/>
                    <a:pt x="264" y="161"/>
                    <a:pt x="264" y="162"/>
                  </a:cubicBezTo>
                  <a:cubicBezTo>
                    <a:pt x="251" y="171"/>
                    <a:pt x="251" y="171"/>
                    <a:pt x="251" y="171"/>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1" y="220"/>
                  </a:moveTo>
                  <a:cubicBezTo>
                    <a:pt x="321" y="220"/>
                    <a:pt x="320" y="221"/>
                    <a:pt x="320" y="222"/>
                  </a:cubicBezTo>
                  <a:cubicBezTo>
                    <a:pt x="320" y="221"/>
                    <a:pt x="321" y="221"/>
                    <a:pt x="321" y="221"/>
                  </a:cubicBezTo>
                  <a:moveTo>
                    <a:pt x="315" y="238"/>
                  </a:moveTo>
                  <a:cubicBezTo>
                    <a:pt x="313" y="235"/>
                    <a:pt x="317" y="229"/>
                    <a:pt x="320" y="222"/>
                  </a:cubicBezTo>
                  <a:cubicBezTo>
                    <a:pt x="316" y="230"/>
                    <a:pt x="313" y="236"/>
                    <a:pt x="315" y="238"/>
                  </a:cubicBezTo>
                  <a:cubicBezTo>
                    <a:pt x="315" y="238"/>
                    <a:pt x="315" y="238"/>
                    <a:pt x="315" y="238"/>
                  </a:cubicBezTo>
                  <a:moveTo>
                    <a:pt x="311" y="108"/>
                  </a:moveTo>
                  <a:cubicBezTo>
                    <a:pt x="325" y="97"/>
                    <a:pt x="325" y="97"/>
                    <a:pt x="325" y="97"/>
                  </a:cubicBezTo>
                  <a:cubicBezTo>
                    <a:pt x="311" y="108"/>
                    <a:pt x="311" y="108"/>
                    <a:pt x="311" y="108"/>
                  </a:cubicBezTo>
                  <a:moveTo>
                    <a:pt x="311" y="108"/>
                  </a:moveTo>
                  <a:cubicBezTo>
                    <a:pt x="312" y="109"/>
                    <a:pt x="312" y="109"/>
                    <a:pt x="312" y="109"/>
                  </a:cubicBezTo>
                  <a:cubicBezTo>
                    <a:pt x="311" y="108"/>
                    <a:pt x="311" y="108"/>
                    <a:pt x="311" y="108"/>
                  </a:cubicBezTo>
                  <a:moveTo>
                    <a:pt x="312" y="109"/>
                  </a:moveTo>
                  <a:cubicBezTo>
                    <a:pt x="323" y="100"/>
                    <a:pt x="323" y="100"/>
                    <a:pt x="323" y="100"/>
                  </a:cubicBezTo>
                  <a:cubicBezTo>
                    <a:pt x="312" y="109"/>
                    <a:pt x="312" y="109"/>
                    <a:pt x="312" y="109"/>
                  </a:cubicBezTo>
                  <a:moveTo>
                    <a:pt x="312" y="110"/>
                  </a:moveTo>
                  <a:cubicBezTo>
                    <a:pt x="312" y="110"/>
                    <a:pt x="312" y="109"/>
                    <a:pt x="312" y="109"/>
                  </a:cubicBezTo>
                  <a:cubicBezTo>
                    <a:pt x="312" y="109"/>
                    <a:pt x="312" y="109"/>
                    <a:pt x="312" y="109"/>
                  </a:cubicBezTo>
                  <a:moveTo>
                    <a:pt x="311" y="110"/>
                  </a:moveTo>
                  <a:cubicBezTo>
                    <a:pt x="311" y="110"/>
                    <a:pt x="312" y="110"/>
                    <a:pt x="312" y="110"/>
                  </a:cubicBezTo>
                  <a:cubicBezTo>
                    <a:pt x="312" y="110"/>
                    <a:pt x="311" y="110"/>
                    <a:pt x="311" y="110"/>
                  </a:cubicBezTo>
                  <a:moveTo>
                    <a:pt x="311" y="111"/>
                  </a:moveTo>
                  <a:cubicBezTo>
                    <a:pt x="311" y="111"/>
                    <a:pt x="311" y="110"/>
                    <a:pt x="311" y="110"/>
                  </a:cubicBezTo>
                  <a:cubicBezTo>
                    <a:pt x="311" y="110"/>
                    <a:pt x="311" y="111"/>
                    <a:pt x="311" y="111"/>
                  </a:cubicBezTo>
                  <a:moveTo>
                    <a:pt x="311" y="111"/>
                  </a:moveTo>
                  <a:cubicBezTo>
                    <a:pt x="311" y="111"/>
                    <a:pt x="311" y="111"/>
                    <a:pt x="311" y="111"/>
                  </a:cubicBezTo>
                  <a:cubicBezTo>
                    <a:pt x="311" y="111"/>
                    <a:pt x="311" y="111"/>
                    <a:pt x="311" y="111"/>
                  </a:cubicBezTo>
                  <a:moveTo>
                    <a:pt x="311" y="111"/>
                  </a:moveTo>
                  <a:cubicBezTo>
                    <a:pt x="311" y="111"/>
                    <a:pt x="311" y="111"/>
                    <a:pt x="311" y="111"/>
                  </a:cubicBezTo>
                  <a:cubicBezTo>
                    <a:pt x="311" y="111"/>
                    <a:pt x="311" y="111"/>
                    <a:pt x="311" y="111"/>
                  </a:cubicBezTo>
                  <a:moveTo>
                    <a:pt x="312" y="111"/>
                  </a:moveTo>
                  <a:cubicBezTo>
                    <a:pt x="311" y="111"/>
                    <a:pt x="311" y="111"/>
                    <a:pt x="311" y="111"/>
                  </a:cubicBezTo>
                  <a:cubicBezTo>
                    <a:pt x="312" y="111"/>
                    <a:pt x="312" y="111"/>
                    <a:pt x="312" y="111"/>
                  </a:cubicBezTo>
                  <a:moveTo>
                    <a:pt x="312" y="111"/>
                  </a:moveTo>
                  <a:cubicBezTo>
                    <a:pt x="312" y="111"/>
                    <a:pt x="312" y="111"/>
                    <a:pt x="312" y="111"/>
                  </a:cubicBezTo>
                  <a:cubicBezTo>
                    <a:pt x="312" y="111"/>
                    <a:pt x="312" y="111"/>
                    <a:pt x="312" y="111"/>
                  </a:cubicBezTo>
                  <a:moveTo>
                    <a:pt x="313" y="111"/>
                  </a:moveTo>
                  <a:cubicBezTo>
                    <a:pt x="312" y="111"/>
                    <a:pt x="312" y="111"/>
                    <a:pt x="312" y="111"/>
                  </a:cubicBezTo>
                  <a:cubicBezTo>
                    <a:pt x="313" y="111"/>
                    <a:pt x="313" y="111"/>
                    <a:pt x="313" y="111"/>
                  </a:cubicBezTo>
                  <a:moveTo>
                    <a:pt x="313" y="111"/>
                  </a:moveTo>
                  <a:cubicBezTo>
                    <a:pt x="313" y="111"/>
                    <a:pt x="313" y="111"/>
                    <a:pt x="313" y="111"/>
                  </a:cubicBezTo>
                  <a:cubicBezTo>
                    <a:pt x="313" y="111"/>
                    <a:pt x="313" y="111"/>
                    <a:pt x="313" y="111"/>
                  </a:cubicBezTo>
                  <a:moveTo>
                    <a:pt x="315" y="110"/>
                  </a:moveTo>
                  <a:cubicBezTo>
                    <a:pt x="314" y="110"/>
                    <a:pt x="314" y="111"/>
                    <a:pt x="313" y="111"/>
                  </a:cubicBezTo>
                  <a:cubicBezTo>
                    <a:pt x="314" y="111"/>
                    <a:pt x="314" y="110"/>
                    <a:pt x="315" y="110"/>
                  </a:cubicBezTo>
                  <a:moveTo>
                    <a:pt x="316" y="109"/>
                  </a:moveTo>
                  <a:cubicBezTo>
                    <a:pt x="316" y="110"/>
                    <a:pt x="315" y="110"/>
                    <a:pt x="315" y="110"/>
                  </a:cubicBezTo>
                  <a:cubicBezTo>
                    <a:pt x="315" y="110"/>
                    <a:pt x="316" y="110"/>
                    <a:pt x="316" y="109"/>
                  </a:cubicBezTo>
                  <a:moveTo>
                    <a:pt x="318" y="109"/>
                  </a:moveTo>
                  <a:cubicBezTo>
                    <a:pt x="317" y="109"/>
                    <a:pt x="317" y="109"/>
                    <a:pt x="316" y="109"/>
                  </a:cubicBezTo>
                  <a:cubicBezTo>
                    <a:pt x="317" y="109"/>
                    <a:pt x="317" y="109"/>
                    <a:pt x="318" y="109"/>
                  </a:cubicBezTo>
                  <a:moveTo>
                    <a:pt x="320" y="107"/>
                  </a:moveTo>
                  <a:cubicBezTo>
                    <a:pt x="319" y="108"/>
                    <a:pt x="318" y="108"/>
                    <a:pt x="318" y="109"/>
                  </a:cubicBezTo>
                  <a:cubicBezTo>
                    <a:pt x="318" y="108"/>
                    <a:pt x="319" y="108"/>
                    <a:pt x="320" y="107"/>
                  </a:cubicBezTo>
                  <a:moveTo>
                    <a:pt x="322" y="106"/>
                  </a:moveTo>
                  <a:cubicBezTo>
                    <a:pt x="321" y="107"/>
                    <a:pt x="320" y="107"/>
                    <a:pt x="320" y="107"/>
                  </a:cubicBezTo>
                  <a:cubicBezTo>
                    <a:pt x="320" y="107"/>
                    <a:pt x="321" y="107"/>
                    <a:pt x="322" y="106"/>
                  </a:cubicBezTo>
                  <a:moveTo>
                    <a:pt x="325" y="105"/>
                  </a:moveTo>
                  <a:cubicBezTo>
                    <a:pt x="324" y="105"/>
                    <a:pt x="323" y="106"/>
                    <a:pt x="322" y="106"/>
                  </a:cubicBezTo>
                  <a:cubicBezTo>
                    <a:pt x="324" y="105"/>
                    <a:pt x="326" y="104"/>
                    <a:pt x="328" y="103"/>
                  </a:cubicBezTo>
                  <a:cubicBezTo>
                    <a:pt x="327" y="103"/>
                    <a:pt x="325" y="104"/>
                    <a:pt x="325" y="105"/>
                  </a:cubicBezTo>
                  <a:moveTo>
                    <a:pt x="387" y="55"/>
                  </a:moveTo>
                  <a:cubicBezTo>
                    <a:pt x="389" y="54"/>
                    <a:pt x="391" y="52"/>
                    <a:pt x="394" y="51"/>
                  </a:cubicBezTo>
                  <a:cubicBezTo>
                    <a:pt x="391" y="52"/>
                    <a:pt x="389" y="54"/>
                    <a:pt x="387" y="55"/>
                  </a:cubicBezTo>
                  <a:moveTo>
                    <a:pt x="387" y="55"/>
                  </a:moveTo>
                  <a:cubicBezTo>
                    <a:pt x="385" y="56"/>
                    <a:pt x="383" y="57"/>
                    <a:pt x="381" y="58"/>
                  </a:cubicBezTo>
                  <a:cubicBezTo>
                    <a:pt x="383" y="57"/>
                    <a:pt x="385" y="56"/>
                    <a:pt x="387" y="55"/>
                  </a:cubicBezTo>
                  <a:moveTo>
                    <a:pt x="366" y="68"/>
                  </a:moveTo>
                  <a:cubicBezTo>
                    <a:pt x="381" y="58"/>
                    <a:pt x="381" y="58"/>
                    <a:pt x="381" y="58"/>
                  </a:cubicBezTo>
                  <a:cubicBezTo>
                    <a:pt x="366" y="68"/>
                    <a:pt x="366" y="68"/>
                    <a:pt x="366" y="68"/>
                  </a:cubicBezTo>
                  <a:moveTo>
                    <a:pt x="370" y="68"/>
                  </a:moveTo>
                  <a:cubicBezTo>
                    <a:pt x="365" y="70"/>
                    <a:pt x="365" y="70"/>
                    <a:pt x="365" y="70"/>
                  </a:cubicBezTo>
                  <a:cubicBezTo>
                    <a:pt x="366" y="69"/>
                    <a:pt x="367" y="68"/>
                    <a:pt x="368" y="68"/>
                  </a:cubicBezTo>
                  <a:cubicBezTo>
                    <a:pt x="366" y="68"/>
                    <a:pt x="366" y="68"/>
                    <a:pt x="366" y="68"/>
                  </a:cubicBezTo>
                  <a:cubicBezTo>
                    <a:pt x="368" y="68"/>
                    <a:pt x="368" y="68"/>
                    <a:pt x="368" y="68"/>
                  </a:cubicBezTo>
                  <a:cubicBezTo>
                    <a:pt x="369" y="66"/>
                    <a:pt x="371" y="65"/>
                    <a:pt x="373" y="64"/>
                  </a:cubicBezTo>
                  <a:cubicBezTo>
                    <a:pt x="377" y="61"/>
                    <a:pt x="379" y="60"/>
                    <a:pt x="384" y="57"/>
                  </a:cubicBezTo>
                  <a:cubicBezTo>
                    <a:pt x="384" y="57"/>
                    <a:pt x="384" y="57"/>
                    <a:pt x="384" y="57"/>
                  </a:cubicBezTo>
                  <a:cubicBezTo>
                    <a:pt x="384" y="57"/>
                    <a:pt x="387" y="56"/>
                    <a:pt x="387" y="56"/>
                  </a:cubicBezTo>
                  <a:cubicBezTo>
                    <a:pt x="387" y="56"/>
                    <a:pt x="385" y="56"/>
                    <a:pt x="384" y="57"/>
                  </a:cubicBezTo>
                  <a:cubicBezTo>
                    <a:pt x="387" y="56"/>
                    <a:pt x="389" y="55"/>
                    <a:pt x="391" y="54"/>
                  </a:cubicBezTo>
                  <a:cubicBezTo>
                    <a:pt x="390" y="54"/>
                    <a:pt x="389" y="55"/>
                    <a:pt x="389" y="56"/>
                  </a:cubicBezTo>
                  <a:cubicBezTo>
                    <a:pt x="377" y="64"/>
                    <a:pt x="377" y="64"/>
                    <a:pt x="377" y="64"/>
                  </a:cubicBezTo>
                  <a:cubicBezTo>
                    <a:pt x="375" y="65"/>
                    <a:pt x="372" y="66"/>
                    <a:pt x="370" y="68"/>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4" y="65"/>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5"/>
                    <a:pt x="393" y="65"/>
                  </a:cubicBezTo>
                  <a:cubicBezTo>
                    <a:pt x="393" y="65"/>
                    <a:pt x="393" y="65"/>
                    <a:pt x="393" y="65"/>
                  </a:cubicBezTo>
                  <a:moveTo>
                    <a:pt x="393" y="65"/>
                  </a:moveTo>
                  <a:cubicBezTo>
                    <a:pt x="393" y="65"/>
                    <a:pt x="393" y="65"/>
                    <a:pt x="393" y="65"/>
                  </a:cubicBezTo>
                  <a:cubicBezTo>
                    <a:pt x="393" y="65"/>
                    <a:pt x="393" y="65"/>
                    <a:pt x="393" y="65"/>
                  </a:cubicBezTo>
                  <a:moveTo>
                    <a:pt x="287" y="334"/>
                  </a:moveTo>
                  <a:cubicBezTo>
                    <a:pt x="300" y="315"/>
                    <a:pt x="314" y="296"/>
                    <a:pt x="328" y="279"/>
                  </a:cubicBezTo>
                  <a:cubicBezTo>
                    <a:pt x="325" y="273"/>
                    <a:pt x="325" y="273"/>
                    <a:pt x="325" y="273"/>
                  </a:cubicBezTo>
                  <a:cubicBezTo>
                    <a:pt x="331" y="258"/>
                    <a:pt x="340" y="238"/>
                    <a:pt x="347" y="223"/>
                  </a:cubicBezTo>
                  <a:cubicBezTo>
                    <a:pt x="327" y="234"/>
                    <a:pt x="327" y="234"/>
                    <a:pt x="327" y="234"/>
                  </a:cubicBezTo>
                  <a:cubicBezTo>
                    <a:pt x="321" y="220"/>
                    <a:pt x="321" y="220"/>
                    <a:pt x="321" y="220"/>
                  </a:cubicBezTo>
                  <a:cubicBezTo>
                    <a:pt x="327" y="213"/>
                    <a:pt x="334" y="207"/>
                    <a:pt x="341" y="201"/>
                  </a:cubicBezTo>
                  <a:cubicBezTo>
                    <a:pt x="337" y="195"/>
                    <a:pt x="337" y="195"/>
                    <a:pt x="344" y="184"/>
                  </a:cubicBezTo>
                  <a:cubicBezTo>
                    <a:pt x="343" y="182"/>
                    <a:pt x="343" y="181"/>
                    <a:pt x="343" y="180"/>
                  </a:cubicBezTo>
                  <a:cubicBezTo>
                    <a:pt x="339" y="177"/>
                    <a:pt x="336" y="174"/>
                    <a:pt x="333" y="172"/>
                  </a:cubicBezTo>
                  <a:cubicBezTo>
                    <a:pt x="311" y="191"/>
                    <a:pt x="294" y="215"/>
                    <a:pt x="272" y="235"/>
                  </a:cubicBezTo>
                  <a:cubicBezTo>
                    <a:pt x="265" y="241"/>
                    <a:pt x="257" y="241"/>
                    <a:pt x="250" y="245"/>
                  </a:cubicBezTo>
                  <a:cubicBezTo>
                    <a:pt x="257" y="240"/>
                    <a:pt x="257" y="240"/>
                    <a:pt x="257" y="240"/>
                  </a:cubicBezTo>
                  <a:cubicBezTo>
                    <a:pt x="250" y="245"/>
                    <a:pt x="250" y="245"/>
                    <a:pt x="250" y="245"/>
                  </a:cubicBezTo>
                  <a:cubicBezTo>
                    <a:pt x="248" y="248"/>
                    <a:pt x="246" y="250"/>
                    <a:pt x="244" y="252"/>
                  </a:cubicBezTo>
                  <a:cubicBezTo>
                    <a:pt x="239" y="260"/>
                    <a:pt x="239" y="260"/>
                    <a:pt x="239" y="260"/>
                  </a:cubicBezTo>
                  <a:cubicBezTo>
                    <a:pt x="244" y="252"/>
                    <a:pt x="244" y="252"/>
                    <a:pt x="244" y="252"/>
                  </a:cubicBezTo>
                  <a:cubicBezTo>
                    <a:pt x="230" y="264"/>
                    <a:pt x="230" y="264"/>
                    <a:pt x="230" y="264"/>
                  </a:cubicBezTo>
                  <a:cubicBezTo>
                    <a:pt x="229" y="263"/>
                    <a:pt x="228" y="262"/>
                    <a:pt x="227" y="261"/>
                  </a:cubicBezTo>
                  <a:cubicBezTo>
                    <a:pt x="249" y="230"/>
                    <a:pt x="249" y="230"/>
                    <a:pt x="249" y="230"/>
                  </a:cubicBezTo>
                  <a:cubicBezTo>
                    <a:pt x="248" y="229"/>
                    <a:pt x="246" y="226"/>
                    <a:pt x="245" y="224"/>
                  </a:cubicBezTo>
                  <a:cubicBezTo>
                    <a:pt x="250" y="216"/>
                    <a:pt x="250" y="216"/>
                    <a:pt x="250" y="216"/>
                  </a:cubicBezTo>
                  <a:cubicBezTo>
                    <a:pt x="252" y="208"/>
                    <a:pt x="254" y="198"/>
                    <a:pt x="257" y="189"/>
                  </a:cubicBezTo>
                  <a:cubicBezTo>
                    <a:pt x="265" y="181"/>
                    <a:pt x="265" y="181"/>
                    <a:pt x="265" y="181"/>
                  </a:cubicBezTo>
                  <a:cubicBezTo>
                    <a:pt x="270" y="174"/>
                    <a:pt x="270" y="174"/>
                    <a:pt x="270" y="174"/>
                  </a:cubicBezTo>
                  <a:cubicBezTo>
                    <a:pt x="270" y="173"/>
                    <a:pt x="270" y="172"/>
                    <a:pt x="270" y="171"/>
                  </a:cubicBezTo>
                  <a:cubicBezTo>
                    <a:pt x="277" y="166"/>
                    <a:pt x="284" y="160"/>
                    <a:pt x="291" y="154"/>
                  </a:cubicBezTo>
                  <a:cubicBezTo>
                    <a:pt x="320" y="137"/>
                    <a:pt x="320" y="137"/>
                    <a:pt x="320" y="137"/>
                  </a:cubicBezTo>
                  <a:cubicBezTo>
                    <a:pt x="291" y="154"/>
                    <a:pt x="291" y="154"/>
                    <a:pt x="291" y="154"/>
                  </a:cubicBezTo>
                  <a:cubicBezTo>
                    <a:pt x="322" y="138"/>
                    <a:pt x="322" y="138"/>
                    <a:pt x="322" y="138"/>
                  </a:cubicBezTo>
                  <a:cubicBezTo>
                    <a:pt x="324" y="137"/>
                    <a:pt x="327" y="135"/>
                    <a:pt x="329" y="133"/>
                  </a:cubicBezTo>
                  <a:cubicBezTo>
                    <a:pt x="335" y="122"/>
                    <a:pt x="335" y="122"/>
                    <a:pt x="335" y="122"/>
                  </a:cubicBezTo>
                  <a:cubicBezTo>
                    <a:pt x="329" y="133"/>
                    <a:pt x="329" y="133"/>
                    <a:pt x="329" y="133"/>
                  </a:cubicBezTo>
                  <a:cubicBezTo>
                    <a:pt x="341" y="133"/>
                    <a:pt x="341" y="133"/>
                    <a:pt x="341" y="133"/>
                  </a:cubicBezTo>
                  <a:cubicBezTo>
                    <a:pt x="347" y="129"/>
                    <a:pt x="347" y="129"/>
                    <a:pt x="347" y="129"/>
                  </a:cubicBezTo>
                  <a:cubicBezTo>
                    <a:pt x="341" y="133"/>
                    <a:pt x="341" y="133"/>
                    <a:pt x="341" y="133"/>
                  </a:cubicBezTo>
                  <a:cubicBezTo>
                    <a:pt x="329" y="133"/>
                    <a:pt x="329" y="133"/>
                    <a:pt x="329" y="133"/>
                  </a:cubicBezTo>
                  <a:cubicBezTo>
                    <a:pt x="327" y="135"/>
                    <a:pt x="324" y="137"/>
                    <a:pt x="322" y="138"/>
                  </a:cubicBezTo>
                  <a:cubicBezTo>
                    <a:pt x="332" y="139"/>
                    <a:pt x="332" y="139"/>
                    <a:pt x="332" y="139"/>
                  </a:cubicBezTo>
                  <a:cubicBezTo>
                    <a:pt x="347" y="130"/>
                    <a:pt x="347" y="130"/>
                    <a:pt x="347" y="130"/>
                  </a:cubicBezTo>
                  <a:cubicBezTo>
                    <a:pt x="350" y="128"/>
                    <a:pt x="352" y="127"/>
                    <a:pt x="355" y="125"/>
                  </a:cubicBezTo>
                  <a:cubicBezTo>
                    <a:pt x="354" y="123"/>
                    <a:pt x="353" y="121"/>
                    <a:pt x="352" y="119"/>
                  </a:cubicBezTo>
                  <a:cubicBezTo>
                    <a:pt x="353" y="121"/>
                    <a:pt x="354" y="123"/>
                    <a:pt x="355" y="125"/>
                  </a:cubicBezTo>
                  <a:cubicBezTo>
                    <a:pt x="374" y="119"/>
                    <a:pt x="374" y="119"/>
                    <a:pt x="374" y="119"/>
                  </a:cubicBezTo>
                  <a:cubicBezTo>
                    <a:pt x="366" y="126"/>
                    <a:pt x="366" y="126"/>
                    <a:pt x="366" y="126"/>
                  </a:cubicBezTo>
                  <a:cubicBezTo>
                    <a:pt x="367" y="126"/>
                    <a:pt x="367" y="127"/>
                    <a:pt x="367" y="127"/>
                  </a:cubicBezTo>
                  <a:cubicBezTo>
                    <a:pt x="368" y="127"/>
                    <a:pt x="368" y="128"/>
                    <a:pt x="368" y="128"/>
                  </a:cubicBezTo>
                  <a:cubicBezTo>
                    <a:pt x="384" y="119"/>
                    <a:pt x="384" y="119"/>
                    <a:pt x="384" y="119"/>
                  </a:cubicBezTo>
                  <a:cubicBezTo>
                    <a:pt x="368" y="128"/>
                    <a:pt x="368" y="128"/>
                    <a:pt x="368" y="128"/>
                  </a:cubicBezTo>
                  <a:cubicBezTo>
                    <a:pt x="371" y="131"/>
                    <a:pt x="371" y="131"/>
                    <a:pt x="371" y="131"/>
                  </a:cubicBezTo>
                  <a:cubicBezTo>
                    <a:pt x="384" y="119"/>
                    <a:pt x="384" y="119"/>
                    <a:pt x="384" y="119"/>
                  </a:cubicBezTo>
                  <a:cubicBezTo>
                    <a:pt x="401" y="109"/>
                    <a:pt x="401" y="109"/>
                    <a:pt x="401" y="109"/>
                  </a:cubicBezTo>
                  <a:cubicBezTo>
                    <a:pt x="400" y="109"/>
                    <a:pt x="400" y="108"/>
                    <a:pt x="399" y="107"/>
                  </a:cubicBezTo>
                  <a:cubicBezTo>
                    <a:pt x="388" y="107"/>
                    <a:pt x="388" y="107"/>
                    <a:pt x="388" y="107"/>
                  </a:cubicBezTo>
                  <a:cubicBezTo>
                    <a:pt x="379" y="112"/>
                    <a:pt x="379" y="112"/>
                    <a:pt x="379" y="112"/>
                  </a:cubicBezTo>
                  <a:cubicBezTo>
                    <a:pt x="371" y="116"/>
                    <a:pt x="371" y="116"/>
                    <a:pt x="371" y="116"/>
                  </a:cubicBezTo>
                  <a:cubicBezTo>
                    <a:pt x="370" y="115"/>
                    <a:pt x="370" y="114"/>
                    <a:pt x="369" y="113"/>
                  </a:cubicBezTo>
                  <a:cubicBezTo>
                    <a:pt x="375" y="109"/>
                    <a:pt x="380" y="106"/>
                    <a:pt x="385" y="103"/>
                  </a:cubicBezTo>
                  <a:cubicBezTo>
                    <a:pt x="392" y="97"/>
                    <a:pt x="392" y="97"/>
                    <a:pt x="392" y="97"/>
                  </a:cubicBezTo>
                  <a:cubicBezTo>
                    <a:pt x="383" y="100"/>
                    <a:pt x="383" y="100"/>
                    <a:pt x="383" y="100"/>
                  </a:cubicBezTo>
                  <a:cubicBezTo>
                    <a:pt x="391" y="92"/>
                    <a:pt x="391" y="92"/>
                    <a:pt x="391" y="92"/>
                  </a:cubicBezTo>
                  <a:cubicBezTo>
                    <a:pt x="400" y="85"/>
                    <a:pt x="400" y="85"/>
                    <a:pt x="400" y="85"/>
                  </a:cubicBezTo>
                  <a:cubicBezTo>
                    <a:pt x="406" y="80"/>
                    <a:pt x="406" y="80"/>
                    <a:pt x="406" y="80"/>
                  </a:cubicBezTo>
                  <a:cubicBezTo>
                    <a:pt x="414" y="74"/>
                    <a:pt x="414" y="74"/>
                    <a:pt x="414" y="74"/>
                  </a:cubicBezTo>
                  <a:cubicBezTo>
                    <a:pt x="413" y="74"/>
                    <a:pt x="413" y="72"/>
                    <a:pt x="413" y="71"/>
                  </a:cubicBezTo>
                  <a:cubicBezTo>
                    <a:pt x="413" y="70"/>
                    <a:pt x="413" y="70"/>
                    <a:pt x="413" y="70"/>
                  </a:cubicBezTo>
                  <a:cubicBezTo>
                    <a:pt x="421" y="65"/>
                    <a:pt x="421" y="65"/>
                    <a:pt x="421" y="65"/>
                  </a:cubicBezTo>
                  <a:cubicBezTo>
                    <a:pt x="421" y="63"/>
                    <a:pt x="422" y="61"/>
                    <a:pt x="422" y="59"/>
                  </a:cubicBezTo>
                  <a:cubicBezTo>
                    <a:pt x="413" y="69"/>
                    <a:pt x="413" y="69"/>
                    <a:pt x="413" y="69"/>
                  </a:cubicBezTo>
                  <a:cubicBezTo>
                    <a:pt x="397" y="76"/>
                    <a:pt x="397" y="76"/>
                    <a:pt x="397" y="76"/>
                  </a:cubicBezTo>
                  <a:cubicBezTo>
                    <a:pt x="389" y="84"/>
                    <a:pt x="389" y="84"/>
                    <a:pt x="389" y="84"/>
                  </a:cubicBezTo>
                  <a:cubicBezTo>
                    <a:pt x="381" y="92"/>
                    <a:pt x="381" y="92"/>
                    <a:pt x="381" y="92"/>
                  </a:cubicBezTo>
                  <a:cubicBezTo>
                    <a:pt x="398" y="84"/>
                    <a:pt x="398" y="84"/>
                    <a:pt x="398" y="84"/>
                  </a:cubicBezTo>
                  <a:cubicBezTo>
                    <a:pt x="381" y="92"/>
                    <a:pt x="381" y="92"/>
                    <a:pt x="381" y="92"/>
                  </a:cubicBezTo>
                  <a:cubicBezTo>
                    <a:pt x="373" y="95"/>
                    <a:pt x="373" y="95"/>
                    <a:pt x="373" y="95"/>
                  </a:cubicBezTo>
                  <a:cubicBezTo>
                    <a:pt x="371" y="96"/>
                    <a:pt x="368" y="97"/>
                    <a:pt x="366" y="99"/>
                  </a:cubicBezTo>
                  <a:cubicBezTo>
                    <a:pt x="365" y="99"/>
                    <a:pt x="365" y="99"/>
                    <a:pt x="365" y="98"/>
                  </a:cubicBezTo>
                  <a:cubicBezTo>
                    <a:pt x="373" y="93"/>
                    <a:pt x="381" y="89"/>
                    <a:pt x="389" y="84"/>
                  </a:cubicBezTo>
                  <a:cubicBezTo>
                    <a:pt x="397" y="76"/>
                    <a:pt x="397" y="76"/>
                    <a:pt x="397" y="76"/>
                  </a:cubicBezTo>
                  <a:cubicBezTo>
                    <a:pt x="396" y="75"/>
                    <a:pt x="396" y="75"/>
                    <a:pt x="396" y="75"/>
                  </a:cubicBezTo>
                  <a:cubicBezTo>
                    <a:pt x="373" y="89"/>
                    <a:pt x="373" y="89"/>
                    <a:pt x="373" y="89"/>
                  </a:cubicBezTo>
                  <a:cubicBezTo>
                    <a:pt x="373" y="86"/>
                    <a:pt x="374" y="81"/>
                    <a:pt x="376" y="77"/>
                  </a:cubicBezTo>
                  <a:cubicBezTo>
                    <a:pt x="387" y="68"/>
                    <a:pt x="387" y="68"/>
                    <a:pt x="387" y="68"/>
                  </a:cubicBezTo>
                  <a:cubicBezTo>
                    <a:pt x="392" y="66"/>
                    <a:pt x="392" y="66"/>
                    <a:pt x="392" y="66"/>
                  </a:cubicBezTo>
                  <a:cubicBezTo>
                    <a:pt x="402" y="60"/>
                    <a:pt x="402" y="60"/>
                    <a:pt x="402" y="60"/>
                  </a:cubicBezTo>
                  <a:cubicBezTo>
                    <a:pt x="401" y="61"/>
                    <a:pt x="401" y="61"/>
                    <a:pt x="401" y="61"/>
                  </a:cubicBezTo>
                  <a:cubicBezTo>
                    <a:pt x="399" y="62"/>
                    <a:pt x="397" y="62"/>
                    <a:pt x="396" y="63"/>
                  </a:cubicBezTo>
                  <a:cubicBezTo>
                    <a:pt x="399" y="62"/>
                    <a:pt x="399" y="62"/>
                    <a:pt x="402" y="60"/>
                  </a:cubicBezTo>
                  <a:cubicBezTo>
                    <a:pt x="399" y="62"/>
                    <a:pt x="396" y="64"/>
                    <a:pt x="392" y="66"/>
                  </a:cubicBezTo>
                  <a:cubicBezTo>
                    <a:pt x="392" y="67"/>
                    <a:pt x="392" y="68"/>
                    <a:pt x="392" y="68"/>
                  </a:cubicBezTo>
                  <a:cubicBezTo>
                    <a:pt x="391" y="70"/>
                    <a:pt x="391" y="71"/>
                    <a:pt x="390" y="72"/>
                  </a:cubicBezTo>
                  <a:cubicBezTo>
                    <a:pt x="391" y="71"/>
                    <a:pt x="391" y="70"/>
                    <a:pt x="392" y="68"/>
                  </a:cubicBezTo>
                  <a:cubicBezTo>
                    <a:pt x="382" y="74"/>
                    <a:pt x="381" y="75"/>
                    <a:pt x="379" y="76"/>
                  </a:cubicBezTo>
                  <a:cubicBezTo>
                    <a:pt x="383" y="75"/>
                    <a:pt x="384" y="75"/>
                    <a:pt x="406" y="66"/>
                  </a:cubicBezTo>
                  <a:cubicBezTo>
                    <a:pt x="406" y="65"/>
                    <a:pt x="406" y="64"/>
                    <a:pt x="406" y="63"/>
                  </a:cubicBezTo>
                  <a:cubicBezTo>
                    <a:pt x="424" y="52"/>
                    <a:pt x="424" y="52"/>
                    <a:pt x="424" y="52"/>
                  </a:cubicBezTo>
                  <a:cubicBezTo>
                    <a:pt x="441" y="41"/>
                    <a:pt x="441" y="41"/>
                    <a:pt x="441" y="41"/>
                  </a:cubicBezTo>
                  <a:cubicBezTo>
                    <a:pt x="442" y="40"/>
                    <a:pt x="442" y="40"/>
                    <a:pt x="442" y="39"/>
                  </a:cubicBezTo>
                  <a:cubicBezTo>
                    <a:pt x="434" y="43"/>
                    <a:pt x="426" y="47"/>
                    <a:pt x="418" y="51"/>
                  </a:cubicBezTo>
                  <a:cubicBezTo>
                    <a:pt x="426" y="47"/>
                    <a:pt x="434" y="43"/>
                    <a:pt x="442" y="39"/>
                  </a:cubicBezTo>
                  <a:cubicBezTo>
                    <a:pt x="434" y="42"/>
                    <a:pt x="434" y="42"/>
                    <a:pt x="434" y="42"/>
                  </a:cubicBezTo>
                  <a:cubicBezTo>
                    <a:pt x="435" y="42"/>
                    <a:pt x="435" y="41"/>
                    <a:pt x="436" y="40"/>
                  </a:cubicBezTo>
                  <a:cubicBezTo>
                    <a:pt x="436" y="39"/>
                    <a:pt x="437" y="38"/>
                    <a:pt x="438" y="37"/>
                  </a:cubicBezTo>
                  <a:cubicBezTo>
                    <a:pt x="449" y="29"/>
                    <a:pt x="449" y="29"/>
                    <a:pt x="449" y="29"/>
                  </a:cubicBezTo>
                  <a:cubicBezTo>
                    <a:pt x="450" y="29"/>
                    <a:pt x="450" y="28"/>
                    <a:pt x="451" y="27"/>
                  </a:cubicBezTo>
                  <a:cubicBezTo>
                    <a:pt x="438" y="32"/>
                    <a:pt x="438" y="32"/>
                    <a:pt x="438" y="32"/>
                  </a:cubicBezTo>
                  <a:cubicBezTo>
                    <a:pt x="451" y="27"/>
                    <a:pt x="451" y="27"/>
                    <a:pt x="451" y="27"/>
                  </a:cubicBezTo>
                  <a:cubicBezTo>
                    <a:pt x="461" y="22"/>
                    <a:pt x="461" y="22"/>
                    <a:pt x="461" y="22"/>
                  </a:cubicBezTo>
                  <a:cubicBezTo>
                    <a:pt x="448" y="26"/>
                    <a:pt x="448" y="26"/>
                    <a:pt x="448" y="26"/>
                  </a:cubicBezTo>
                  <a:cubicBezTo>
                    <a:pt x="423" y="39"/>
                    <a:pt x="423" y="39"/>
                    <a:pt x="423" y="39"/>
                  </a:cubicBezTo>
                  <a:cubicBezTo>
                    <a:pt x="406" y="48"/>
                    <a:pt x="406" y="48"/>
                    <a:pt x="406" y="48"/>
                  </a:cubicBezTo>
                  <a:cubicBezTo>
                    <a:pt x="407" y="47"/>
                    <a:pt x="408" y="46"/>
                    <a:pt x="410" y="45"/>
                  </a:cubicBezTo>
                  <a:cubicBezTo>
                    <a:pt x="396" y="54"/>
                    <a:pt x="396" y="54"/>
                    <a:pt x="396" y="54"/>
                  </a:cubicBezTo>
                  <a:cubicBezTo>
                    <a:pt x="391" y="57"/>
                    <a:pt x="386" y="60"/>
                    <a:pt x="381" y="63"/>
                  </a:cubicBezTo>
                  <a:cubicBezTo>
                    <a:pt x="377" y="66"/>
                    <a:pt x="374" y="70"/>
                    <a:pt x="372" y="75"/>
                  </a:cubicBezTo>
                  <a:cubicBezTo>
                    <a:pt x="377" y="70"/>
                    <a:pt x="383" y="64"/>
                    <a:pt x="388" y="59"/>
                  </a:cubicBezTo>
                  <a:cubicBezTo>
                    <a:pt x="403" y="51"/>
                    <a:pt x="403" y="51"/>
                    <a:pt x="403" y="51"/>
                  </a:cubicBezTo>
                  <a:cubicBezTo>
                    <a:pt x="402" y="52"/>
                    <a:pt x="402" y="53"/>
                    <a:pt x="401" y="54"/>
                  </a:cubicBezTo>
                  <a:cubicBezTo>
                    <a:pt x="392" y="59"/>
                    <a:pt x="392" y="59"/>
                    <a:pt x="392" y="59"/>
                  </a:cubicBezTo>
                  <a:cubicBezTo>
                    <a:pt x="391" y="60"/>
                    <a:pt x="391" y="60"/>
                    <a:pt x="390" y="61"/>
                  </a:cubicBezTo>
                  <a:cubicBezTo>
                    <a:pt x="394" y="63"/>
                    <a:pt x="394" y="63"/>
                    <a:pt x="394" y="63"/>
                  </a:cubicBezTo>
                  <a:cubicBezTo>
                    <a:pt x="394" y="64"/>
                    <a:pt x="394" y="64"/>
                    <a:pt x="394" y="64"/>
                  </a:cubicBezTo>
                  <a:cubicBezTo>
                    <a:pt x="390" y="61"/>
                    <a:pt x="390" y="61"/>
                    <a:pt x="390" y="61"/>
                  </a:cubicBezTo>
                  <a:cubicBezTo>
                    <a:pt x="388" y="64"/>
                    <a:pt x="387" y="66"/>
                    <a:pt x="386" y="68"/>
                  </a:cubicBezTo>
                  <a:cubicBezTo>
                    <a:pt x="378" y="73"/>
                    <a:pt x="370" y="77"/>
                    <a:pt x="363" y="82"/>
                  </a:cubicBezTo>
                  <a:cubicBezTo>
                    <a:pt x="372" y="75"/>
                    <a:pt x="372" y="75"/>
                    <a:pt x="372" y="75"/>
                  </a:cubicBezTo>
                  <a:cubicBezTo>
                    <a:pt x="374" y="70"/>
                    <a:pt x="377" y="66"/>
                    <a:pt x="381" y="63"/>
                  </a:cubicBezTo>
                  <a:cubicBezTo>
                    <a:pt x="386" y="60"/>
                    <a:pt x="391" y="57"/>
                    <a:pt x="396" y="54"/>
                  </a:cubicBezTo>
                  <a:cubicBezTo>
                    <a:pt x="410" y="45"/>
                    <a:pt x="410" y="45"/>
                    <a:pt x="410" y="45"/>
                  </a:cubicBezTo>
                  <a:cubicBezTo>
                    <a:pt x="419" y="37"/>
                    <a:pt x="431" y="29"/>
                    <a:pt x="445" y="22"/>
                  </a:cubicBezTo>
                  <a:cubicBezTo>
                    <a:pt x="425" y="33"/>
                    <a:pt x="398" y="48"/>
                    <a:pt x="378" y="60"/>
                  </a:cubicBezTo>
                  <a:cubicBezTo>
                    <a:pt x="322" y="98"/>
                    <a:pt x="311" y="105"/>
                    <a:pt x="266" y="145"/>
                  </a:cubicBezTo>
                  <a:cubicBezTo>
                    <a:pt x="211" y="197"/>
                    <a:pt x="206" y="202"/>
                    <a:pt x="172" y="243"/>
                  </a:cubicBezTo>
                  <a:cubicBezTo>
                    <a:pt x="124" y="308"/>
                    <a:pt x="122" y="310"/>
                    <a:pt x="99" y="351"/>
                  </a:cubicBezTo>
                  <a:cubicBezTo>
                    <a:pt x="83" y="379"/>
                    <a:pt x="88" y="409"/>
                    <a:pt x="118" y="438"/>
                  </a:cubicBezTo>
                  <a:cubicBezTo>
                    <a:pt x="122" y="435"/>
                    <a:pt x="122" y="435"/>
                    <a:pt x="122" y="435"/>
                  </a:cubicBezTo>
                  <a:cubicBezTo>
                    <a:pt x="128" y="430"/>
                    <a:pt x="128" y="430"/>
                    <a:pt x="128" y="430"/>
                  </a:cubicBezTo>
                  <a:cubicBezTo>
                    <a:pt x="134" y="424"/>
                    <a:pt x="134" y="424"/>
                    <a:pt x="134" y="424"/>
                  </a:cubicBezTo>
                  <a:cubicBezTo>
                    <a:pt x="135" y="425"/>
                    <a:pt x="136" y="425"/>
                    <a:pt x="136" y="426"/>
                  </a:cubicBezTo>
                  <a:cubicBezTo>
                    <a:pt x="148" y="423"/>
                    <a:pt x="148" y="423"/>
                    <a:pt x="148" y="423"/>
                  </a:cubicBezTo>
                  <a:cubicBezTo>
                    <a:pt x="155" y="417"/>
                    <a:pt x="155" y="417"/>
                    <a:pt x="155" y="417"/>
                  </a:cubicBezTo>
                  <a:cubicBezTo>
                    <a:pt x="157" y="419"/>
                    <a:pt x="160" y="421"/>
                    <a:pt x="163" y="423"/>
                  </a:cubicBezTo>
                  <a:cubicBezTo>
                    <a:pt x="167" y="415"/>
                    <a:pt x="172" y="407"/>
                    <a:pt x="176" y="399"/>
                  </a:cubicBezTo>
                  <a:cubicBezTo>
                    <a:pt x="178" y="396"/>
                    <a:pt x="179" y="394"/>
                    <a:pt x="181" y="391"/>
                  </a:cubicBezTo>
                  <a:cubicBezTo>
                    <a:pt x="180" y="390"/>
                    <a:pt x="179" y="390"/>
                    <a:pt x="178" y="389"/>
                  </a:cubicBezTo>
                  <a:cubicBezTo>
                    <a:pt x="178" y="388"/>
                    <a:pt x="177" y="388"/>
                    <a:pt x="176" y="387"/>
                  </a:cubicBezTo>
                  <a:cubicBezTo>
                    <a:pt x="177" y="384"/>
                    <a:pt x="179" y="382"/>
                    <a:pt x="181" y="379"/>
                  </a:cubicBezTo>
                  <a:cubicBezTo>
                    <a:pt x="180" y="379"/>
                    <a:pt x="179" y="378"/>
                    <a:pt x="178" y="378"/>
                  </a:cubicBezTo>
                  <a:cubicBezTo>
                    <a:pt x="176" y="376"/>
                    <a:pt x="175" y="375"/>
                    <a:pt x="174" y="374"/>
                  </a:cubicBezTo>
                  <a:cubicBezTo>
                    <a:pt x="175" y="375"/>
                    <a:pt x="176" y="376"/>
                    <a:pt x="178" y="378"/>
                  </a:cubicBezTo>
                  <a:cubicBezTo>
                    <a:pt x="186" y="372"/>
                    <a:pt x="186" y="372"/>
                    <a:pt x="186" y="372"/>
                  </a:cubicBezTo>
                  <a:cubicBezTo>
                    <a:pt x="193" y="355"/>
                    <a:pt x="193" y="355"/>
                    <a:pt x="193" y="355"/>
                  </a:cubicBezTo>
                  <a:cubicBezTo>
                    <a:pt x="192" y="353"/>
                    <a:pt x="190" y="353"/>
                    <a:pt x="189" y="351"/>
                  </a:cubicBezTo>
                  <a:cubicBezTo>
                    <a:pt x="189" y="351"/>
                    <a:pt x="189" y="351"/>
                    <a:pt x="189" y="351"/>
                  </a:cubicBezTo>
                  <a:cubicBezTo>
                    <a:pt x="189" y="351"/>
                    <a:pt x="189" y="351"/>
                    <a:pt x="189" y="351"/>
                  </a:cubicBezTo>
                  <a:cubicBezTo>
                    <a:pt x="197" y="344"/>
                    <a:pt x="197" y="344"/>
                    <a:pt x="197" y="344"/>
                  </a:cubicBezTo>
                  <a:cubicBezTo>
                    <a:pt x="193" y="355"/>
                    <a:pt x="193" y="355"/>
                    <a:pt x="193" y="355"/>
                  </a:cubicBezTo>
                  <a:cubicBezTo>
                    <a:pt x="186" y="372"/>
                    <a:pt x="186" y="372"/>
                    <a:pt x="186" y="372"/>
                  </a:cubicBezTo>
                  <a:cubicBezTo>
                    <a:pt x="184" y="374"/>
                    <a:pt x="182" y="377"/>
                    <a:pt x="181" y="379"/>
                  </a:cubicBezTo>
                  <a:cubicBezTo>
                    <a:pt x="179" y="382"/>
                    <a:pt x="177" y="384"/>
                    <a:pt x="176" y="387"/>
                  </a:cubicBezTo>
                  <a:cubicBezTo>
                    <a:pt x="177" y="388"/>
                    <a:pt x="178" y="388"/>
                    <a:pt x="178" y="389"/>
                  </a:cubicBezTo>
                  <a:cubicBezTo>
                    <a:pt x="188" y="374"/>
                    <a:pt x="188" y="374"/>
                    <a:pt x="188" y="374"/>
                  </a:cubicBezTo>
                  <a:cubicBezTo>
                    <a:pt x="198" y="369"/>
                    <a:pt x="198" y="369"/>
                    <a:pt x="198" y="369"/>
                  </a:cubicBezTo>
                  <a:cubicBezTo>
                    <a:pt x="199" y="370"/>
                    <a:pt x="200" y="370"/>
                    <a:pt x="201" y="371"/>
                  </a:cubicBezTo>
                  <a:cubicBezTo>
                    <a:pt x="221" y="364"/>
                    <a:pt x="221" y="364"/>
                    <a:pt x="221" y="364"/>
                  </a:cubicBezTo>
                  <a:cubicBezTo>
                    <a:pt x="232" y="376"/>
                    <a:pt x="232" y="376"/>
                    <a:pt x="232" y="376"/>
                  </a:cubicBezTo>
                  <a:cubicBezTo>
                    <a:pt x="221" y="364"/>
                    <a:pt x="221" y="364"/>
                    <a:pt x="221" y="364"/>
                  </a:cubicBezTo>
                  <a:cubicBezTo>
                    <a:pt x="201" y="371"/>
                    <a:pt x="201" y="371"/>
                    <a:pt x="201" y="371"/>
                  </a:cubicBezTo>
                  <a:cubicBezTo>
                    <a:pt x="221" y="372"/>
                    <a:pt x="221" y="372"/>
                    <a:pt x="221" y="372"/>
                  </a:cubicBezTo>
                  <a:cubicBezTo>
                    <a:pt x="209" y="399"/>
                    <a:pt x="209" y="399"/>
                    <a:pt x="209" y="399"/>
                  </a:cubicBezTo>
                  <a:cubicBezTo>
                    <a:pt x="227" y="396"/>
                    <a:pt x="227" y="396"/>
                    <a:pt x="227" y="396"/>
                  </a:cubicBezTo>
                  <a:cubicBezTo>
                    <a:pt x="243" y="386"/>
                    <a:pt x="243" y="386"/>
                    <a:pt x="243" y="386"/>
                  </a:cubicBezTo>
                  <a:cubicBezTo>
                    <a:pt x="238" y="371"/>
                    <a:pt x="238" y="371"/>
                    <a:pt x="238" y="371"/>
                  </a:cubicBezTo>
                  <a:cubicBezTo>
                    <a:pt x="238" y="363"/>
                    <a:pt x="238" y="363"/>
                    <a:pt x="238" y="363"/>
                  </a:cubicBezTo>
                  <a:cubicBezTo>
                    <a:pt x="242" y="353"/>
                    <a:pt x="242" y="353"/>
                    <a:pt x="242" y="353"/>
                  </a:cubicBezTo>
                  <a:cubicBezTo>
                    <a:pt x="243" y="350"/>
                    <a:pt x="245" y="347"/>
                    <a:pt x="247" y="345"/>
                  </a:cubicBezTo>
                  <a:cubicBezTo>
                    <a:pt x="243" y="337"/>
                    <a:pt x="243" y="337"/>
                    <a:pt x="243" y="337"/>
                  </a:cubicBezTo>
                  <a:cubicBezTo>
                    <a:pt x="238" y="338"/>
                    <a:pt x="238" y="338"/>
                    <a:pt x="238" y="338"/>
                  </a:cubicBezTo>
                  <a:cubicBezTo>
                    <a:pt x="243" y="337"/>
                    <a:pt x="243" y="337"/>
                    <a:pt x="243" y="337"/>
                  </a:cubicBezTo>
                  <a:cubicBezTo>
                    <a:pt x="247" y="345"/>
                    <a:pt x="247" y="345"/>
                    <a:pt x="247" y="345"/>
                  </a:cubicBezTo>
                  <a:cubicBezTo>
                    <a:pt x="254" y="340"/>
                    <a:pt x="254" y="340"/>
                    <a:pt x="254" y="340"/>
                  </a:cubicBezTo>
                  <a:cubicBezTo>
                    <a:pt x="243" y="321"/>
                    <a:pt x="243" y="321"/>
                    <a:pt x="243" y="321"/>
                  </a:cubicBezTo>
                  <a:cubicBezTo>
                    <a:pt x="245" y="319"/>
                    <a:pt x="246" y="316"/>
                    <a:pt x="248" y="314"/>
                  </a:cubicBezTo>
                  <a:cubicBezTo>
                    <a:pt x="246" y="312"/>
                    <a:pt x="245" y="312"/>
                    <a:pt x="243" y="311"/>
                  </a:cubicBezTo>
                  <a:cubicBezTo>
                    <a:pt x="214" y="334"/>
                    <a:pt x="214" y="334"/>
                    <a:pt x="214" y="334"/>
                  </a:cubicBezTo>
                  <a:cubicBezTo>
                    <a:pt x="243" y="311"/>
                    <a:pt x="243" y="311"/>
                    <a:pt x="243" y="311"/>
                  </a:cubicBezTo>
                  <a:cubicBezTo>
                    <a:pt x="245" y="312"/>
                    <a:pt x="246" y="312"/>
                    <a:pt x="248" y="314"/>
                  </a:cubicBezTo>
                  <a:cubicBezTo>
                    <a:pt x="256" y="313"/>
                    <a:pt x="256" y="313"/>
                    <a:pt x="256" y="313"/>
                  </a:cubicBezTo>
                  <a:cubicBezTo>
                    <a:pt x="264" y="319"/>
                    <a:pt x="274" y="326"/>
                    <a:pt x="282" y="332"/>
                  </a:cubicBezTo>
                  <a:cubicBezTo>
                    <a:pt x="283" y="332"/>
                    <a:pt x="285" y="333"/>
                    <a:pt x="287" y="334"/>
                  </a:cubicBezTo>
                  <a:moveTo>
                    <a:pt x="448" y="26"/>
                  </a:moveTo>
                  <a:cubicBezTo>
                    <a:pt x="461" y="22"/>
                    <a:pt x="461" y="22"/>
                    <a:pt x="461" y="22"/>
                  </a:cubicBezTo>
                  <a:cubicBezTo>
                    <a:pt x="462" y="22"/>
                    <a:pt x="463" y="21"/>
                    <a:pt x="463" y="20"/>
                  </a:cubicBezTo>
                  <a:cubicBezTo>
                    <a:pt x="466" y="18"/>
                    <a:pt x="469" y="15"/>
                    <a:pt x="472" y="13"/>
                  </a:cubicBezTo>
                  <a:cubicBezTo>
                    <a:pt x="466" y="15"/>
                    <a:pt x="466" y="15"/>
                    <a:pt x="466" y="15"/>
                  </a:cubicBezTo>
                  <a:cubicBezTo>
                    <a:pt x="460" y="17"/>
                    <a:pt x="460" y="17"/>
                    <a:pt x="460" y="17"/>
                  </a:cubicBezTo>
                  <a:cubicBezTo>
                    <a:pt x="457" y="18"/>
                    <a:pt x="455" y="19"/>
                    <a:pt x="452" y="21"/>
                  </a:cubicBezTo>
                  <a:cubicBezTo>
                    <a:pt x="437" y="30"/>
                    <a:pt x="437" y="30"/>
                    <a:pt x="437" y="30"/>
                  </a:cubicBezTo>
                  <a:cubicBezTo>
                    <a:pt x="451" y="24"/>
                    <a:pt x="451" y="24"/>
                    <a:pt x="451" y="24"/>
                  </a:cubicBezTo>
                  <a:cubicBezTo>
                    <a:pt x="450" y="25"/>
                    <a:pt x="449" y="25"/>
                    <a:pt x="448" y="26"/>
                  </a:cubicBezTo>
                  <a:moveTo>
                    <a:pt x="422" y="59"/>
                  </a:moveTo>
                  <a:cubicBezTo>
                    <a:pt x="430" y="55"/>
                    <a:pt x="438" y="51"/>
                    <a:pt x="447" y="47"/>
                  </a:cubicBezTo>
                  <a:cubicBezTo>
                    <a:pt x="439" y="47"/>
                    <a:pt x="439" y="47"/>
                    <a:pt x="439" y="47"/>
                  </a:cubicBezTo>
                  <a:cubicBezTo>
                    <a:pt x="434" y="50"/>
                    <a:pt x="429" y="53"/>
                    <a:pt x="424" y="55"/>
                  </a:cubicBezTo>
                  <a:cubicBezTo>
                    <a:pt x="422" y="56"/>
                    <a:pt x="422" y="56"/>
                    <a:pt x="422" y="56"/>
                  </a:cubicBezTo>
                  <a:cubicBezTo>
                    <a:pt x="422" y="56"/>
                    <a:pt x="422" y="56"/>
                    <a:pt x="422" y="56"/>
                  </a:cubicBezTo>
                  <a:cubicBezTo>
                    <a:pt x="423" y="56"/>
                    <a:pt x="423" y="57"/>
                    <a:pt x="422" y="59"/>
                  </a:cubicBezTo>
                  <a:moveTo>
                    <a:pt x="422" y="59"/>
                  </a:moveTo>
                  <a:cubicBezTo>
                    <a:pt x="422" y="61"/>
                    <a:pt x="421" y="63"/>
                    <a:pt x="421" y="65"/>
                  </a:cubicBezTo>
                  <a:cubicBezTo>
                    <a:pt x="446" y="51"/>
                    <a:pt x="446" y="51"/>
                    <a:pt x="446" y="51"/>
                  </a:cubicBezTo>
                  <a:cubicBezTo>
                    <a:pt x="446" y="50"/>
                    <a:pt x="446" y="48"/>
                    <a:pt x="447" y="47"/>
                  </a:cubicBezTo>
                  <a:cubicBezTo>
                    <a:pt x="438" y="51"/>
                    <a:pt x="430" y="55"/>
                    <a:pt x="422" y="59"/>
                  </a:cubicBezTo>
                  <a:moveTo>
                    <a:pt x="413" y="71"/>
                  </a:moveTo>
                  <a:cubicBezTo>
                    <a:pt x="416" y="70"/>
                    <a:pt x="419" y="68"/>
                    <a:pt x="422" y="67"/>
                  </a:cubicBezTo>
                  <a:cubicBezTo>
                    <a:pt x="413" y="70"/>
                    <a:pt x="413" y="70"/>
                    <a:pt x="413" y="70"/>
                  </a:cubicBezTo>
                  <a:cubicBezTo>
                    <a:pt x="413" y="70"/>
                    <a:pt x="413" y="70"/>
                    <a:pt x="413" y="71"/>
                  </a:cubicBezTo>
                  <a:moveTo>
                    <a:pt x="431" y="69"/>
                  </a:moveTo>
                  <a:cubicBezTo>
                    <a:pt x="448" y="61"/>
                    <a:pt x="448" y="61"/>
                    <a:pt x="448" y="61"/>
                  </a:cubicBezTo>
                  <a:cubicBezTo>
                    <a:pt x="448" y="61"/>
                    <a:pt x="448" y="61"/>
                    <a:pt x="448" y="60"/>
                  </a:cubicBezTo>
                  <a:cubicBezTo>
                    <a:pt x="447" y="58"/>
                    <a:pt x="447" y="57"/>
                    <a:pt x="447" y="55"/>
                  </a:cubicBezTo>
                  <a:cubicBezTo>
                    <a:pt x="430" y="62"/>
                    <a:pt x="430" y="62"/>
                    <a:pt x="430" y="62"/>
                  </a:cubicBezTo>
                  <a:cubicBezTo>
                    <a:pt x="430" y="63"/>
                    <a:pt x="430" y="63"/>
                    <a:pt x="430" y="64"/>
                  </a:cubicBezTo>
                  <a:cubicBezTo>
                    <a:pt x="430" y="63"/>
                    <a:pt x="430" y="63"/>
                    <a:pt x="430" y="62"/>
                  </a:cubicBezTo>
                  <a:cubicBezTo>
                    <a:pt x="427" y="64"/>
                    <a:pt x="424" y="65"/>
                    <a:pt x="422" y="67"/>
                  </a:cubicBezTo>
                  <a:cubicBezTo>
                    <a:pt x="419" y="68"/>
                    <a:pt x="416" y="70"/>
                    <a:pt x="413" y="71"/>
                  </a:cubicBezTo>
                  <a:cubicBezTo>
                    <a:pt x="413" y="72"/>
                    <a:pt x="413" y="74"/>
                    <a:pt x="414" y="74"/>
                  </a:cubicBezTo>
                  <a:cubicBezTo>
                    <a:pt x="430" y="65"/>
                    <a:pt x="430" y="65"/>
                    <a:pt x="430" y="65"/>
                  </a:cubicBezTo>
                  <a:cubicBezTo>
                    <a:pt x="431" y="69"/>
                    <a:pt x="431" y="69"/>
                    <a:pt x="431" y="69"/>
                  </a:cubicBezTo>
                  <a:moveTo>
                    <a:pt x="441" y="41"/>
                  </a:moveTo>
                  <a:cubicBezTo>
                    <a:pt x="424" y="52"/>
                    <a:pt x="424" y="52"/>
                    <a:pt x="424" y="52"/>
                  </a:cubicBezTo>
                  <a:cubicBezTo>
                    <a:pt x="450" y="39"/>
                    <a:pt x="450" y="39"/>
                    <a:pt x="450" y="39"/>
                  </a:cubicBezTo>
                  <a:cubicBezTo>
                    <a:pt x="441" y="41"/>
                    <a:pt x="441" y="41"/>
                    <a:pt x="441" y="41"/>
                  </a:cubicBezTo>
                  <a:moveTo>
                    <a:pt x="385" y="155"/>
                  </a:moveTo>
                  <a:cubicBezTo>
                    <a:pt x="389" y="151"/>
                    <a:pt x="394" y="148"/>
                    <a:pt x="399" y="144"/>
                  </a:cubicBezTo>
                  <a:cubicBezTo>
                    <a:pt x="394" y="148"/>
                    <a:pt x="389" y="151"/>
                    <a:pt x="385" y="155"/>
                  </a:cubicBezTo>
                  <a:moveTo>
                    <a:pt x="385" y="155"/>
                  </a:moveTo>
                  <a:cubicBezTo>
                    <a:pt x="387" y="157"/>
                    <a:pt x="388" y="158"/>
                    <a:pt x="390" y="159"/>
                  </a:cubicBezTo>
                  <a:cubicBezTo>
                    <a:pt x="388" y="158"/>
                    <a:pt x="387" y="157"/>
                    <a:pt x="385" y="155"/>
                  </a:cubicBezTo>
                  <a:moveTo>
                    <a:pt x="417" y="112"/>
                  </a:moveTo>
                  <a:cubicBezTo>
                    <a:pt x="410" y="119"/>
                    <a:pt x="410" y="119"/>
                    <a:pt x="410" y="119"/>
                  </a:cubicBezTo>
                  <a:cubicBezTo>
                    <a:pt x="417" y="112"/>
                    <a:pt x="417" y="112"/>
                    <a:pt x="417" y="112"/>
                  </a:cubicBezTo>
                  <a:moveTo>
                    <a:pt x="403" y="176"/>
                  </a:moveTo>
                  <a:cubicBezTo>
                    <a:pt x="413" y="171"/>
                    <a:pt x="413" y="171"/>
                    <a:pt x="413" y="171"/>
                  </a:cubicBezTo>
                  <a:cubicBezTo>
                    <a:pt x="424" y="158"/>
                    <a:pt x="424" y="158"/>
                    <a:pt x="424" y="158"/>
                  </a:cubicBezTo>
                  <a:cubicBezTo>
                    <a:pt x="422" y="148"/>
                    <a:pt x="422" y="148"/>
                    <a:pt x="422" y="148"/>
                  </a:cubicBezTo>
                  <a:cubicBezTo>
                    <a:pt x="421" y="137"/>
                    <a:pt x="421" y="137"/>
                    <a:pt x="421" y="137"/>
                  </a:cubicBezTo>
                  <a:cubicBezTo>
                    <a:pt x="432" y="134"/>
                    <a:pt x="432" y="134"/>
                    <a:pt x="432" y="134"/>
                  </a:cubicBezTo>
                  <a:cubicBezTo>
                    <a:pt x="444" y="124"/>
                    <a:pt x="444" y="124"/>
                    <a:pt x="444" y="124"/>
                  </a:cubicBezTo>
                  <a:cubicBezTo>
                    <a:pt x="451" y="104"/>
                    <a:pt x="451" y="104"/>
                    <a:pt x="451" y="104"/>
                  </a:cubicBezTo>
                  <a:cubicBezTo>
                    <a:pt x="440" y="109"/>
                    <a:pt x="440" y="109"/>
                    <a:pt x="440" y="109"/>
                  </a:cubicBezTo>
                  <a:cubicBezTo>
                    <a:pt x="439" y="108"/>
                    <a:pt x="438" y="107"/>
                    <a:pt x="437" y="107"/>
                  </a:cubicBezTo>
                  <a:cubicBezTo>
                    <a:pt x="442" y="99"/>
                    <a:pt x="442" y="99"/>
                    <a:pt x="442" y="99"/>
                  </a:cubicBezTo>
                  <a:cubicBezTo>
                    <a:pt x="449" y="93"/>
                    <a:pt x="449" y="93"/>
                    <a:pt x="449" y="93"/>
                  </a:cubicBezTo>
                  <a:cubicBezTo>
                    <a:pt x="456" y="87"/>
                    <a:pt x="456" y="87"/>
                    <a:pt x="456" y="87"/>
                  </a:cubicBezTo>
                  <a:cubicBezTo>
                    <a:pt x="455" y="87"/>
                    <a:pt x="454" y="86"/>
                    <a:pt x="453" y="85"/>
                  </a:cubicBezTo>
                  <a:cubicBezTo>
                    <a:pt x="454" y="86"/>
                    <a:pt x="455" y="87"/>
                    <a:pt x="456" y="87"/>
                  </a:cubicBezTo>
                  <a:cubicBezTo>
                    <a:pt x="462" y="83"/>
                    <a:pt x="464" y="80"/>
                    <a:pt x="459" y="76"/>
                  </a:cubicBezTo>
                  <a:cubicBezTo>
                    <a:pt x="458" y="75"/>
                    <a:pt x="456" y="74"/>
                    <a:pt x="455" y="73"/>
                  </a:cubicBezTo>
                  <a:cubicBezTo>
                    <a:pt x="451" y="74"/>
                    <a:pt x="448" y="76"/>
                    <a:pt x="446" y="77"/>
                  </a:cubicBezTo>
                  <a:cubicBezTo>
                    <a:pt x="447" y="78"/>
                    <a:pt x="448" y="79"/>
                    <a:pt x="448" y="80"/>
                  </a:cubicBezTo>
                  <a:cubicBezTo>
                    <a:pt x="443" y="83"/>
                    <a:pt x="438" y="87"/>
                    <a:pt x="432" y="90"/>
                  </a:cubicBezTo>
                  <a:cubicBezTo>
                    <a:pt x="434" y="91"/>
                    <a:pt x="436" y="93"/>
                    <a:pt x="437" y="95"/>
                  </a:cubicBezTo>
                  <a:cubicBezTo>
                    <a:pt x="436" y="93"/>
                    <a:pt x="434" y="91"/>
                    <a:pt x="432" y="90"/>
                  </a:cubicBezTo>
                  <a:cubicBezTo>
                    <a:pt x="438" y="87"/>
                    <a:pt x="443" y="83"/>
                    <a:pt x="448" y="80"/>
                  </a:cubicBezTo>
                  <a:cubicBezTo>
                    <a:pt x="448" y="79"/>
                    <a:pt x="447" y="78"/>
                    <a:pt x="446" y="77"/>
                  </a:cubicBezTo>
                  <a:cubicBezTo>
                    <a:pt x="445" y="76"/>
                    <a:pt x="445" y="76"/>
                    <a:pt x="445" y="76"/>
                  </a:cubicBezTo>
                  <a:cubicBezTo>
                    <a:pt x="412" y="93"/>
                    <a:pt x="412" y="93"/>
                    <a:pt x="412" y="93"/>
                  </a:cubicBezTo>
                  <a:cubicBezTo>
                    <a:pt x="445" y="76"/>
                    <a:pt x="445" y="76"/>
                    <a:pt x="445" y="76"/>
                  </a:cubicBezTo>
                  <a:cubicBezTo>
                    <a:pt x="445" y="75"/>
                    <a:pt x="444" y="75"/>
                    <a:pt x="444" y="74"/>
                  </a:cubicBezTo>
                  <a:cubicBezTo>
                    <a:pt x="426" y="83"/>
                    <a:pt x="426" y="83"/>
                    <a:pt x="426" y="83"/>
                  </a:cubicBezTo>
                  <a:cubicBezTo>
                    <a:pt x="452" y="69"/>
                    <a:pt x="452" y="69"/>
                    <a:pt x="452" y="69"/>
                  </a:cubicBezTo>
                  <a:cubicBezTo>
                    <a:pt x="441" y="70"/>
                    <a:pt x="441" y="70"/>
                    <a:pt x="441" y="70"/>
                  </a:cubicBezTo>
                  <a:cubicBezTo>
                    <a:pt x="442" y="70"/>
                    <a:pt x="442" y="71"/>
                    <a:pt x="442" y="72"/>
                  </a:cubicBezTo>
                  <a:cubicBezTo>
                    <a:pt x="411" y="93"/>
                    <a:pt x="411" y="93"/>
                    <a:pt x="411" y="93"/>
                  </a:cubicBezTo>
                  <a:cubicBezTo>
                    <a:pt x="442" y="72"/>
                    <a:pt x="442" y="72"/>
                    <a:pt x="442" y="72"/>
                  </a:cubicBezTo>
                  <a:cubicBezTo>
                    <a:pt x="442" y="71"/>
                    <a:pt x="442" y="70"/>
                    <a:pt x="441" y="70"/>
                  </a:cubicBezTo>
                  <a:cubicBezTo>
                    <a:pt x="441" y="69"/>
                    <a:pt x="441" y="69"/>
                    <a:pt x="441" y="69"/>
                  </a:cubicBezTo>
                  <a:cubicBezTo>
                    <a:pt x="432" y="72"/>
                    <a:pt x="432" y="72"/>
                    <a:pt x="432" y="72"/>
                  </a:cubicBezTo>
                  <a:cubicBezTo>
                    <a:pt x="427" y="75"/>
                    <a:pt x="421" y="78"/>
                    <a:pt x="416" y="81"/>
                  </a:cubicBezTo>
                  <a:cubicBezTo>
                    <a:pt x="421" y="78"/>
                    <a:pt x="427" y="75"/>
                    <a:pt x="432" y="72"/>
                  </a:cubicBezTo>
                  <a:cubicBezTo>
                    <a:pt x="427" y="75"/>
                    <a:pt x="421" y="78"/>
                    <a:pt x="416" y="81"/>
                  </a:cubicBezTo>
                  <a:cubicBezTo>
                    <a:pt x="401" y="91"/>
                    <a:pt x="401" y="91"/>
                    <a:pt x="401" y="91"/>
                  </a:cubicBezTo>
                  <a:cubicBezTo>
                    <a:pt x="402" y="94"/>
                    <a:pt x="402" y="94"/>
                    <a:pt x="402" y="94"/>
                  </a:cubicBezTo>
                  <a:cubicBezTo>
                    <a:pt x="402" y="95"/>
                    <a:pt x="403" y="97"/>
                    <a:pt x="404" y="97"/>
                  </a:cubicBezTo>
                  <a:cubicBezTo>
                    <a:pt x="398" y="101"/>
                    <a:pt x="393" y="104"/>
                    <a:pt x="388" y="107"/>
                  </a:cubicBezTo>
                  <a:cubicBezTo>
                    <a:pt x="399" y="107"/>
                    <a:pt x="399" y="107"/>
                    <a:pt x="399" y="107"/>
                  </a:cubicBezTo>
                  <a:cubicBezTo>
                    <a:pt x="404" y="109"/>
                    <a:pt x="411" y="111"/>
                    <a:pt x="417" y="112"/>
                  </a:cubicBezTo>
                  <a:cubicBezTo>
                    <a:pt x="410" y="119"/>
                    <a:pt x="410" y="119"/>
                    <a:pt x="410" y="119"/>
                  </a:cubicBezTo>
                  <a:cubicBezTo>
                    <a:pt x="411" y="119"/>
                    <a:pt x="411" y="119"/>
                    <a:pt x="412" y="120"/>
                  </a:cubicBezTo>
                  <a:cubicBezTo>
                    <a:pt x="407" y="127"/>
                    <a:pt x="407" y="127"/>
                    <a:pt x="407" y="127"/>
                  </a:cubicBezTo>
                  <a:cubicBezTo>
                    <a:pt x="403" y="136"/>
                    <a:pt x="403" y="136"/>
                    <a:pt x="403" y="136"/>
                  </a:cubicBezTo>
                  <a:cubicBezTo>
                    <a:pt x="387" y="146"/>
                    <a:pt x="387" y="146"/>
                    <a:pt x="387" y="146"/>
                  </a:cubicBezTo>
                  <a:cubicBezTo>
                    <a:pt x="379" y="151"/>
                    <a:pt x="372" y="158"/>
                    <a:pt x="365" y="163"/>
                  </a:cubicBezTo>
                  <a:cubicBezTo>
                    <a:pt x="358" y="191"/>
                    <a:pt x="358" y="191"/>
                    <a:pt x="358" y="191"/>
                  </a:cubicBezTo>
                  <a:cubicBezTo>
                    <a:pt x="373" y="177"/>
                    <a:pt x="373" y="177"/>
                    <a:pt x="373" y="177"/>
                  </a:cubicBezTo>
                  <a:cubicBezTo>
                    <a:pt x="373" y="191"/>
                    <a:pt x="373" y="191"/>
                    <a:pt x="373" y="191"/>
                  </a:cubicBezTo>
                  <a:cubicBezTo>
                    <a:pt x="383" y="185"/>
                    <a:pt x="383" y="185"/>
                    <a:pt x="383" y="185"/>
                  </a:cubicBezTo>
                  <a:cubicBezTo>
                    <a:pt x="389" y="168"/>
                    <a:pt x="389" y="168"/>
                    <a:pt x="389" y="168"/>
                  </a:cubicBezTo>
                  <a:cubicBezTo>
                    <a:pt x="394" y="164"/>
                    <a:pt x="399" y="160"/>
                    <a:pt x="403" y="157"/>
                  </a:cubicBezTo>
                  <a:cubicBezTo>
                    <a:pt x="402" y="156"/>
                    <a:pt x="401" y="155"/>
                    <a:pt x="399" y="154"/>
                  </a:cubicBezTo>
                  <a:cubicBezTo>
                    <a:pt x="401" y="155"/>
                    <a:pt x="402" y="156"/>
                    <a:pt x="403" y="157"/>
                  </a:cubicBezTo>
                  <a:cubicBezTo>
                    <a:pt x="404" y="157"/>
                    <a:pt x="405" y="158"/>
                    <a:pt x="405" y="158"/>
                  </a:cubicBezTo>
                  <a:cubicBezTo>
                    <a:pt x="406" y="158"/>
                    <a:pt x="406" y="158"/>
                    <a:pt x="406" y="158"/>
                  </a:cubicBezTo>
                  <a:cubicBezTo>
                    <a:pt x="413" y="168"/>
                    <a:pt x="413" y="168"/>
                    <a:pt x="413" y="168"/>
                  </a:cubicBezTo>
                  <a:cubicBezTo>
                    <a:pt x="406" y="158"/>
                    <a:pt x="406" y="158"/>
                    <a:pt x="406" y="158"/>
                  </a:cubicBezTo>
                  <a:cubicBezTo>
                    <a:pt x="403" y="166"/>
                    <a:pt x="403" y="166"/>
                    <a:pt x="403" y="166"/>
                  </a:cubicBezTo>
                  <a:cubicBezTo>
                    <a:pt x="399" y="173"/>
                    <a:pt x="399" y="173"/>
                    <a:pt x="399" y="173"/>
                  </a:cubicBezTo>
                  <a:cubicBezTo>
                    <a:pt x="400" y="174"/>
                    <a:pt x="402" y="175"/>
                    <a:pt x="403" y="176"/>
                  </a:cubicBezTo>
                  <a:moveTo>
                    <a:pt x="1158" y="3"/>
                  </a:moveTo>
                  <a:cubicBezTo>
                    <a:pt x="1155" y="2"/>
                    <a:pt x="1153" y="1"/>
                    <a:pt x="1150" y="0"/>
                  </a:cubicBezTo>
                  <a:cubicBezTo>
                    <a:pt x="1151" y="0"/>
                    <a:pt x="1152" y="1"/>
                    <a:pt x="1152" y="1"/>
                  </a:cubicBezTo>
                  <a:cubicBezTo>
                    <a:pt x="1155" y="2"/>
                    <a:pt x="1157" y="3"/>
                    <a:pt x="1160" y="4"/>
                  </a:cubicBezTo>
                  <a:cubicBezTo>
                    <a:pt x="1159" y="4"/>
                    <a:pt x="1158" y="3"/>
                    <a:pt x="1158" y="3"/>
                  </a:cubicBezTo>
                  <a:moveTo>
                    <a:pt x="1166" y="8"/>
                  </a:moveTo>
                  <a:cubicBezTo>
                    <a:pt x="1161" y="6"/>
                    <a:pt x="1156" y="4"/>
                    <a:pt x="1150" y="2"/>
                  </a:cubicBezTo>
                  <a:cubicBezTo>
                    <a:pt x="1152" y="3"/>
                    <a:pt x="1154" y="5"/>
                    <a:pt x="1156" y="6"/>
                  </a:cubicBezTo>
                  <a:cubicBezTo>
                    <a:pt x="1159" y="8"/>
                    <a:pt x="1161" y="10"/>
                    <a:pt x="1164" y="12"/>
                  </a:cubicBezTo>
                  <a:cubicBezTo>
                    <a:pt x="1170" y="15"/>
                    <a:pt x="1175" y="16"/>
                    <a:pt x="1180" y="19"/>
                  </a:cubicBezTo>
                  <a:cubicBezTo>
                    <a:pt x="1178" y="17"/>
                    <a:pt x="1175" y="15"/>
                    <a:pt x="1173" y="13"/>
                  </a:cubicBezTo>
                  <a:cubicBezTo>
                    <a:pt x="1171" y="11"/>
                    <a:pt x="1169" y="9"/>
                    <a:pt x="1166" y="8"/>
                  </a:cubicBezTo>
                  <a:moveTo>
                    <a:pt x="463" y="42"/>
                  </a:moveTo>
                  <a:cubicBezTo>
                    <a:pt x="469" y="39"/>
                    <a:pt x="475" y="37"/>
                    <a:pt x="480" y="35"/>
                  </a:cubicBezTo>
                  <a:cubicBezTo>
                    <a:pt x="475" y="37"/>
                    <a:pt x="469" y="39"/>
                    <a:pt x="463" y="42"/>
                  </a:cubicBezTo>
                  <a:cubicBezTo>
                    <a:pt x="469" y="39"/>
                    <a:pt x="475" y="37"/>
                    <a:pt x="480" y="35"/>
                  </a:cubicBezTo>
                  <a:cubicBezTo>
                    <a:pt x="480" y="34"/>
                    <a:pt x="480" y="34"/>
                    <a:pt x="480" y="34"/>
                  </a:cubicBezTo>
                  <a:cubicBezTo>
                    <a:pt x="481" y="33"/>
                    <a:pt x="481" y="32"/>
                    <a:pt x="481" y="32"/>
                  </a:cubicBezTo>
                  <a:cubicBezTo>
                    <a:pt x="475" y="34"/>
                    <a:pt x="469" y="37"/>
                    <a:pt x="463" y="39"/>
                  </a:cubicBezTo>
                  <a:cubicBezTo>
                    <a:pt x="463" y="39"/>
                    <a:pt x="463" y="40"/>
                    <a:pt x="463" y="40"/>
                  </a:cubicBezTo>
                  <a:cubicBezTo>
                    <a:pt x="463" y="41"/>
                    <a:pt x="463" y="42"/>
                    <a:pt x="463" y="42"/>
                  </a:cubicBezTo>
                  <a:cubicBezTo>
                    <a:pt x="463" y="42"/>
                    <a:pt x="463" y="41"/>
                    <a:pt x="463" y="40"/>
                  </a:cubicBezTo>
                  <a:cubicBezTo>
                    <a:pt x="463" y="41"/>
                    <a:pt x="463" y="42"/>
                    <a:pt x="463" y="42"/>
                  </a:cubicBezTo>
                  <a:moveTo>
                    <a:pt x="462" y="67"/>
                  </a:moveTo>
                  <a:cubicBezTo>
                    <a:pt x="463" y="69"/>
                    <a:pt x="464" y="70"/>
                    <a:pt x="466" y="72"/>
                  </a:cubicBezTo>
                  <a:cubicBezTo>
                    <a:pt x="470" y="60"/>
                    <a:pt x="470" y="60"/>
                    <a:pt x="470" y="60"/>
                  </a:cubicBezTo>
                  <a:cubicBezTo>
                    <a:pt x="469" y="55"/>
                    <a:pt x="471" y="52"/>
                    <a:pt x="481" y="42"/>
                  </a:cubicBezTo>
                  <a:cubicBezTo>
                    <a:pt x="474" y="46"/>
                    <a:pt x="464" y="53"/>
                    <a:pt x="456" y="57"/>
                  </a:cubicBezTo>
                  <a:cubicBezTo>
                    <a:pt x="457" y="60"/>
                    <a:pt x="459" y="64"/>
                    <a:pt x="462" y="67"/>
                  </a:cubicBezTo>
                  <a:moveTo>
                    <a:pt x="1398" y="429"/>
                  </a:moveTo>
                  <a:cubicBezTo>
                    <a:pt x="1398" y="430"/>
                    <a:pt x="1399" y="430"/>
                    <a:pt x="1399" y="431"/>
                  </a:cubicBezTo>
                  <a:cubicBezTo>
                    <a:pt x="1399" y="430"/>
                    <a:pt x="1398" y="430"/>
                    <a:pt x="1398" y="429"/>
                  </a:cubicBezTo>
                  <a:moveTo>
                    <a:pt x="1400" y="432"/>
                  </a:moveTo>
                  <a:cubicBezTo>
                    <a:pt x="1400" y="432"/>
                    <a:pt x="1399" y="431"/>
                    <a:pt x="1399" y="431"/>
                  </a:cubicBezTo>
                  <a:cubicBezTo>
                    <a:pt x="1399" y="431"/>
                    <a:pt x="1400" y="432"/>
                    <a:pt x="1400" y="432"/>
                  </a:cubicBezTo>
                  <a:moveTo>
                    <a:pt x="1402" y="433"/>
                  </a:moveTo>
                  <a:cubicBezTo>
                    <a:pt x="1401" y="433"/>
                    <a:pt x="1401" y="432"/>
                    <a:pt x="1400" y="432"/>
                  </a:cubicBezTo>
                  <a:cubicBezTo>
                    <a:pt x="1401" y="432"/>
                    <a:pt x="1401" y="433"/>
                    <a:pt x="1402" y="433"/>
                  </a:cubicBezTo>
                  <a:moveTo>
                    <a:pt x="1402" y="435"/>
                  </a:moveTo>
                  <a:cubicBezTo>
                    <a:pt x="1402" y="434"/>
                    <a:pt x="1402" y="434"/>
                    <a:pt x="1402" y="433"/>
                  </a:cubicBezTo>
                  <a:cubicBezTo>
                    <a:pt x="1402" y="434"/>
                    <a:pt x="1402" y="434"/>
                    <a:pt x="1402" y="435"/>
                  </a:cubicBezTo>
                  <a:moveTo>
                    <a:pt x="1403" y="436"/>
                  </a:moveTo>
                  <a:cubicBezTo>
                    <a:pt x="1403" y="436"/>
                    <a:pt x="1403" y="435"/>
                    <a:pt x="1402" y="435"/>
                  </a:cubicBezTo>
                  <a:cubicBezTo>
                    <a:pt x="1403" y="435"/>
                    <a:pt x="1403" y="436"/>
                    <a:pt x="1403" y="436"/>
                  </a:cubicBezTo>
                  <a:moveTo>
                    <a:pt x="1404" y="437"/>
                  </a:moveTo>
                  <a:cubicBezTo>
                    <a:pt x="1404" y="437"/>
                    <a:pt x="1404" y="436"/>
                    <a:pt x="1403" y="436"/>
                  </a:cubicBezTo>
                  <a:cubicBezTo>
                    <a:pt x="1404" y="436"/>
                    <a:pt x="1404" y="437"/>
                    <a:pt x="1404" y="437"/>
                  </a:cubicBezTo>
                  <a:moveTo>
                    <a:pt x="1405" y="438"/>
                  </a:moveTo>
                  <a:cubicBezTo>
                    <a:pt x="1405" y="438"/>
                    <a:pt x="1404" y="437"/>
                    <a:pt x="1404" y="437"/>
                  </a:cubicBezTo>
                  <a:cubicBezTo>
                    <a:pt x="1404" y="437"/>
                    <a:pt x="1405" y="438"/>
                    <a:pt x="1405" y="438"/>
                  </a:cubicBezTo>
                  <a:moveTo>
                    <a:pt x="1406" y="439"/>
                  </a:moveTo>
                  <a:cubicBezTo>
                    <a:pt x="1406" y="439"/>
                    <a:pt x="1405" y="439"/>
                    <a:pt x="1405" y="438"/>
                  </a:cubicBezTo>
                  <a:cubicBezTo>
                    <a:pt x="1405" y="439"/>
                    <a:pt x="1406" y="439"/>
                    <a:pt x="1406" y="439"/>
                  </a:cubicBezTo>
                  <a:moveTo>
                    <a:pt x="1407" y="440"/>
                  </a:moveTo>
                  <a:cubicBezTo>
                    <a:pt x="1407" y="440"/>
                    <a:pt x="1407" y="440"/>
                    <a:pt x="1406" y="439"/>
                  </a:cubicBezTo>
                  <a:cubicBezTo>
                    <a:pt x="1407" y="440"/>
                    <a:pt x="1407" y="440"/>
                    <a:pt x="1407" y="440"/>
                  </a:cubicBezTo>
                  <a:moveTo>
                    <a:pt x="1408" y="441"/>
                  </a:moveTo>
                  <a:cubicBezTo>
                    <a:pt x="1408" y="441"/>
                    <a:pt x="1407" y="440"/>
                    <a:pt x="1407" y="440"/>
                  </a:cubicBezTo>
                  <a:cubicBezTo>
                    <a:pt x="1407" y="440"/>
                    <a:pt x="1408" y="441"/>
                    <a:pt x="1408" y="441"/>
                  </a:cubicBezTo>
                  <a:moveTo>
                    <a:pt x="1409" y="442"/>
                  </a:moveTo>
                  <a:cubicBezTo>
                    <a:pt x="1409" y="442"/>
                    <a:pt x="1409" y="441"/>
                    <a:pt x="1408" y="441"/>
                  </a:cubicBezTo>
                  <a:cubicBezTo>
                    <a:pt x="1409" y="441"/>
                    <a:pt x="1409" y="442"/>
                    <a:pt x="1409" y="442"/>
                  </a:cubicBezTo>
                  <a:moveTo>
                    <a:pt x="1410" y="443"/>
                  </a:moveTo>
                  <a:cubicBezTo>
                    <a:pt x="1410" y="443"/>
                    <a:pt x="1409" y="442"/>
                    <a:pt x="1409" y="442"/>
                  </a:cubicBezTo>
                  <a:cubicBezTo>
                    <a:pt x="1409" y="442"/>
                    <a:pt x="1410" y="443"/>
                    <a:pt x="1410" y="443"/>
                  </a:cubicBezTo>
                  <a:moveTo>
                    <a:pt x="1411" y="443"/>
                  </a:moveTo>
                  <a:cubicBezTo>
                    <a:pt x="1410" y="443"/>
                    <a:pt x="1410" y="443"/>
                    <a:pt x="1410" y="443"/>
                  </a:cubicBezTo>
                  <a:cubicBezTo>
                    <a:pt x="1411" y="443"/>
                    <a:pt x="1411" y="443"/>
                    <a:pt x="1411" y="443"/>
                  </a:cubicBezTo>
                  <a:moveTo>
                    <a:pt x="1412" y="443"/>
                  </a:moveTo>
                  <a:cubicBezTo>
                    <a:pt x="1412" y="443"/>
                    <a:pt x="1411" y="443"/>
                    <a:pt x="1411" y="443"/>
                  </a:cubicBezTo>
                  <a:cubicBezTo>
                    <a:pt x="1411" y="443"/>
                    <a:pt x="1412" y="443"/>
                    <a:pt x="1412" y="443"/>
                  </a:cubicBezTo>
                  <a:moveTo>
                    <a:pt x="1413" y="443"/>
                  </a:moveTo>
                  <a:cubicBezTo>
                    <a:pt x="1412" y="443"/>
                    <a:pt x="1412" y="443"/>
                    <a:pt x="1412" y="443"/>
                  </a:cubicBezTo>
                  <a:cubicBezTo>
                    <a:pt x="1412" y="443"/>
                    <a:pt x="1412" y="443"/>
                    <a:pt x="1413" y="443"/>
                  </a:cubicBezTo>
                  <a:moveTo>
                    <a:pt x="1414" y="443"/>
                  </a:moveTo>
                  <a:cubicBezTo>
                    <a:pt x="1413" y="443"/>
                    <a:pt x="1413" y="443"/>
                    <a:pt x="1413" y="443"/>
                  </a:cubicBezTo>
                  <a:cubicBezTo>
                    <a:pt x="1413" y="443"/>
                    <a:pt x="1413" y="443"/>
                    <a:pt x="1414" y="443"/>
                  </a:cubicBezTo>
                  <a:moveTo>
                    <a:pt x="1415" y="442"/>
                  </a:moveTo>
                  <a:cubicBezTo>
                    <a:pt x="1414" y="443"/>
                    <a:pt x="1414" y="443"/>
                    <a:pt x="1414" y="443"/>
                  </a:cubicBezTo>
                  <a:cubicBezTo>
                    <a:pt x="1414" y="443"/>
                    <a:pt x="1414" y="443"/>
                    <a:pt x="1415" y="442"/>
                  </a:cubicBezTo>
                  <a:moveTo>
                    <a:pt x="1416" y="442"/>
                  </a:moveTo>
                  <a:cubicBezTo>
                    <a:pt x="1415" y="442"/>
                    <a:pt x="1415" y="442"/>
                    <a:pt x="1415" y="442"/>
                  </a:cubicBezTo>
                  <a:cubicBezTo>
                    <a:pt x="1415" y="442"/>
                    <a:pt x="1415" y="442"/>
                    <a:pt x="1416" y="442"/>
                  </a:cubicBezTo>
                  <a:moveTo>
                    <a:pt x="1416" y="441"/>
                  </a:moveTo>
                  <a:cubicBezTo>
                    <a:pt x="1416" y="441"/>
                    <a:pt x="1416" y="441"/>
                    <a:pt x="1416" y="442"/>
                  </a:cubicBezTo>
                  <a:cubicBezTo>
                    <a:pt x="1416" y="441"/>
                    <a:pt x="1416" y="441"/>
                    <a:pt x="1416" y="441"/>
                  </a:cubicBezTo>
                  <a:moveTo>
                    <a:pt x="1416" y="440"/>
                  </a:moveTo>
                  <a:cubicBezTo>
                    <a:pt x="1416" y="440"/>
                    <a:pt x="1416" y="440"/>
                    <a:pt x="1416" y="441"/>
                  </a:cubicBezTo>
                  <a:cubicBezTo>
                    <a:pt x="1416" y="440"/>
                    <a:pt x="1416" y="440"/>
                    <a:pt x="1416" y="440"/>
                  </a:cubicBezTo>
                  <a:moveTo>
                    <a:pt x="1416" y="439"/>
                  </a:moveTo>
                  <a:cubicBezTo>
                    <a:pt x="1416" y="439"/>
                    <a:pt x="1416" y="439"/>
                    <a:pt x="1416" y="440"/>
                  </a:cubicBezTo>
                  <a:cubicBezTo>
                    <a:pt x="1416" y="439"/>
                    <a:pt x="1416" y="439"/>
                    <a:pt x="1416" y="439"/>
                  </a:cubicBezTo>
                  <a:moveTo>
                    <a:pt x="1416" y="437"/>
                  </a:moveTo>
                  <a:cubicBezTo>
                    <a:pt x="1416" y="438"/>
                    <a:pt x="1416" y="438"/>
                    <a:pt x="1416" y="439"/>
                  </a:cubicBezTo>
                  <a:cubicBezTo>
                    <a:pt x="1416" y="438"/>
                    <a:pt x="1416" y="438"/>
                    <a:pt x="1416" y="437"/>
                  </a:cubicBezTo>
                  <a:moveTo>
                    <a:pt x="1416" y="436"/>
                  </a:moveTo>
                  <a:cubicBezTo>
                    <a:pt x="1416" y="437"/>
                    <a:pt x="1416" y="437"/>
                    <a:pt x="1416" y="437"/>
                  </a:cubicBezTo>
                  <a:cubicBezTo>
                    <a:pt x="1416" y="437"/>
                    <a:pt x="1416" y="437"/>
                    <a:pt x="1416" y="436"/>
                  </a:cubicBezTo>
                  <a:moveTo>
                    <a:pt x="1416" y="435"/>
                  </a:moveTo>
                  <a:cubicBezTo>
                    <a:pt x="1416" y="436"/>
                    <a:pt x="1416" y="436"/>
                    <a:pt x="1416" y="436"/>
                  </a:cubicBezTo>
                  <a:cubicBezTo>
                    <a:pt x="1416" y="436"/>
                    <a:pt x="1416" y="436"/>
                    <a:pt x="1416" y="435"/>
                  </a:cubicBezTo>
                  <a:moveTo>
                    <a:pt x="1416" y="434"/>
                  </a:moveTo>
                  <a:cubicBezTo>
                    <a:pt x="1416" y="434"/>
                    <a:pt x="1416" y="435"/>
                    <a:pt x="1416" y="435"/>
                  </a:cubicBezTo>
                  <a:cubicBezTo>
                    <a:pt x="1416" y="435"/>
                    <a:pt x="1416" y="434"/>
                    <a:pt x="1416" y="434"/>
                  </a:cubicBezTo>
                  <a:moveTo>
                    <a:pt x="1415" y="432"/>
                  </a:moveTo>
                  <a:cubicBezTo>
                    <a:pt x="1416" y="432"/>
                    <a:pt x="1416" y="433"/>
                    <a:pt x="1416" y="434"/>
                  </a:cubicBezTo>
                  <a:cubicBezTo>
                    <a:pt x="1416" y="433"/>
                    <a:pt x="1416" y="432"/>
                    <a:pt x="1415" y="432"/>
                  </a:cubicBezTo>
                  <a:moveTo>
                    <a:pt x="1415" y="431"/>
                  </a:moveTo>
                  <a:cubicBezTo>
                    <a:pt x="1415" y="431"/>
                    <a:pt x="1415" y="432"/>
                    <a:pt x="1415" y="432"/>
                  </a:cubicBezTo>
                  <a:cubicBezTo>
                    <a:pt x="1415" y="432"/>
                    <a:pt x="1415" y="431"/>
                    <a:pt x="1415" y="431"/>
                  </a:cubicBezTo>
                  <a:moveTo>
                    <a:pt x="1415" y="431"/>
                  </a:moveTo>
                  <a:cubicBezTo>
                    <a:pt x="1415" y="430"/>
                    <a:pt x="1414" y="429"/>
                    <a:pt x="1414" y="429"/>
                  </a:cubicBezTo>
                  <a:cubicBezTo>
                    <a:pt x="1414" y="429"/>
                    <a:pt x="1415" y="430"/>
                    <a:pt x="1415" y="431"/>
                  </a:cubicBezTo>
                  <a:moveTo>
                    <a:pt x="1414" y="427"/>
                  </a:moveTo>
                  <a:cubicBezTo>
                    <a:pt x="1414" y="428"/>
                    <a:pt x="1414" y="428"/>
                    <a:pt x="1414" y="429"/>
                  </a:cubicBezTo>
                  <a:cubicBezTo>
                    <a:pt x="1414" y="428"/>
                    <a:pt x="1414" y="428"/>
                    <a:pt x="1414" y="427"/>
                  </a:cubicBezTo>
                  <a:moveTo>
                    <a:pt x="1414" y="427"/>
                  </a:moveTo>
                  <a:cubicBezTo>
                    <a:pt x="1414" y="427"/>
                    <a:pt x="1413" y="426"/>
                    <a:pt x="1413" y="426"/>
                  </a:cubicBezTo>
                  <a:cubicBezTo>
                    <a:pt x="1413" y="426"/>
                    <a:pt x="1414" y="427"/>
                    <a:pt x="1414" y="427"/>
                  </a:cubicBezTo>
                  <a:moveTo>
                    <a:pt x="1413" y="426"/>
                  </a:moveTo>
                  <a:cubicBezTo>
                    <a:pt x="1413" y="426"/>
                    <a:pt x="1413" y="425"/>
                    <a:pt x="1413" y="425"/>
                  </a:cubicBezTo>
                  <a:cubicBezTo>
                    <a:pt x="1413" y="425"/>
                    <a:pt x="1413" y="426"/>
                    <a:pt x="1413" y="426"/>
                  </a:cubicBezTo>
                  <a:moveTo>
                    <a:pt x="1413" y="425"/>
                  </a:moveTo>
                  <a:cubicBezTo>
                    <a:pt x="1413" y="424"/>
                    <a:pt x="1412" y="424"/>
                    <a:pt x="1412" y="423"/>
                  </a:cubicBezTo>
                  <a:cubicBezTo>
                    <a:pt x="1412" y="424"/>
                    <a:pt x="1413" y="424"/>
                    <a:pt x="1413" y="425"/>
                  </a:cubicBezTo>
                  <a:moveTo>
                    <a:pt x="1374" y="410"/>
                  </a:moveTo>
                  <a:cubicBezTo>
                    <a:pt x="1375" y="407"/>
                    <a:pt x="1376" y="402"/>
                    <a:pt x="1377" y="399"/>
                  </a:cubicBezTo>
                  <a:cubicBezTo>
                    <a:pt x="1376" y="402"/>
                    <a:pt x="1375" y="407"/>
                    <a:pt x="1374" y="410"/>
                  </a:cubicBezTo>
                  <a:moveTo>
                    <a:pt x="1380" y="398"/>
                  </a:moveTo>
                  <a:cubicBezTo>
                    <a:pt x="1379" y="398"/>
                    <a:pt x="1378" y="398"/>
                    <a:pt x="1377" y="399"/>
                  </a:cubicBezTo>
                  <a:cubicBezTo>
                    <a:pt x="1378" y="398"/>
                    <a:pt x="1379" y="398"/>
                    <a:pt x="1380" y="398"/>
                  </a:cubicBezTo>
                  <a:moveTo>
                    <a:pt x="1382" y="397"/>
                  </a:moveTo>
                  <a:cubicBezTo>
                    <a:pt x="1382" y="397"/>
                    <a:pt x="1381" y="397"/>
                    <a:pt x="1380" y="398"/>
                  </a:cubicBezTo>
                  <a:cubicBezTo>
                    <a:pt x="1381" y="397"/>
                    <a:pt x="1382" y="397"/>
                    <a:pt x="1382" y="397"/>
                  </a:cubicBezTo>
                  <a:moveTo>
                    <a:pt x="1382" y="397"/>
                  </a:moveTo>
                  <a:cubicBezTo>
                    <a:pt x="1383" y="396"/>
                    <a:pt x="1384" y="396"/>
                    <a:pt x="1384" y="396"/>
                  </a:cubicBezTo>
                  <a:cubicBezTo>
                    <a:pt x="1384" y="396"/>
                    <a:pt x="1383" y="396"/>
                    <a:pt x="1382" y="397"/>
                  </a:cubicBezTo>
                  <a:moveTo>
                    <a:pt x="1387" y="395"/>
                  </a:moveTo>
                  <a:cubicBezTo>
                    <a:pt x="1386" y="395"/>
                    <a:pt x="1385" y="396"/>
                    <a:pt x="1384" y="396"/>
                  </a:cubicBezTo>
                  <a:cubicBezTo>
                    <a:pt x="1385" y="396"/>
                    <a:pt x="1386" y="395"/>
                    <a:pt x="1387" y="395"/>
                  </a:cubicBezTo>
                  <a:moveTo>
                    <a:pt x="1389" y="395"/>
                  </a:moveTo>
                  <a:cubicBezTo>
                    <a:pt x="1388" y="395"/>
                    <a:pt x="1387" y="395"/>
                    <a:pt x="1387" y="395"/>
                  </a:cubicBezTo>
                  <a:cubicBezTo>
                    <a:pt x="1387" y="395"/>
                    <a:pt x="1388" y="395"/>
                    <a:pt x="1389" y="395"/>
                  </a:cubicBezTo>
                  <a:moveTo>
                    <a:pt x="1390" y="395"/>
                  </a:moveTo>
                  <a:cubicBezTo>
                    <a:pt x="1389" y="395"/>
                    <a:pt x="1389" y="395"/>
                    <a:pt x="1389" y="395"/>
                  </a:cubicBezTo>
                  <a:cubicBezTo>
                    <a:pt x="1389" y="395"/>
                    <a:pt x="1389" y="395"/>
                    <a:pt x="1390" y="395"/>
                  </a:cubicBezTo>
                  <a:moveTo>
                    <a:pt x="1392" y="394"/>
                  </a:moveTo>
                  <a:cubicBezTo>
                    <a:pt x="1391" y="395"/>
                    <a:pt x="1391" y="395"/>
                    <a:pt x="1390" y="395"/>
                  </a:cubicBezTo>
                  <a:cubicBezTo>
                    <a:pt x="1391" y="395"/>
                    <a:pt x="1391" y="395"/>
                    <a:pt x="1392" y="394"/>
                  </a:cubicBezTo>
                  <a:moveTo>
                    <a:pt x="1392" y="394"/>
                  </a:moveTo>
                  <a:cubicBezTo>
                    <a:pt x="1392" y="394"/>
                    <a:pt x="1392" y="394"/>
                    <a:pt x="1392" y="394"/>
                  </a:cubicBezTo>
                  <a:cubicBezTo>
                    <a:pt x="1392" y="394"/>
                    <a:pt x="1392" y="394"/>
                    <a:pt x="1392" y="394"/>
                  </a:cubicBezTo>
                  <a:moveTo>
                    <a:pt x="1392" y="394"/>
                  </a:moveTo>
                  <a:cubicBezTo>
                    <a:pt x="1392" y="394"/>
                    <a:pt x="1392" y="394"/>
                    <a:pt x="1392" y="394"/>
                  </a:cubicBezTo>
                  <a:cubicBezTo>
                    <a:pt x="1392" y="394"/>
                    <a:pt x="1392" y="394"/>
                    <a:pt x="1392" y="394"/>
                  </a:cubicBezTo>
                  <a:moveTo>
                    <a:pt x="1393" y="394"/>
                  </a:moveTo>
                  <a:cubicBezTo>
                    <a:pt x="1392" y="394"/>
                    <a:pt x="1392" y="394"/>
                    <a:pt x="1392" y="394"/>
                  </a:cubicBezTo>
                  <a:cubicBezTo>
                    <a:pt x="1392" y="394"/>
                    <a:pt x="1392"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4" y="393"/>
                  </a:moveTo>
                  <a:cubicBezTo>
                    <a:pt x="1394" y="393"/>
                    <a:pt x="1393" y="394"/>
                    <a:pt x="1393" y="394"/>
                  </a:cubicBezTo>
                  <a:cubicBezTo>
                    <a:pt x="1393" y="394"/>
                    <a:pt x="1394" y="393"/>
                    <a:pt x="1394" y="393"/>
                  </a:cubicBezTo>
                  <a:moveTo>
                    <a:pt x="1395" y="392"/>
                  </a:moveTo>
                  <a:cubicBezTo>
                    <a:pt x="1395" y="392"/>
                    <a:pt x="1395" y="393"/>
                    <a:pt x="1394" y="393"/>
                  </a:cubicBezTo>
                  <a:cubicBezTo>
                    <a:pt x="1395" y="393"/>
                    <a:pt x="1395" y="392"/>
                    <a:pt x="1395" y="392"/>
                  </a:cubicBezTo>
                  <a:moveTo>
                    <a:pt x="1396" y="390"/>
                  </a:moveTo>
                  <a:cubicBezTo>
                    <a:pt x="1396" y="391"/>
                    <a:pt x="1395" y="391"/>
                    <a:pt x="1395" y="392"/>
                  </a:cubicBezTo>
                  <a:cubicBezTo>
                    <a:pt x="1395" y="391"/>
                    <a:pt x="1396" y="391"/>
                    <a:pt x="1396" y="390"/>
                  </a:cubicBezTo>
                  <a:moveTo>
                    <a:pt x="1396" y="388"/>
                  </a:moveTo>
                  <a:cubicBezTo>
                    <a:pt x="1396" y="389"/>
                    <a:pt x="1396" y="390"/>
                    <a:pt x="1396" y="390"/>
                  </a:cubicBezTo>
                  <a:cubicBezTo>
                    <a:pt x="1396" y="390"/>
                    <a:pt x="1396" y="389"/>
                    <a:pt x="1396" y="388"/>
                  </a:cubicBezTo>
                  <a:moveTo>
                    <a:pt x="1396" y="386"/>
                  </a:moveTo>
                  <a:cubicBezTo>
                    <a:pt x="1396" y="387"/>
                    <a:pt x="1396" y="387"/>
                    <a:pt x="1396" y="388"/>
                  </a:cubicBezTo>
                  <a:cubicBezTo>
                    <a:pt x="1396" y="387"/>
                    <a:pt x="1396" y="387"/>
                    <a:pt x="1396" y="386"/>
                  </a:cubicBezTo>
                  <a:moveTo>
                    <a:pt x="1395" y="383"/>
                  </a:moveTo>
                  <a:cubicBezTo>
                    <a:pt x="1395" y="384"/>
                    <a:pt x="1395" y="385"/>
                    <a:pt x="1396" y="386"/>
                  </a:cubicBezTo>
                  <a:cubicBezTo>
                    <a:pt x="1395" y="385"/>
                    <a:pt x="1395" y="384"/>
                    <a:pt x="1395" y="383"/>
                  </a:cubicBezTo>
                  <a:moveTo>
                    <a:pt x="1394" y="378"/>
                  </a:moveTo>
                  <a:cubicBezTo>
                    <a:pt x="1394" y="380"/>
                    <a:pt x="1395" y="382"/>
                    <a:pt x="1395" y="383"/>
                  </a:cubicBezTo>
                  <a:cubicBezTo>
                    <a:pt x="1395" y="382"/>
                    <a:pt x="1394" y="380"/>
                    <a:pt x="1394" y="378"/>
                  </a:cubicBezTo>
                  <a:moveTo>
                    <a:pt x="1392" y="374"/>
                  </a:moveTo>
                  <a:cubicBezTo>
                    <a:pt x="1393" y="375"/>
                    <a:pt x="1393" y="377"/>
                    <a:pt x="1394" y="378"/>
                  </a:cubicBezTo>
                  <a:cubicBezTo>
                    <a:pt x="1393" y="377"/>
                    <a:pt x="1393" y="375"/>
                    <a:pt x="1392" y="374"/>
                  </a:cubicBezTo>
                  <a:moveTo>
                    <a:pt x="1392" y="374"/>
                  </a:moveTo>
                  <a:cubicBezTo>
                    <a:pt x="1392" y="374"/>
                    <a:pt x="1392" y="374"/>
                    <a:pt x="1392" y="374"/>
                  </a:cubicBezTo>
                  <a:cubicBezTo>
                    <a:pt x="1392" y="374"/>
                    <a:pt x="1392" y="374"/>
                    <a:pt x="1392" y="374"/>
                  </a:cubicBezTo>
                  <a:moveTo>
                    <a:pt x="1392" y="374"/>
                  </a:moveTo>
                  <a:cubicBezTo>
                    <a:pt x="1392" y="374"/>
                    <a:pt x="1392" y="374"/>
                    <a:pt x="1392" y="374"/>
                  </a:cubicBezTo>
                  <a:cubicBezTo>
                    <a:pt x="1392" y="374"/>
                    <a:pt x="1392" y="374"/>
                    <a:pt x="1392" y="374"/>
                  </a:cubicBezTo>
                  <a:moveTo>
                    <a:pt x="1392" y="373"/>
                  </a:moveTo>
                  <a:cubicBezTo>
                    <a:pt x="1392" y="374"/>
                    <a:pt x="1392" y="374"/>
                    <a:pt x="1392" y="374"/>
                  </a:cubicBezTo>
                  <a:cubicBezTo>
                    <a:pt x="1392" y="374"/>
                    <a:pt x="1392" y="374"/>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434" y="260"/>
                  </a:moveTo>
                  <a:cubicBezTo>
                    <a:pt x="1434" y="261"/>
                    <a:pt x="1434" y="261"/>
                    <a:pt x="1434" y="261"/>
                  </a:cubicBezTo>
                  <a:cubicBezTo>
                    <a:pt x="1434" y="261"/>
                    <a:pt x="1434" y="261"/>
                    <a:pt x="1434" y="260"/>
                  </a:cubicBezTo>
                  <a:moveTo>
                    <a:pt x="1435" y="259"/>
                  </a:moveTo>
                  <a:cubicBezTo>
                    <a:pt x="1434" y="260"/>
                    <a:pt x="1434" y="260"/>
                    <a:pt x="1434" y="260"/>
                  </a:cubicBezTo>
                  <a:cubicBezTo>
                    <a:pt x="1434" y="260"/>
                    <a:pt x="1434" y="260"/>
                    <a:pt x="1435" y="259"/>
                  </a:cubicBezTo>
                  <a:moveTo>
                    <a:pt x="1435" y="259"/>
                  </a:moveTo>
                  <a:cubicBezTo>
                    <a:pt x="1435" y="259"/>
                    <a:pt x="1435" y="259"/>
                    <a:pt x="1435" y="259"/>
                  </a:cubicBezTo>
                  <a:cubicBezTo>
                    <a:pt x="1435" y="259"/>
                    <a:pt x="1435" y="259"/>
                    <a:pt x="1435" y="259"/>
                  </a:cubicBezTo>
                  <a:moveTo>
                    <a:pt x="1435" y="258"/>
                  </a:moveTo>
                  <a:cubicBezTo>
                    <a:pt x="1435" y="258"/>
                    <a:pt x="1435" y="258"/>
                    <a:pt x="1435" y="259"/>
                  </a:cubicBezTo>
                  <a:cubicBezTo>
                    <a:pt x="1435" y="258"/>
                    <a:pt x="1435" y="258"/>
                    <a:pt x="1435" y="258"/>
                  </a:cubicBezTo>
                  <a:moveTo>
                    <a:pt x="1435" y="257"/>
                  </a:moveTo>
                  <a:cubicBezTo>
                    <a:pt x="1435" y="257"/>
                    <a:pt x="1435" y="257"/>
                    <a:pt x="1435" y="258"/>
                  </a:cubicBezTo>
                  <a:cubicBezTo>
                    <a:pt x="1435" y="257"/>
                    <a:pt x="1435" y="257"/>
                    <a:pt x="1435" y="257"/>
                  </a:cubicBezTo>
                  <a:moveTo>
                    <a:pt x="1435" y="256"/>
                  </a:moveTo>
                  <a:cubicBezTo>
                    <a:pt x="1435" y="256"/>
                    <a:pt x="1435" y="256"/>
                    <a:pt x="1435" y="257"/>
                  </a:cubicBezTo>
                  <a:cubicBezTo>
                    <a:pt x="1435" y="256"/>
                    <a:pt x="1435" y="256"/>
                    <a:pt x="1435" y="256"/>
                  </a:cubicBezTo>
                  <a:moveTo>
                    <a:pt x="1435" y="255"/>
                  </a:moveTo>
                  <a:cubicBezTo>
                    <a:pt x="1435" y="255"/>
                    <a:pt x="1435" y="255"/>
                    <a:pt x="1435" y="256"/>
                  </a:cubicBezTo>
                  <a:cubicBezTo>
                    <a:pt x="1435" y="255"/>
                    <a:pt x="1435" y="255"/>
                    <a:pt x="1435" y="255"/>
                  </a:cubicBezTo>
                  <a:moveTo>
                    <a:pt x="1435" y="254"/>
                  </a:moveTo>
                  <a:cubicBezTo>
                    <a:pt x="1435" y="254"/>
                    <a:pt x="1435" y="254"/>
                    <a:pt x="1435" y="255"/>
                  </a:cubicBezTo>
                  <a:cubicBezTo>
                    <a:pt x="1435" y="254"/>
                    <a:pt x="1435" y="254"/>
                    <a:pt x="1435" y="254"/>
                  </a:cubicBezTo>
                  <a:moveTo>
                    <a:pt x="1435" y="253"/>
                  </a:moveTo>
                  <a:cubicBezTo>
                    <a:pt x="1435" y="253"/>
                    <a:pt x="1435" y="253"/>
                    <a:pt x="1435" y="254"/>
                  </a:cubicBezTo>
                  <a:cubicBezTo>
                    <a:pt x="1435" y="253"/>
                    <a:pt x="1435" y="253"/>
                    <a:pt x="1435" y="253"/>
                  </a:cubicBezTo>
                  <a:moveTo>
                    <a:pt x="1434" y="251"/>
                  </a:moveTo>
                  <a:cubicBezTo>
                    <a:pt x="1435" y="252"/>
                    <a:pt x="1435" y="252"/>
                    <a:pt x="1435" y="253"/>
                  </a:cubicBezTo>
                  <a:cubicBezTo>
                    <a:pt x="1435" y="252"/>
                    <a:pt x="1435" y="252"/>
                    <a:pt x="1434" y="251"/>
                  </a:cubicBezTo>
                  <a:moveTo>
                    <a:pt x="1434" y="250"/>
                  </a:moveTo>
                  <a:cubicBezTo>
                    <a:pt x="1434" y="251"/>
                    <a:pt x="1434" y="251"/>
                    <a:pt x="1434" y="251"/>
                  </a:cubicBezTo>
                  <a:cubicBezTo>
                    <a:pt x="1434" y="251"/>
                    <a:pt x="1434" y="251"/>
                    <a:pt x="1434" y="250"/>
                  </a:cubicBezTo>
                  <a:moveTo>
                    <a:pt x="1434" y="249"/>
                  </a:moveTo>
                  <a:cubicBezTo>
                    <a:pt x="1434" y="249"/>
                    <a:pt x="1434" y="250"/>
                    <a:pt x="1434" y="250"/>
                  </a:cubicBezTo>
                  <a:cubicBezTo>
                    <a:pt x="1434" y="250"/>
                    <a:pt x="1434" y="249"/>
                    <a:pt x="1434" y="249"/>
                  </a:cubicBezTo>
                  <a:moveTo>
                    <a:pt x="1433" y="248"/>
                  </a:moveTo>
                  <a:cubicBezTo>
                    <a:pt x="1433" y="248"/>
                    <a:pt x="1434" y="249"/>
                    <a:pt x="1434" y="249"/>
                  </a:cubicBezTo>
                  <a:cubicBezTo>
                    <a:pt x="1434" y="249"/>
                    <a:pt x="1433" y="248"/>
                    <a:pt x="1433" y="248"/>
                  </a:cubicBezTo>
                  <a:moveTo>
                    <a:pt x="1433" y="246"/>
                  </a:moveTo>
                  <a:cubicBezTo>
                    <a:pt x="1433" y="246"/>
                    <a:pt x="1433" y="247"/>
                    <a:pt x="1433" y="248"/>
                  </a:cubicBezTo>
                  <a:cubicBezTo>
                    <a:pt x="1433" y="247"/>
                    <a:pt x="1433" y="246"/>
                    <a:pt x="1433" y="246"/>
                  </a:cubicBezTo>
                  <a:moveTo>
                    <a:pt x="1432" y="245"/>
                  </a:moveTo>
                  <a:cubicBezTo>
                    <a:pt x="1433" y="245"/>
                    <a:pt x="1433" y="246"/>
                    <a:pt x="1433" y="246"/>
                  </a:cubicBezTo>
                  <a:cubicBezTo>
                    <a:pt x="1433" y="246"/>
                    <a:pt x="1433" y="245"/>
                    <a:pt x="1432" y="245"/>
                  </a:cubicBezTo>
                  <a:moveTo>
                    <a:pt x="1431" y="243"/>
                  </a:moveTo>
                  <a:cubicBezTo>
                    <a:pt x="1432" y="244"/>
                    <a:pt x="1432" y="244"/>
                    <a:pt x="1432" y="245"/>
                  </a:cubicBezTo>
                  <a:cubicBezTo>
                    <a:pt x="1432" y="244"/>
                    <a:pt x="1432" y="244"/>
                    <a:pt x="1431" y="243"/>
                  </a:cubicBezTo>
                  <a:moveTo>
                    <a:pt x="1430" y="242"/>
                  </a:moveTo>
                  <a:cubicBezTo>
                    <a:pt x="1431" y="242"/>
                    <a:pt x="1431" y="243"/>
                    <a:pt x="1431" y="243"/>
                  </a:cubicBezTo>
                  <a:cubicBezTo>
                    <a:pt x="1431" y="243"/>
                    <a:pt x="1431" y="242"/>
                    <a:pt x="1430" y="242"/>
                  </a:cubicBezTo>
                  <a:moveTo>
                    <a:pt x="1430" y="240"/>
                  </a:moveTo>
                  <a:cubicBezTo>
                    <a:pt x="1430" y="241"/>
                    <a:pt x="1430" y="241"/>
                    <a:pt x="1430" y="242"/>
                  </a:cubicBezTo>
                  <a:cubicBezTo>
                    <a:pt x="1430" y="241"/>
                    <a:pt x="1430" y="241"/>
                    <a:pt x="1430" y="240"/>
                  </a:cubicBezTo>
                  <a:moveTo>
                    <a:pt x="1429" y="239"/>
                  </a:moveTo>
                  <a:cubicBezTo>
                    <a:pt x="1429" y="239"/>
                    <a:pt x="1429" y="240"/>
                    <a:pt x="1430" y="240"/>
                  </a:cubicBezTo>
                  <a:cubicBezTo>
                    <a:pt x="1429" y="240"/>
                    <a:pt x="1429" y="239"/>
                    <a:pt x="1429" y="239"/>
                  </a:cubicBezTo>
                  <a:moveTo>
                    <a:pt x="1427" y="237"/>
                  </a:moveTo>
                  <a:cubicBezTo>
                    <a:pt x="1428" y="237"/>
                    <a:pt x="1428" y="238"/>
                    <a:pt x="1429" y="239"/>
                  </a:cubicBezTo>
                  <a:cubicBezTo>
                    <a:pt x="1428" y="238"/>
                    <a:pt x="1428" y="237"/>
                    <a:pt x="1427" y="237"/>
                  </a:cubicBezTo>
                  <a:moveTo>
                    <a:pt x="1426" y="235"/>
                  </a:moveTo>
                  <a:cubicBezTo>
                    <a:pt x="1426" y="235"/>
                    <a:pt x="1427" y="236"/>
                    <a:pt x="1427" y="237"/>
                  </a:cubicBezTo>
                  <a:cubicBezTo>
                    <a:pt x="1427" y="236"/>
                    <a:pt x="1426" y="235"/>
                    <a:pt x="1426" y="235"/>
                  </a:cubicBezTo>
                  <a:moveTo>
                    <a:pt x="1425" y="233"/>
                  </a:moveTo>
                  <a:cubicBezTo>
                    <a:pt x="1425" y="233"/>
                    <a:pt x="1426" y="234"/>
                    <a:pt x="1426" y="235"/>
                  </a:cubicBezTo>
                  <a:cubicBezTo>
                    <a:pt x="1426" y="234"/>
                    <a:pt x="1425" y="233"/>
                    <a:pt x="1425" y="233"/>
                  </a:cubicBezTo>
                  <a:moveTo>
                    <a:pt x="1423" y="231"/>
                  </a:moveTo>
                  <a:cubicBezTo>
                    <a:pt x="1424" y="231"/>
                    <a:pt x="1425" y="232"/>
                    <a:pt x="1425" y="233"/>
                  </a:cubicBezTo>
                  <a:cubicBezTo>
                    <a:pt x="1425" y="232"/>
                    <a:pt x="1424" y="231"/>
                    <a:pt x="1423" y="231"/>
                  </a:cubicBezTo>
                  <a:moveTo>
                    <a:pt x="1422" y="229"/>
                  </a:moveTo>
                  <a:cubicBezTo>
                    <a:pt x="1422" y="230"/>
                    <a:pt x="1423" y="230"/>
                    <a:pt x="1423" y="231"/>
                  </a:cubicBezTo>
                  <a:cubicBezTo>
                    <a:pt x="1423" y="230"/>
                    <a:pt x="1422" y="230"/>
                    <a:pt x="1422" y="229"/>
                  </a:cubicBezTo>
                  <a:moveTo>
                    <a:pt x="1420" y="227"/>
                  </a:moveTo>
                  <a:cubicBezTo>
                    <a:pt x="1421" y="227"/>
                    <a:pt x="1421" y="228"/>
                    <a:pt x="1422" y="229"/>
                  </a:cubicBezTo>
                  <a:cubicBezTo>
                    <a:pt x="1421" y="228"/>
                    <a:pt x="1421" y="227"/>
                    <a:pt x="1420" y="227"/>
                  </a:cubicBezTo>
                  <a:moveTo>
                    <a:pt x="1418" y="224"/>
                  </a:moveTo>
                  <a:cubicBezTo>
                    <a:pt x="1419" y="225"/>
                    <a:pt x="1419" y="226"/>
                    <a:pt x="1420" y="227"/>
                  </a:cubicBezTo>
                  <a:cubicBezTo>
                    <a:pt x="1419" y="226"/>
                    <a:pt x="1419" y="225"/>
                    <a:pt x="1418" y="224"/>
                  </a:cubicBezTo>
                  <a:moveTo>
                    <a:pt x="1416" y="222"/>
                  </a:moveTo>
                  <a:cubicBezTo>
                    <a:pt x="1416" y="223"/>
                    <a:pt x="1417" y="224"/>
                    <a:pt x="1418" y="224"/>
                  </a:cubicBezTo>
                  <a:cubicBezTo>
                    <a:pt x="1417" y="224"/>
                    <a:pt x="1416" y="223"/>
                    <a:pt x="1416" y="222"/>
                  </a:cubicBezTo>
                  <a:moveTo>
                    <a:pt x="1414" y="220"/>
                  </a:moveTo>
                  <a:cubicBezTo>
                    <a:pt x="1415" y="220"/>
                    <a:pt x="1416" y="222"/>
                    <a:pt x="1416" y="222"/>
                  </a:cubicBezTo>
                  <a:cubicBezTo>
                    <a:pt x="1416" y="222"/>
                    <a:pt x="1415" y="220"/>
                    <a:pt x="1414" y="220"/>
                  </a:cubicBezTo>
                  <a:moveTo>
                    <a:pt x="1412" y="218"/>
                  </a:moveTo>
                  <a:cubicBezTo>
                    <a:pt x="1412" y="218"/>
                    <a:pt x="1413" y="219"/>
                    <a:pt x="1414" y="220"/>
                  </a:cubicBezTo>
                  <a:cubicBezTo>
                    <a:pt x="1413" y="219"/>
                    <a:pt x="1412" y="218"/>
                    <a:pt x="1412" y="218"/>
                  </a:cubicBezTo>
                  <a:moveTo>
                    <a:pt x="1409" y="215"/>
                  </a:moveTo>
                  <a:cubicBezTo>
                    <a:pt x="1410" y="215"/>
                    <a:pt x="1411" y="217"/>
                    <a:pt x="1412" y="218"/>
                  </a:cubicBezTo>
                  <a:cubicBezTo>
                    <a:pt x="1411" y="217"/>
                    <a:pt x="1410" y="215"/>
                    <a:pt x="1409" y="215"/>
                  </a:cubicBezTo>
                  <a:moveTo>
                    <a:pt x="1407" y="212"/>
                  </a:moveTo>
                  <a:cubicBezTo>
                    <a:pt x="1407" y="213"/>
                    <a:pt x="1409" y="214"/>
                    <a:pt x="1409" y="215"/>
                  </a:cubicBezTo>
                  <a:cubicBezTo>
                    <a:pt x="1409" y="214"/>
                    <a:pt x="1407" y="213"/>
                    <a:pt x="1407" y="212"/>
                  </a:cubicBezTo>
                  <a:moveTo>
                    <a:pt x="1407" y="212"/>
                  </a:moveTo>
                  <a:cubicBezTo>
                    <a:pt x="1406" y="211"/>
                    <a:pt x="1404" y="210"/>
                    <a:pt x="1404" y="210"/>
                  </a:cubicBezTo>
                  <a:cubicBezTo>
                    <a:pt x="1404" y="210"/>
                    <a:pt x="1406" y="211"/>
                    <a:pt x="1407" y="212"/>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6"/>
                  </a:moveTo>
                  <a:cubicBezTo>
                    <a:pt x="1187" y="177"/>
                    <a:pt x="1187" y="177"/>
                    <a:pt x="1187" y="177"/>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cubicBezTo>
                    <a:pt x="1187" y="176"/>
                    <a:pt x="1187" y="176"/>
                    <a:pt x="1187" y="176"/>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7" y="177"/>
                    <a:pt x="1187" y="177"/>
                    <a:pt x="1187" y="177"/>
                  </a:cubicBezTo>
                  <a:cubicBezTo>
                    <a:pt x="1187" y="177"/>
                    <a:pt x="1187" y="177"/>
                    <a:pt x="1186" y="177"/>
                  </a:cubicBezTo>
                  <a:moveTo>
                    <a:pt x="1187" y="177"/>
                  </a:moveTo>
                  <a:cubicBezTo>
                    <a:pt x="1187" y="177"/>
                    <a:pt x="1187" y="177"/>
                    <a:pt x="1187" y="177"/>
                  </a:cubicBezTo>
                  <a:cubicBezTo>
                    <a:pt x="1187" y="177"/>
                    <a:pt x="1187" y="177"/>
                    <a:pt x="1187" y="177"/>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1" y="178"/>
                  </a:moveTo>
                  <a:cubicBezTo>
                    <a:pt x="1180" y="178"/>
                    <a:pt x="1180" y="178"/>
                    <a:pt x="1180"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2" y="178"/>
                    <a:pt x="1182" y="178"/>
                    <a:pt x="1182" y="178"/>
                  </a:cubicBezTo>
                  <a:cubicBezTo>
                    <a:pt x="1182" y="178"/>
                    <a:pt x="1182" y="178"/>
                    <a:pt x="1181"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3" y="178"/>
                    <a:pt x="1183" y="178"/>
                    <a:pt x="1183" y="178"/>
                  </a:cubicBezTo>
                  <a:cubicBezTo>
                    <a:pt x="1182" y="178"/>
                    <a:pt x="1182" y="178"/>
                    <a:pt x="1182"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4" y="178"/>
                    <a:pt x="1184" y="178"/>
                    <a:pt x="1184" y="178"/>
                  </a:cubicBezTo>
                  <a:cubicBezTo>
                    <a:pt x="1183" y="178"/>
                    <a:pt x="1183" y="178"/>
                    <a:pt x="1183" y="178"/>
                  </a:cubicBezTo>
                  <a:moveTo>
                    <a:pt x="1184" y="177"/>
                  </a:moveTo>
                  <a:cubicBezTo>
                    <a:pt x="1184" y="177"/>
                    <a:pt x="1184" y="177"/>
                    <a:pt x="1184" y="178"/>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9" y="179"/>
                  </a:moveTo>
                  <a:cubicBezTo>
                    <a:pt x="1178" y="179"/>
                    <a:pt x="1178" y="179"/>
                    <a:pt x="1178"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cubicBezTo>
                    <a:pt x="1179" y="179"/>
                    <a:pt x="1179" y="179"/>
                    <a:pt x="1179" y="179"/>
                  </a:cubicBezTo>
                  <a:cubicBezTo>
                    <a:pt x="1179" y="179"/>
                    <a:pt x="1179" y="179"/>
                    <a:pt x="1179" y="179"/>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162" y="111"/>
                  </a:moveTo>
                  <a:cubicBezTo>
                    <a:pt x="1162" y="111"/>
                    <a:pt x="1161" y="110"/>
                    <a:pt x="1161" y="110"/>
                  </a:cubicBezTo>
                  <a:cubicBezTo>
                    <a:pt x="1161" y="110"/>
                    <a:pt x="1162" y="111"/>
                    <a:pt x="1162" y="111"/>
                  </a:cubicBezTo>
                  <a:moveTo>
                    <a:pt x="1164" y="111"/>
                  </a:moveTo>
                  <a:cubicBezTo>
                    <a:pt x="1163" y="111"/>
                    <a:pt x="1163" y="111"/>
                    <a:pt x="1162" y="111"/>
                  </a:cubicBezTo>
                  <a:cubicBezTo>
                    <a:pt x="1163" y="111"/>
                    <a:pt x="1163" y="111"/>
                    <a:pt x="1164" y="111"/>
                  </a:cubicBezTo>
                  <a:moveTo>
                    <a:pt x="1165" y="112"/>
                  </a:moveTo>
                  <a:cubicBezTo>
                    <a:pt x="1164" y="112"/>
                    <a:pt x="1164" y="112"/>
                    <a:pt x="1164" y="111"/>
                  </a:cubicBezTo>
                  <a:cubicBezTo>
                    <a:pt x="1164" y="112"/>
                    <a:pt x="1164" y="112"/>
                    <a:pt x="1165" y="112"/>
                  </a:cubicBezTo>
                  <a:moveTo>
                    <a:pt x="1166" y="112"/>
                  </a:moveTo>
                  <a:cubicBezTo>
                    <a:pt x="1166" y="112"/>
                    <a:pt x="1165" y="112"/>
                    <a:pt x="1165" y="112"/>
                  </a:cubicBezTo>
                  <a:cubicBezTo>
                    <a:pt x="1165" y="112"/>
                    <a:pt x="1166" y="112"/>
                    <a:pt x="1166" y="112"/>
                  </a:cubicBezTo>
                  <a:moveTo>
                    <a:pt x="1167" y="113"/>
                  </a:moveTo>
                  <a:cubicBezTo>
                    <a:pt x="1167" y="113"/>
                    <a:pt x="1167" y="112"/>
                    <a:pt x="1166" y="112"/>
                  </a:cubicBezTo>
                  <a:cubicBezTo>
                    <a:pt x="1167" y="112"/>
                    <a:pt x="1167" y="113"/>
                    <a:pt x="1167" y="113"/>
                  </a:cubicBezTo>
                  <a:moveTo>
                    <a:pt x="1168" y="113"/>
                  </a:moveTo>
                  <a:cubicBezTo>
                    <a:pt x="1168" y="113"/>
                    <a:pt x="1167" y="113"/>
                    <a:pt x="1167" y="113"/>
                  </a:cubicBezTo>
                  <a:cubicBezTo>
                    <a:pt x="1167" y="113"/>
                    <a:pt x="1168" y="113"/>
                    <a:pt x="1168" y="113"/>
                  </a:cubicBezTo>
                  <a:moveTo>
                    <a:pt x="1169" y="114"/>
                  </a:moveTo>
                  <a:cubicBezTo>
                    <a:pt x="1169" y="114"/>
                    <a:pt x="1168" y="114"/>
                    <a:pt x="1168" y="113"/>
                  </a:cubicBezTo>
                  <a:cubicBezTo>
                    <a:pt x="1168" y="114"/>
                    <a:pt x="1169" y="114"/>
                    <a:pt x="1169" y="114"/>
                  </a:cubicBezTo>
                  <a:moveTo>
                    <a:pt x="1170" y="114"/>
                  </a:moveTo>
                  <a:cubicBezTo>
                    <a:pt x="1170" y="114"/>
                    <a:pt x="1170" y="114"/>
                    <a:pt x="1169" y="114"/>
                  </a:cubicBezTo>
                  <a:cubicBezTo>
                    <a:pt x="1170" y="114"/>
                    <a:pt x="1170" y="114"/>
                    <a:pt x="1170" y="114"/>
                  </a:cubicBezTo>
                  <a:moveTo>
                    <a:pt x="1171" y="115"/>
                  </a:moveTo>
                  <a:cubicBezTo>
                    <a:pt x="1170" y="114"/>
                    <a:pt x="1170" y="114"/>
                    <a:pt x="1170" y="114"/>
                  </a:cubicBezTo>
                  <a:cubicBezTo>
                    <a:pt x="1170" y="114"/>
                    <a:pt x="1170" y="114"/>
                    <a:pt x="1171" y="115"/>
                  </a:cubicBezTo>
                  <a:moveTo>
                    <a:pt x="1172" y="115"/>
                  </a:moveTo>
                  <a:cubicBezTo>
                    <a:pt x="1171" y="115"/>
                    <a:pt x="1171" y="115"/>
                    <a:pt x="1171" y="115"/>
                  </a:cubicBezTo>
                  <a:cubicBezTo>
                    <a:pt x="1171" y="115"/>
                    <a:pt x="1171" y="115"/>
                    <a:pt x="1172" y="115"/>
                  </a:cubicBezTo>
                  <a:moveTo>
                    <a:pt x="1172" y="115"/>
                  </a:moveTo>
                  <a:cubicBezTo>
                    <a:pt x="1172" y="115"/>
                    <a:pt x="1172" y="115"/>
                    <a:pt x="1172" y="115"/>
                  </a:cubicBezTo>
                  <a:cubicBezTo>
                    <a:pt x="1172" y="115"/>
                    <a:pt x="1172" y="115"/>
                    <a:pt x="1172" y="115"/>
                  </a:cubicBezTo>
                  <a:moveTo>
                    <a:pt x="1173" y="116"/>
                  </a:moveTo>
                  <a:cubicBezTo>
                    <a:pt x="1173" y="115"/>
                    <a:pt x="1173" y="115"/>
                    <a:pt x="1172" y="115"/>
                  </a:cubicBezTo>
                  <a:cubicBezTo>
                    <a:pt x="1173" y="115"/>
                    <a:pt x="1173" y="115"/>
                    <a:pt x="1173" y="116"/>
                  </a:cubicBezTo>
                  <a:moveTo>
                    <a:pt x="1174" y="116"/>
                  </a:moveTo>
                  <a:cubicBezTo>
                    <a:pt x="1174" y="116"/>
                    <a:pt x="1173" y="116"/>
                    <a:pt x="1173" y="116"/>
                  </a:cubicBezTo>
                  <a:cubicBezTo>
                    <a:pt x="1173" y="116"/>
                    <a:pt x="1174" y="116"/>
                    <a:pt x="1174" y="116"/>
                  </a:cubicBezTo>
                  <a:moveTo>
                    <a:pt x="1175" y="116"/>
                  </a:moveTo>
                  <a:cubicBezTo>
                    <a:pt x="1174" y="116"/>
                    <a:pt x="1174" y="116"/>
                    <a:pt x="1174" y="116"/>
                  </a:cubicBezTo>
                  <a:cubicBezTo>
                    <a:pt x="1174" y="116"/>
                    <a:pt x="1174" y="116"/>
                    <a:pt x="1175" y="116"/>
                  </a:cubicBezTo>
                  <a:moveTo>
                    <a:pt x="1175" y="116"/>
                  </a:moveTo>
                  <a:cubicBezTo>
                    <a:pt x="1175" y="116"/>
                    <a:pt x="1175" y="116"/>
                    <a:pt x="1175" y="116"/>
                  </a:cubicBezTo>
                  <a:cubicBezTo>
                    <a:pt x="1175" y="116"/>
                    <a:pt x="1175" y="116"/>
                    <a:pt x="1175" y="116"/>
                  </a:cubicBezTo>
                  <a:moveTo>
                    <a:pt x="1175" y="116"/>
                  </a:moveTo>
                  <a:cubicBezTo>
                    <a:pt x="1175" y="116"/>
                    <a:pt x="1175" y="116"/>
                    <a:pt x="1175" y="116"/>
                  </a:cubicBezTo>
                  <a:cubicBezTo>
                    <a:pt x="1175" y="116"/>
                    <a:pt x="1175" y="116"/>
                    <a:pt x="1175" y="116"/>
                  </a:cubicBezTo>
                  <a:moveTo>
                    <a:pt x="1176" y="116"/>
                  </a:moveTo>
                  <a:cubicBezTo>
                    <a:pt x="1176" y="116"/>
                    <a:pt x="1176" y="116"/>
                    <a:pt x="1175" y="116"/>
                  </a:cubicBezTo>
                  <a:cubicBezTo>
                    <a:pt x="1176" y="116"/>
                    <a:pt x="1176" y="116"/>
                    <a:pt x="1176" y="116"/>
                  </a:cubicBezTo>
                  <a:moveTo>
                    <a:pt x="1177" y="117"/>
                  </a:moveTo>
                  <a:cubicBezTo>
                    <a:pt x="1176" y="116"/>
                    <a:pt x="1176" y="116"/>
                    <a:pt x="1176" y="116"/>
                  </a:cubicBezTo>
                  <a:cubicBezTo>
                    <a:pt x="1176" y="116"/>
                    <a:pt x="1176" y="116"/>
                    <a:pt x="1177" y="117"/>
                  </a:cubicBezTo>
                  <a:moveTo>
                    <a:pt x="1177" y="117"/>
                  </a:moveTo>
                  <a:cubicBezTo>
                    <a:pt x="1177" y="117"/>
                    <a:pt x="1177" y="117"/>
                    <a:pt x="1177" y="117"/>
                  </a:cubicBezTo>
                  <a:cubicBezTo>
                    <a:pt x="1177" y="117"/>
                    <a:pt x="1177" y="117"/>
                    <a:pt x="1177" y="117"/>
                  </a:cubicBezTo>
                  <a:moveTo>
                    <a:pt x="1177" y="117"/>
                  </a:moveTo>
                  <a:cubicBezTo>
                    <a:pt x="1177" y="117"/>
                    <a:pt x="1177" y="117"/>
                    <a:pt x="1177" y="117"/>
                  </a:cubicBezTo>
                  <a:cubicBezTo>
                    <a:pt x="1177" y="117"/>
                    <a:pt x="1177" y="117"/>
                    <a:pt x="1177" y="117"/>
                  </a:cubicBezTo>
                  <a:moveTo>
                    <a:pt x="1178" y="117"/>
                  </a:moveTo>
                  <a:cubicBezTo>
                    <a:pt x="1178" y="117"/>
                    <a:pt x="1178" y="117"/>
                    <a:pt x="1177" y="117"/>
                  </a:cubicBezTo>
                  <a:cubicBezTo>
                    <a:pt x="1178" y="117"/>
                    <a:pt x="1178" y="117"/>
                    <a:pt x="1178" y="117"/>
                  </a:cubicBezTo>
                  <a:moveTo>
                    <a:pt x="1178" y="117"/>
                  </a:moveTo>
                  <a:cubicBezTo>
                    <a:pt x="1178" y="117"/>
                    <a:pt x="1178" y="117"/>
                    <a:pt x="1178" y="117"/>
                  </a:cubicBezTo>
                  <a:cubicBezTo>
                    <a:pt x="1178" y="117"/>
                    <a:pt x="1178" y="117"/>
                    <a:pt x="1178" y="117"/>
                  </a:cubicBezTo>
                  <a:moveTo>
                    <a:pt x="1178" y="117"/>
                  </a:moveTo>
                  <a:cubicBezTo>
                    <a:pt x="1178" y="117"/>
                    <a:pt x="1178" y="117"/>
                    <a:pt x="1178" y="117"/>
                  </a:cubicBezTo>
                  <a:cubicBezTo>
                    <a:pt x="1178" y="117"/>
                    <a:pt x="1178" y="117"/>
                    <a:pt x="1178" y="117"/>
                  </a:cubicBezTo>
                  <a:moveTo>
                    <a:pt x="1179" y="117"/>
                  </a:moveTo>
                  <a:cubicBezTo>
                    <a:pt x="1178" y="117"/>
                    <a:pt x="1178" y="117"/>
                    <a:pt x="1178"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80" y="117"/>
                  </a:cubicBezTo>
                  <a:cubicBezTo>
                    <a:pt x="1179" y="117"/>
                    <a:pt x="1179" y="117"/>
                    <a:pt x="1179"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1" y="117"/>
                    <a:pt x="1181" y="117"/>
                    <a:pt x="1181" y="117"/>
                  </a:cubicBezTo>
                  <a:cubicBezTo>
                    <a:pt x="1180" y="117"/>
                    <a:pt x="1180" y="117"/>
                    <a:pt x="1180" y="117"/>
                  </a:cubicBezTo>
                  <a:moveTo>
                    <a:pt x="1181" y="117"/>
                  </a:moveTo>
                  <a:cubicBezTo>
                    <a:pt x="1181" y="117"/>
                    <a:pt x="1181" y="117"/>
                    <a:pt x="1181" y="117"/>
                  </a:cubicBezTo>
                  <a:cubicBezTo>
                    <a:pt x="1181" y="117"/>
                    <a:pt x="1181" y="117"/>
                    <a:pt x="1181" y="117"/>
                  </a:cubicBezTo>
                  <a:moveTo>
                    <a:pt x="1181" y="117"/>
                  </a:moveTo>
                  <a:cubicBezTo>
                    <a:pt x="1181" y="117"/>
                    <a:pt x="1181" y="117"/>
                    <a:pt x="1181" y="117"/>
                  </a:cubicBezTo>
                  <a:cubicBezTo>
                    <a:pt x="1181" y="117"/>
                    <a:pt x="1181" y="117"/>
                    <a:pt x="1181" y="117"/>
                  </a:cubicBezTo>
                  <a:moveTo>
                    <a:pt x="1181" y="117"/>
                  </a:moveTo>
                  <a:cubicBezTo>
                    <a:pt x="1181" y="117"/>
                    <a:pt x="1181" y="117"/>
                    <a:pt x="1182" y="117"/>
                  </a:cubicBezTo>
                  <a:cubicBezTo>
                    <a:pt x="1181" y="117"/>
                    <a:pt x="1181" y="117"/>
                    <a:pt x="1181" y="117"/>
                  </a:cubicBezTo>
                  <a:moveTo>
                    <a:pt x="1182" y="117"/>
                  </a:moveTo>
                  <a:cubicBezTo>
                    <a:pt x="1182" y="117"/>
                    <a:pt x="1182" y="117"/>
                    <a:pt x="1182" y="117"/>
                  </a:cubicBezTo>
                  <a:cubicBezTo>
                    <a:pt x="1182" y="117"/>
                    <a:pt x="1182" y="117"/>
                    <a:pt x="1182" y="117"/>
                  </a:cubicBezTo>
                  <a:moveTo>
                    <a:pt x="1182" y="118"/>
                  </a:moveTo>
                  <a:cubicBezTo>
                    <a:pt x="1182" y="118"/>
                    <a:pt x="1182" y="118"/>
                    <a:pt x="1182" y="118"/>
                  </a:cubicBezTo>
                  <a:cubicBezTo>
                    <a:pt x="1182" y="118"/>
                    <a:pt x="1182" y="118"/>
                    <a:pt x="1182" y="118"/>
                  </a:cubicBezTo>
                  <a:moveTo>
                    <a:pt x="1182" y="118"/>
                  </a:moveTo>
                  <a:cubicBezTo>
                    <a:pt x="1182" y="118"/>
                    <a:pt x="1182" y="118"/>
                    <a:pt x="1182" y="118"/>
                  </a:cubicBezTo>
                  <a:cubicBezTo>
                    <a:pt x="1182" y="118"/>
                    <a:pt x="1182" y="118"/>
                    <a:pt x="1182" y="118"/>
                  </a:cubicBezTo>
                  <a:moveTo>
                    <a:pt x="1183" y="118"/>
                  </a:moveTo>
                  <a:cubicBezTo>
                    <a:pt x="1182" y="118"/>
                    <a:pt x="1182" y="118"/>
                    <a:pt x="1182" y="118"/>
                  </a:cubicBezTo>
                  <a:cubicBezTo>
                    <a:pt x="1183" y="118"/>
                    <a:pt x="1183" y="118"/>
                    <a:pt x="1183" y="118"/>
                  </a:cubicBezTo>
                  <a:moveTo>
                    <a:pt x="1183" y="119"/>
                  </a:moveTo>
                  <a:cubicBezTo>
                    <a:pt x="1183" y="118"/>
                    <a:pt x="1183" y="118"/>
                    <a:pt x="1183" y="118"/>
                  </a:cubicBezTo>
                  <a:cubicBezTo>
                    <a:pt x="1183" y="119"/>
                    <a:pt x="1183" y="119"/>
                    <a:pt x="1183" y="119"/>
                  </a:cubicBezTo>
                  <a:moveTo>
                    <a:pt x="1183" y="119"/>
                  </a:moveTo>
                  <a:cubicBezTo>
                    <a:pt x="1183" y="119"/>
                    <a:pt x="1183" y="119"/>
                    <a:pt x="1183" y="119"/>
                  </a:cubicBezTo>
                  <a:cubicBezTo>
                    <a:pt x="1183" y="119"/>
                    <a:pt x="1183" y="119"/>
                    <a:pt x="1183" y="119"/>
                  </a:cubicBezTo>
                  <a:moveTo>
                    <a:pt x="1184" y="119"/>
                  </a:moveTo>
                  <a:cubicBezTo>
                    <a:pt x="1183" y="119"/>
                    <a:pt x="1183" y="119"/>
                    <a:pt x="1183"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5" y="119"/>
                    <a:pt x="1185" y="120"/>
                    <a:pt x="1185" y="120"/>
                  </a:cubicBezTo>
                  <a:cubicBezTo>
                    <a:pt x="1185" y="120"/>
                    <a:pt x="1185" y="119"/>
                    <a:pt x="1184" y="119"/>
                  </a:cubicBezTo>
                  <a:moveTo>
                    <a:pt x="1186" y="120"/>
                  </a:moveTo>
                  <a:cubicBezTo>
                    <a:pt x="1186" y="120"/>
                    <a:pt x="1185" y="120"/>
                    <a:pt x="1185" y="120"/>
                  </a:cubicBezTo>
                  <a:cubicBezTo>
                    <a:pt x="1185" y="120"/>
                    <a:pt x="1186" y="120"/>
                    <a:pt x="1186" y="120"/>
                  </a:cubicBezTo>
                  <a:moveTo>
                    <a:pt x="1186" y="120"/>
                  </a:moveTo>
                  <a:cubicBezTo>
                    <a:pt x="1186" y="120"/>
                    <a:pt x="1186" y="120"/>
                    <a:pt x="1186" y="120"/>
                  </a:cubicBezTo>
                  <a:cubicBezTo>
                    <a:pt x="1186" y="120"/>
                    <a:pt x="1186" y="120"/>
                    <a:pt x="1186" y="120"/>
                  </a:cubicBezTo>
                  <a:moveTo>
                    <a:pt x="1186" y="120"/>
                  </a:moveTo>
                  <a:cubicBezTo>
                    <a:pt x="1186" y="120"/>
                    <a:pt x="1186" y="121"/>
                    <a:pt x="1186" y="121"/>
                  </a:cubicBezTo>
                  <a:cubicBezTo>
                    <a:pt x="1186" y="121"/>
                    <a:pt x="1186" y="120"/>
                    <a:pt x="1186" y="120"/>
                  </a:cubicBezTo>
                  <a:moveTo>
                    <a:pt x="1186" y="121"/>
                  </a:moveTo>
                  <a:cubicBezTo>
                    <a:pt x="1187" y="121"/>
                    <a:pt x="1187" y="121"/>
                    <a:pt x="1187" y="121"/>
                  </a:cubicBezTo>
                  <a:cubicBezTo>
                    <a:pt x="1187" y="121"/>
                    <a:pt x="1187" y="121"/>
                    <a:pt x="1186" y="121"/>
                  </a:cubicBezTo>
                  <a:moveTo>
                    <a:pt x="1187" y="121"/>
                  </a:moveTo>
                  <a:cubicBezTo>
                    <a:pt x="1188" y="122"/>
                    <a:pt x="1188" y="122"/>
                    <a:pt x="1188" y="122"/>
                  </a:cubicBezTo>
                  <a:cubicBezTo>
                    <a:pt x="1188" y="122"/>
                    <a:pt x="1188" y="122"/>
                    <a:pt x="1187" y="121"/>
                  </a:cubicBezTo>
                  <a:moveTo>
                    <a:pt x="1189" y="123"/>
                  </a:moveTo>
                  <a:cubicBezTo>
                    <a:pt x="1189" y="123"/>
                    <a:pt x="1189" y="122"/>
                    <a:pt x="1188" y="122"/>
                  </a:cubicBezTo>
                  <a:cubicBezTo>
                    <a:pt x="1189" y="122"/>
                    <a:pt x="1189" y="123"/>
                    <a:pt x="1189" y="123"/>
                  </a:cubicBezTo>
                  <a:moveTo>
                    <a:pt x="1189" y="123"/>
                  </a:moveTo>
                  <a:cubicBezTo>
                    <a:pt x="1190" y="123"/>
                    <a:pt x="1190" y="123"/>
                    <a:pt x="1190" y="123"/>
                  </a:cubicBezTo>
                  <a:cubicBezTo>
                    <a:pt x="1190" y="123"/>
                    <a:pt x="1190" y="123"/>
                    <a:pt x="1189" y="123"/>
                  </a:cubicBezTo>
                  <a:moveTo>
                    <a:pt x="1191" y="124"/>
                  </a:moveTo>
                  <a:cubicBezTo>
                    <a:pt x="1190" y="124"/>
                    <a:pt x="1190" y="124"/>
                    <a:pt x="1190" y="123"/>
                  </a:cubicBezTo>
                  <a:cubicBezTo>
                    <a:pt x="1190" y="124"/>
                    <a:pt x="1190" y="124"/>
                    <a:pt x="1191" y="124"/>
                  </a:cubicBezTo>
                  <a:moveTo>
                    <a:pt x="1192" y="125"/>
                  </a:moveTo>
                  <a:cubicBezTo>
                    <a:pt x="1192" y="124"/>
                    <a:pt x="1191" y="124"/>
                    <a:pt x="1191" y="124"/>
                  </a:cubicBezTo>
                  <a:cubicBezTo>
                    <a:pt x="1191" y="124"/>
                    <a:pt x="1192" y="124"/>
                    <a:pt x="1192" y="125"/>
                  </a:cubicBezTo>
                  <a:moveTo>
                    <a:pt x="1192" y="125"/>
                  </a:moveTo>
                  <a:cubicBezTo>
                    <a:pt x="1192" y="125"/>
                    <a:pt x="1193" y="125"/>
                    <a:pt x="1193" y="125"/>
                  </a:cubicBezTo>
                  <a:cubicBezTo>
                    <a:pt x="1193" y="125"/>
                    <a:pt x="1192" y="125"/>
                    <a:pt x="1192" y="125"/>
                  </a:cubicBezTo>
                  <a:moveTo>
                    <a:pt x="1194" y="126"/>
                  </a:moveTo>
                  <a:cubicBezTo>
                    <a:pt x="1194" y="126"/>
                    <a:pt x="1193" y="126"/>
                    <a:pt x="1193" y="125"/>
                  </a:cubicBezTo>
                  <a:cubicBezTo>
                    <a:pt x="1193" y="126"/>
                    <a:pt x="1194" y="126"/>
                    <a:pt x="1194" y="126"/>
                  </a:cubicBezTo>
                  <a:moveTo>
                    <a:pt x="1194" y="126"/>
                  </a:moveTo>
                  <a:cubicBezTo>
                    <a:pt x="1195" y="127"/>
                    <a:pt x="1195" y="127"/>
                    <a:pt x="1196" y="127"/>
                  </a:cubicBezTo>
                  <a:cubicBezTo>
                    <a:pt x="1195" y="127"/>
                    <a:pt x="1195" y="127"/>
                    <a:pt x="1194" y="126"/>
                  </a:cubicBezTo>
                  <a:moveTo>
                    <a:pt x="1196" y="127"/>
                  </a:moveTo>
                  <a:cubicBezTo>
                    <a:pt x="1196" y="127"/>
                    <a:pt x="1196" y="127"/>
                    <a:pt x="1196" y="128"/>
                  </a:cubicBezTo>
                  <a:cubicBezTo>
                    <a:pt x="1196" y="127"/>
                    <a:pt x="1196" y="127"/>
                    <a:pt x="1196" y="127"/>
                  </a:cubicBezTo>
                  <a:moveTo>
                    <a:pt x="1198" y="129"/>
                  </a:moveTo>
                  <a:cubicBezTo>
                    <a:pt x="1198" y="129"/>
                    <a:pt x="1197" y="128"/>
                    <a:pt x="1196" y="128"/>
                  </a:cubicBezTo>
                  <a:cubicBezTo>
                    <a:pt x="1197" y="128"/>
                    <a:pt x="1198" y="129"/>
                    <a:pt x="1198" y="129"/>
                  </a:cubicBezTo>
                  <a:moveTo>
                    <a:pt x="1199" y="130"/>
                  </a:moveTo>
                  <a:cubicBezTo>
                    <a:pt x="1199" y="130"/>
                    <a:pt x="1199" y="129"/>
                    <a:pt x="1198" y="129"/>
                  </a:cubicBezTo>
                  <a:cubicBezTo>
                    <a:pt x="1199" y="129"/>
                    <a:pt x="1199" y="130"/>
                    <a:pt x="1199" y="130"/>
                  </a:cubicBezTo>
                  <a:moveTo>
                    <a:pt x="1201" y="131"/>
                  </a:moveTo>
                  <a:cubicBezTo>
                    <a:pt x="1200" y="131"/>
                    <a:pt x="1199" y="130"/>
                    <a:pt x="1199" y="130"/>
                  </a:cubicBezTo>
                  <a:cubicBezTo>
                    <a:pt x="1199" y="130"/>
                    <a:pt x="1200" y="131"/>
                    <a:pt x="1201" y="131"/>
                  </a:cubicBezTo>
                  <a:moveTo>
                    <a:pt x="1202" y="132"/>
                  </a:moveTo>
                  <a:cubicBezTo>
                    <a:pt x="1203" y="132"/>
                    <a:pt x="1204" y="133"/>
                    <a:pt x="1204" y="133"/>
                  </a:cubicBezTo>
                  <a:cubicBezTo>
                    <a:pt x="1204" y="133"/>
                    <a:pt x="1202" y="132"/>
                    <a:pt x="1202" y="132"/>
                  </a:cubicBezTo>
                  <a:cubicBezTo>
                    <a:pt x="1202" y="132"/>
                    <a:pt x="1201" y="132"/>
                    <a:pt x="1201" y="131"/>
                  </a:cubicBezTo>
                  <a:cubicBezTo>
                    <a:pt x="1201" y="132"/>
                    <a:pt x="1202" y="132"/>
                    <a:pt x="1202" y="132"/>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2" y="47"/>
                    <a:pt x="1212" y="47"/>
                    <a:pt x="1212" y="47"/>
                  </a:cubicBezTo>
                  <a:cubicBezTo>
                    <a:pt x="1213" y="47"/>
                    <a:pt x="1213" y="47"/>
                    <a:pt x="1213" y="47"/>
                  </a:cubicBezTo>
                  <a:moveTo>
                    <a:pt x="1212" y="47"/>
                  </a:moveTo>
                  <a:cubicBezTo>
                    <a:pt x="1212" y="47"/>
                    <a:pt x="1212" y="47"/>
                    <a:pt x="1212" y="47"/>
                  </a:cubicBezTo>
                  <a:cubicBezTo>
                    <a:pt x="1212" y="47"/>
                    <a:pt x="1212" y="47"/>
                    <a:pt x="1212" y="47"/>
                  </a:cubicBezTo>
                  <a:moveTo>
                    <a:pt x="1212" y="47"/>
                  </a:moveTo>
                  <a:cubicBezTo>
                    <a:pt x="1212" y="47"/>
                    <a:pt x="1212" y="47"/>
                    <a:pt x="1212" y="47"/>
                  </a:cubicBezTo>
                  <a:cubicBezTo>
                    <a:pt x="1212" y="47"/>
                    <a:pt x="1212" y="47"/>
                    <a:pt x="1212" y="47"/>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1" y="46"/>
                    <a:pt x="1211" y="46"/>
                    <a:pt x="1211" y="46"/>
                  </a:cubicBezTo>
                  <a:cubicBezTo>
                    <a:pt x="1211" y="46"/>
                    <a:pt x="1211" y="46"/>
                    <a:pt x="1212"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5"/>
                    <a:pt x="1211" y="45"/>
                    <a:pt x="1211" y="45"/>
                  </a:cubicBezTo>
                  <a:cubicBezTo>
                    <a:pt x="1211" y="46"/>
                    <a:pt x="1211" y="46"/>
                    <a:pt x="1211" y="46"/>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0" y="44"/>
                  </a:moveTo>
                  <a:cubicBezTo>
                    <a:pt x="1210" y="44"/>
                    <a:pt x="1211" y="44"/>
                    <a:pt x="1211" y="45"/>
                  </a:cubicBezTo>
                  <a:cubicBezTo>
                    <a:pt x="1211" y="44"/>
                    <a:pt x="1211" y="44"/>
                    <a:pt x="1211"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3"/>
                  </a:cubicBezTo>
                  <a:cubicBezTo>
                    <a:pt x="1210" y="44"/>
                    <a:pt x="1210" y="44"/>
                    <a:pt x="1210" y="44"/>
                  </a:cubicBezTo>
                  <a:moveTo>
                    <a:pt x="1210" y="43"/>
                  </a:moveTo>
                  <a:cubicBezTo>
                    <a:pt x="1210" y="43"/>
                    <a:pt x="1210" y="43"/>
                    <a:pt x="1210" y="43"/>
                  </a:cubicBezTo>
                  <a:cubicBezTo>
                    <a:pt x="1210" y="43"/>
                    <a:pt x="1210" y="43"/>
                    <a:pt x="1210" y="43"/>
                  </a:cubicBezTo>
                  <a:moveTo>
                    <a:pt x="1194" y="59"/>
                  </a:moveTo>
                  <a:cubicBezTo>
                    <a:pt x="1206" y="73"/>
                    <a:pt x="1206" y="73"/>
                    <a:pt x="1206" y="73"/>
                  </a:cubicBezTo>
                  <a:cubicBezTo>
                    <a:pt x="1194" y="59"/>
                    <a:pt x="1194" y="59"/>
                    <a:pt x="1194" y="59"/>
                  </a:cubicBezTo>
                  <a:moveTo>
                    <a:pt x="1178" y="48"/>
                  </a:moveTo>
                  <a:cubicBezTo>
                    <a:pt x="1194" y="59"/>
                    <a:pt x="1194" y="59"/>
                    <a:pt x="1194" y="59"/>
                  </a:cubicBezTo>
                  <a:cubicBezTo>
                    <a:pt x="1178" y="48"/>
                    <a:pt x="1178" y="48"/>
                    <a:pt x="1178" y="48"/>
                  </a:cubicBezTo>
                  <a:cubicBezTo>
                    <a:pt x="1194" y="56"/>
                    <a:pt x="1194" y="56"/>
                    <a:pt x="1194" y="56"/>
                  </a:cubicBezTo>
                  <a:cubicBezTo>
                    <a:pt x="1178" y="48"/>
                    <a:pt x="1178" y="48"/>
                    <a:pt x="1178" y="48"/>
                  </a:cubicBezTo>
                  <a:moveTo>
                    <a:pt x="1239" y="42"/>
                  </a:moveTo>
                  <a:cubicBezTo>
                    <a:pt x="1219" y="30"/>
                    <a:pt x="1199" y="21"/>
                    <a:pt x="1179" y="12"/>
                  </a:cubicBezTo>
                  <a:cubicBezTo>
                    <a:pt x="1179" y="12"/>
                    <a:pt x="1179" y="12"/>
                    <a:pt x="1179" y="12"/>
                  </a:cubicBezTo>
                  <a:cubicBezTo>
                    <a:pt x="1181" y="13"/>
                    <a:pt x="1181" y="13"/>
                    <a:pt x="1191" y="18"/>
                  </a:cubicBezTo>
                  <a:cubicBezTo>
                    <a:pt x="1193" y="19"/>
                    <a:pt x="1195" y="20"/>
                    <a:pt x="1197" y="21"/>
                  </a:cubicBezTo>
                  <a:cubicBezTo>
                    <a:pt x="1183" y="15"/>
                    <a:pt x="1182" y="15"/>
                    <a:pt x="1179" y="14"/>
                  </a:cubicBezTo>
                  <a:cubicBezTo>
                    <a:pt x="1180" y="15"/>
                    <a:pt x="1181" y="16"/>
                    <a:pt x="1182" y="17"/>
                  </a:cubicBezTo>
                  <a:cubicBezTo>
                    <a:pt x="1187" y="19"/>
                    <a:pt x="1193" y="22"/>
                    <a:pt x="1198" y="24"/>
                  </a:cubicBezTo>
                  <a:cubicBezTo>
                    <a:pt x="1217" y="34"/>
                    <a:pt x="1217" y="34"/>
                    <a:pt x="1217" y="34"/>
                  </a:cubicBezTo>
                  <a:cubicBezTo>
                    <a:pt x="1219" y="36"/>
                    <a:pt x="1219" y="37"/>
                    <a:pt x="1221" y="37"/>
                  </a:cubicBezTo>
                  <a:cubicBezTo>
                    <a:pt x="1225" y="41"/>
                    <a:pt x="1230" y="46"/>
                    <a:pt x="1233" y="50"/>
                  </a:cubicBezTo>
                  <a:cubicBezTo>
                    <a:pt x="1203" y="38"/>
                    <a:pt x="1203" y="38"/>
                    <a:pt x="1203" y="38"/>
                  </a:cubicBezTo>
                  <a:cubicBezTo>
                    <a:pt x="1206" y="47"/>
                    <a:pt x="1206" y="49"/>
                    <a:pt x="1203" y="60"/>
                  </a:cubicBezTo>
                  <a:cubicBezTo>
                    <a:pt x="1179" y="47"/>
                    <a:pt x="1179" y="47"/>
                    <a:pt x="1179" y="47"/>
                  </a:cubicBezTo>
                  <a:cubicBezTo>
                    <a:pt x="1169" y="45"/>
                    <a:pt x="1169" y="45"/>
                    <a:pt x="1169" y="45"/>
                  </a:cubicBezTo>
                  <a:cubicBezTo>
                    <a:pt x="1169" y="45"/>
                    <a:pt x="1169" y="45"/>
                    <a:pt x="1169" y="46"/>
                  </a:cubicBezTo>
                  <a:cubicBezTo>
                    <a:pt x="1168" y="47"/>
                    <a:pt x="1167" y="50"/>
                    <a:pt x="1166" y="52"/>
                  </a:cubicBezTo>
                  <a:cubicBezTo>
                    <a:pt x="1156" y="50"/>
                    <a:pt x="1156" y="50"/>
                    <a:pt x="1156" y="50"/>
                  </a:cubicBezTo>
                  <a:cubicBezTo>
                    <a:pt x="1155" y="52"/>
                    <a:pt x="1154" y="53"/>
                    <a:pt x="1153" y="54"/>
                  </a:cubicBezTo>
                  <a:cubicBezTo>
                    <a:pt x="1155" y="60"/>
                    <a:pt x="1158" y="68"/>
                    <a:pt x="1158" y="73"/>
                  </a:cubicBezTo>
                  <a:cubicBezTo>
                    <a:pt x="1158" y="77"/>
                    <a:pt x="1157" y="82"/>
                    <a:pt x="1156" y="85"/>
                  </a:cubicBezTo>
                  <a:cubicBezTo>
                    <a:pt x="1156" y="85"/>
                    <a:pt x="1155" y="86"/>
                    <a:pt x="1155" y="86"/>
                  </a:cubicBezTo>
                  <a:cubicBezTo>
                    <a:pt x="1159" y="93"/>
                    <a:pt x="1159" y="93"/>
                    <a:pt x="1159" y="93"/>
                  </a:cubicBezTo>
                  <a:cubicBezTo>
                    <a:pt x="1164" y="99"/>
                    <a:pt x="1164" y="99"/>
                    <a:pt x="1164" y="99"/>
                  </a:cubicBezTo>
                  <a:cubicBezTo>
                    <a:pt x="1160" y="102"/>
                    <a:pt x="1156" y="104"/>
                    <a:pt x="1152" y="106"/>
                  </a:cubicBezTo>
                  <a:cubicBezTo>
                    <a:pt x="1157" y="109"/>
                    <a:pt x="1161" y="113"/>
                    <a:pt x="1166" y="116"/>
                  </a:cubicBezTo>
                  <a:cubicBezTo>
                    <a:pt x="1158" y="120"/>
                    <a:pt x="1158" y="120"/>
                    <a:pt x="1158" y="120"/>
                  </a:cubicBezTo>
                  <a:cubicBezTo>
                    <a:pt x="1150" y="133"/>
                    <a:pt x="1150" y="133"/>
                    <a:pt x="1150" y="133"/>
                  </a:cubicBezTo>
                  <a:cubicBezTo>
                    <a:pt x="1158" y="137"/>
                    <a:pt x="1158" y="137"/>
                    <a:pt x="1158" y="137"/>
                  </a:cubicBezTo>
                  <a:cubicBezTo>
                    <a:pt x="1180" y="153"/>
                    <a:pt x="1180" y="153"/>
                    <a:pt x="1180" y="153"/>
                  </a:cubicBezTo>
                  <a:cubicBezTo>
                    <a:pt x="1178" y="147"/>
                    <a:pt x="1178" y="147"/>
                    <a:pt x="1178" y="147"/>
                  </a:cubicBezTo>
                  <a:cubicBezTo>
                    <a:pt x="1199" y="154"/>
                    <a:pt x="1199" y="154"/>
                    <a:pt x="1199" y="154"/>
                  </a:cubicBezTo>
                  <a:cubicBezTo>
                    <a:pt x="1201" y="156"/>
                    <a:pt x="1203" y="158"/>
                    <a:pt x="1205" y="160"/>
                  </a:cubicBezTo>
                  <a:cubicBezTo>
                    <a:pt x="1213" y="164"/>
                    <a:pt x="1213" y="164"/>
                    <a:pt x="1213" y="164"/>
                  </a:cubicBezTo>
                  <a:cubicBezTo>
                    <a:pt x="1205" y="160"/>
                    <a:pt x="1205" y="160"/>
                    <a:pt x="1205" y="160"/>
                  </a:cubicBezTo>
                  <a:cubicBezTo>
                    <a:pt x="1205" y="160"/>
                    <a:pt x="1204" y="161"/>
                    <a:pt x="1203" y="161"/>
                  </a:cubicBezTo>
                  <a:cubicBezTo>
                    <a:pt x="1199" y="154"/>
                    <a:pt x="1199" y="154"/>
                    <a:pt x="1199" y="154"/>
                  </a:cubicBezTo>
                  <a:cubicBezTo>
                    <a:pt x="1178" y="147"/>
                    <a:pt x="1178" y="147"/>
                    <a:pt x="1178" y="147"/>
                  </a:cubicBezTo>
                  <a:cubicBezTo>
                    <a:pt x="1180" y="153"/>
                    <a:pt x="1180" y="153"/>
                    <a:pt x="1180" y="153"/>
                  </a:cubicBezTo>
                  <a:cubicBezTo>
                    <a:pt x="1194" y="165"/>
                    <a:pt x="1194" y="165"/>
                    <a:pt x="1194" y="165"/>
                  </a:cubicBezTo>
                  <a:cubicBezTo>
                    <a:pt x="1203" y="179"/>
                    <a:pt x="1203" y="179"/>
                    <a:pt x="1203" y="179"/>
                  </a:cubicBezTo>
                  <a:cubicBezTo>
                    <a:pt x="1202" y="179"/>
                    <a:pt x="1199" y="180"/>
                    <a:pt x="1198" y="180"/>
                  </a:cubicBezTo>
                  <a:cubicBezTo>
                    <a:pt x="1190" y="176"/>
                    <a:pt x="1190" y="176"/>
                    <a:pt x="1190" y="176"/>
                  </a:cubicBezTo>
                  <a:cubicBezTo>
                    <a:pt x="1181" y="160"/>
                    <a:pt x="1181" y="160"/>
                    <a:pt x="1181" y="160"/>
                  </a:cubicBezTo>
                  <a:cubicBezTo>
                    <a:pt x="1173" y="156"/>
                    <a:pt x="1173" y="156"/>
                    <a:pt x="1173" y="156"/>
                  </a:cubicBezTo>
                  <a:cubicBezTo>
                    <a:pt x="1173" y="157"/>
                    <a:pt x="1174" y="158"/>
                    <a:pt x="1175" y="158"/>
                  </a:cubicBezTo>
                  <a:cubicBezTo>
                    <a:pt x="1174" y="158"/>
                    <a:pt x="1173" y="157"/>
                    <a:pt x="1173" y="156"/>
                  </a:cubicBezTo>
                  <a:cubicBezTo>
                    <a:pt x="1162" y="146"/>
                    <a:pt x="1152" y="136"/>
                    <a:pt x="1140" y="127"/>
                  </a:cubicBezTo>
                  <a:cubicBezTo>
                    <a:pt x="1138" y="127"/>
                    <a:pt x="1136" y="128"/>
                    <a:pt x="1134" y="129"/>
                  </a:cubicBezTo>
                  <a:cubicBezTo>
                    <a:pt x="1133" y="130"/>
                    <a:pt x="1132" y="132"/>
                    <a:pt x="1131" y="133"/>
                  </a:cubicBezTo>
                  <a:cubicBezTo>
                    <a:pt x="1131" y="133"/>
                    <a:pt x="1135" y="151"/>
                    <a:pt x="1154" y="162"/>
                  </a:cubicBezTo>
                  <a:cubicBezTo>
                    <a:pt x="1146" y="157"/>
                    <a:pt x="1146" y="157"/>
                    <a:pt x="1146" y="157"/>
                  </a:cubicBezTo>
                  <a:cubicBezTo>
                    <a:pt x="1154" y="162"/>
                    <a:pt x="1154" y="162"/>
                    <a:pt x="1154" y="162"/>
                  </a:cubicBezTo>
                  <a:cubicBezTo>
                    <a:pt x="1158" y="169"/>
                    <a:pt x="1158" y="169"/>
                    <a:pt x="1158" y="169"/>
                  </a:cubicBezTo>
                  <a:cubicBezTo>
                    <a:pt x="1143" y="166"/>
                    <a:pt x="1143" y="166"/>
                    <a:pt x="1143" y="166"/>
                  </a:cubicBezTo>
                  <a:cubicBezTo>
                    <a:pt x="1142" y="166"/>
                    <a:pt x="1141" y="166"/>
                    <a:pt x="1140" y="167"/>
                  </a:cubicBezTo>
                  <a:cubicBezTo>
                    <a:pt x="1116" y="165"/>
                    <a:pt x="1116" y="165"/>
                    <a:pt x="1116" y="165"/>
                  </a:cubicBezTo>
                  <a:cubicBezTo>
                    <a:pt x="1120" y="169"/>
                    <a:pt x="1123" y="173"/>
                    <a:pt x="1127" y="178"/>
                  </a:cubicBezTo>
                  <a:cubicBezTo>
                    <a:pt x="1126" y="178"/>
                    <a:pt x="1125" y="179"/>
                    <a:pt x="1124" y="179"/>
                  </a:cubicBezTo>
                  <a:cubicBezTo>
                    <a:pt x="1182" y="248"/>
                    <a:pt x="1233" y="329"/>
                    <a:pt x="1273" y="419"/>
                  </a:cubicBezTo>
                  <a:cubicBezTo>
                    <a:pt x="1284" y="409"/>
                    <a:pt x="1284" y="409"/>
                    <a:pt x="1284" y="409"/>
                  </a:cubicBezTo>
                  <a:cubicBezTo>
                    <a:pt x="1299" y="443"/>
                    <a:pt x="1299" y="443"/>
                    <a:pt x="1299" y="443"/>
                  </a:cubicBezTo>
                  <a:cubicBezTo>
                    <a:pt x="1288" y="452"/>
                    <a:pt x="1288" y="452"/>
                    <a:pt x="1288" y="452"/>
                  </a:cubicBezTo>
                  <a:cubicBezTo>
                    <a:pt x="1299" y="479"/>
                    <a:pt x="1310" y="507"/>
                    <a:pt x="1319" y="535"/>
                  </a:cubicBezTo>
                  <a:cubicBezTo>
                    <a:pt x="1483" y="494"/>
                    <a:pt x="1569" y="435"/>
                    <a:pt x="1558" y="374"/>
                  </a:cubicBezTo>
                  <a:cubicBezTo>
                    <a:pt x="1556" y="371"/>
                    <a:pt x="1556" y="371"/>
                    <a:pt x="1556" y="371"/>
                  </a:cubicBezTo>
                  <a:cubicBezTo>
                    <a:pt x="1557" y="372"/>
                    <a:pt x="1557" y="373"/>
                    <a:pt x="1557" y="374"/>
                  </a:cubicBezTo>
                  <a:cubicBezTo>
                    <a:pt x="1550" y="367"/>
                    <a:pt x="1550" y="367"/>
                    <a:pt x="1550" y="367"/>
                  </a:cubicBezTo>
                  <a:cubicBezTo>
                    <a:pt x="1538" y="344"/>
                    <a:pt x="1538" y="344"/>
                    <a:pt x="1538" y="344"/>
                  </a:cubicBezTo>
                  <a:cubicBezTo>
                    <a:pt x="1549" y="369"/>
                    <a:pt x="1549" y="369"/>
                    <a:pt x="1549" y="369"/>
                  </a:cubicBezTo>
                  <a:cubicBezTo>
                    <a:pt x="1538" y="344"/>
                    <a:pt x="1538" y="344"/>
                    <a:pt x="1538" y="344"/>
                  </a:cubicBezTo>
                  <a:cubicBezTo>
                    <a:pt x="1533" y="332"/>
                    <a:pt x="1533" y="332"/>
                    <a:pt x="1533" y="332"/>
                  </a:cubicBezTo>
                  <a:cubicBezTo>
                    <a:pt x="1542" y="343"/>
                    <a:pt x="1542" y="343"/>
                    <a:pt x="1542" y="343"/>
                  </a:cubicBezTo>
                  <a:cubicBezTo>
                    <a:pt x="1542" y="343"/>
                    <a:pt x="1541" y="343"/>
                    <a:pt x="1541" y="342"/>
                  </a:cubicBezTo>
                  <a:cubicBezTo>
                    <a:pt x="1535" y="331"/>
                    <a:pt x="1535" y="331"/>
                    <a:pt x="1535" y="331"/>
                  </a:cubicBezTo>
                  <a:cubicBezTo>
                    <a:pt x="1538" y="336"/>
                    <a:pt x="1542" y="340"/>
                    <a:pt x="1551" y="355"/>
                  </a:cubicBezTo>
                  <a:cubicBezTo>
                    <a:pt x="1551" y="356"/>
                    <a:pt x="1552" y="357"/>
                    <a:pt x="1553" y="357"/>
                  </a:cubicBezTo>
                  <a:cubicBezTo>
                    <a:pt x="1552" y="356"/>
                    <a:pt x="1551" y="355"/>
                    <a:pt x="1550" y="353"/>
                  </a:cubicBezTo>
                  <a:cubicBezTo>
                    <a:pt x="1544" y="343"/>
                    <a:pt x="1544" y="343"/>
                    <a:pt x="1544" y="343"/>
                  </a:cubicBezTo>
                  <a:cubicBezTo>
                    <a:pt x="1543" y="341"/>
                    <a:pt x="1543" y="341"/>
                    <a:pt x="1543" y="341"/>
                  </a:cubicBezTo>
                  <a:cubicBezTo>
                    <a:pt x="1526" y="312"/>
                    <a:pt x="1522" y="306"/>
                    <a:pt x="1504" y="280"/>
                  </a:cubicBezTo>
                  <a:cubicBezTo>
                    <a:pt x="1507" y="284"/>
                    <a:pt x="1507" y="284"/>
                    <a:pt x="1507" y="284"/>
                  </a:cubicBezTo>
                  <a:cubicBezTo>
                    <a:pt x="1523" y="308"/>
                    <a:pt x="1529" y="318"/>
                    <a:pt x="1537" y="332"/>
                  </a:cubicBezTo>
                  <a:cubicBezTo>
                    <a:pt x="1536" y="329"/>
                    <a:pt x="1534" y="326"/>
                    <a:pt x="1532" y="324"/>
                  </a:cubicBezTo>
                  <a:cubicBezTo>
                    <a:pt x="1515" y="295"/>
                    <a:pt x="1510" y="289"/>
                    <a:pt x="1478" y="245"/>
                  </a:cubicBezTo>
                  <a:cubicBezTo>
                    <a:pt x="1455" y="219"/>
                    <a:pt x="1424" y="185"/>
                    <a:pt x="1399" y="160"/>
                  </a:cubicBezTo>
                  <a:cubicBezTo>
                    <a:pt x="1401" y="161"/>
                    <a:pt x="1401" y="161"/>
                    <a:pt x="1401" y="161"/>
                  </a:cubicBezTo>
                  <a:cubicBezTo>
                    <a:pt x="1374" y="137"/>
                    <a:pt x="1326" y="92"/>
                    <a:pt x="1239" y="42"/>
                  </a:cubicBezTo>
                  <a:moveTo>
                    <a:pt x="1166" y="52"/>
                  </a:moveTo>
                  <a:cubicBezTo>
                    <a:pt x="1163" y="50"/>
                    <a:pt x="1160" y="49"/>
                    <a:pt x="1158" y="48"/>
                  </a:cubicBezTo>
                  <a:cubicBezTo>
                    <a:pt x="1157" y="48"/>
                    <a:pt x="1157" y="49"/>
                    <a:pt x="1156" y="50"/>
                  </a:cubicBezTo>
                  <a:cubicBezTo>
                    <a:pt x="1156" y="50"/>
                    <a:pt x="1156" y="50"/>
                    <a:pt x="1156" y="50"/>
                  </a:cubicBezTo>
                  <a:cubicBezTo>
                    <a:pt x="1166" y="52"/>
                    <a:pt x="1166" y="52"/>
                    <a:pt x="1166" y="52"/>
                  </a:cubicBezTo>
                  <a:moveTo>
                    <a:pt x="1074" y="123"/>
                  </a:moveTo>
                  <a:cubicBezTo>
                    <a:pt x="1080" y="117"/>
                    <a:pt x="1088" y="110"/>
                    <a:pt x="1094" y="104"/>
                  </a:cubicBezTo>
                  <a:cubicBezTo>
                    <a:pt x="1079" y="92"/>
                    <a:pt x="1079" y="92"/>
                    <a:pt x="1079" y="92"/>
                  </a:cubicBezTo>
                  <a:cubicBezTo>
                    <a:pt x="1075" y="99"/>
                    <a:pt x="1070" y="108"/>
                    <a:pt x="1065" y="114"/>
                  </a:cubicBezTo>
                  <a:cubicBezTo>
                    <a:pt x="1067" y="117"/>
                    <a:pt x="1071" y="120"/>
                    <a:pt x="1074" y="123"/>
                  </a:cubicBezTo>
                  <a:moveTo>
                    <a:pt x="460" y="29"/>
                  </a:moveTo>
                  <a:cubicBezTo>
                    <a:pt x="467" y="30"/>
                    <a:pt x="467" y="30"/>
                    <a:pt x="467" y="30"/>
                  </a:cubicBezTo>
                  <a:cubicBezTo>
                    <a:pt x="475" y="26"/>
                    <a:pt x="475" y="26"/>
                    <a:pt x="475" y="26"/>
                  </a:cubicBezTo>
                  <a:cubicBezTo>
                    <a:pt x="486" y="19"/>
                    <a:pt x="486" y="19"/>
                    <a:pt x="486" y="19"/>
                  </a:cubicBezTo>
                  <a:cubicBezTo>
                    <a:pt x="477" y="22"/>
                    <a:pt x="477" y="22"/>
                    <a:pt x="477" y="22"/>
                  </a:cubicBezTo>
                  <a:cubicBezTo>
                    <a:pt x="477" y="22"/>
                    <a:pt x="478" y="21"/>
                    <a:pt x="479" y="20"/>
                  </a:cubicBezTo>
                  <a:cubicBezTo>
                    <a:pt x="491" y="12"/>
                    <a:pt x="491" y="12"/>
                    <a:pt x="491" y="12"/>
                  </a:cubicBezTo>
                  <a:cubicBezTo>
                    <a:pt x="477" y="16"/>
                    <a:pt x="477" y="16"/>
                    <a:pt x="477" y="16"/>
                  </a:cubicBezTo>
                  <a:cubicBezTo>
                    <a:pt x="491" y="12"/>
                    <a:pt x="491" y="12"/>
                    <a:pt x="491" y="12"/>
                  </a:cubicBezTo>
                  <a:cubicBezTo>
                    <a:pt x="510" y="5"/>
                    <a:pt x="510" y="5"/>
                    <a:pt x="510" y="5"/>
                  </a:cubicBezTo>
                  <a:cubicBezTo>
                    <a:pt x="502" y="6"/>
                    <a:pt x="502" y="6"/>
                    <a:pt x="502" y="6"/>
                  </a:cubicBezTo>
                  <a:cubicBezTo>
                    <a:pt x="494" y="9"/>
                    <a:pt x="494" y="9"/>
                    <a:pt x="494" y="9"/>
                  </a:cubicBezTo>
                  <a:cubicBezTo>
                    <a:pt x="502" y="6"/>
                    <a:pt x="502" y="6"/>
                    <a:pt x="502" y="6"/>
                  </a:cubicBezTo>
                  <a:cubicBezTo>
                    <a:pt x="507" y="2"/>
                    <a:pt x="507" y="2"/>
                    <a:pt x="507" y="2"/>
                  </a:cubicBezTo>
                  <a:cubicBezTo>
                    <a:pt x="494" y="5"/>
                    <a:pt x="494" y="5"/>
                    <a:pt x="494" y="5"/>
                  </a:cubicBezTo>
                  <a:cubicBezTo>
                    <a:pt x="492" y="6"/>
                    <a:pt x="490" y="8"/>
                    <a:pt x="488" y="9"/>
                  </a:cubicBezTo>
                  <a:cubicBezTo>
                    <a:pt x="470" y="18"/>
                    <a:pt x="470" y="18"/>
                    <a:pt x="470" y="18"/>
                  </a:cubicBezTo>
                  <a:cubicBezTo>
                    <a:pt x="474" y="15"/>
                    <a:pt x="477" y="12"/>
                    <a:pt x="482" y="9"/>
                  </a:cubicBezTo>
                  <a:cubicBezTo>
                    <a:pt x="477" y="10"/>
                    <a:pt x="472" y="13"/>
                    <a:pt x="466" y="15"/>
                  </a:cubicBezTo>
                  <a:cubicBezTo>
                    <a:pt x="472" y="13"/>
                    <a:pt x="472" y="13"/>
                    <a:pt x="472" y="13"/>
                  </a:cubicBezTo>
                  <a:cubicBezTo>
                    <a:pt x="469" y="15"/>
                    <a:pt x="466" y="18"/>
                    <a:pt x="463" y="20"/>
                  </a:cubicBezTo>
                  <a:cubicBezTo>
                    <a:pt x="463" y="21"/>
                    <a:pt x="462" y="22"/>
                    <a:pt x="461" y="22"/>
                  </a:cubicBezTo>
                  <a:cubicBezTo>
                    <a:pt x="451" y="27"/>
                    <a:pt x="451" y="27"/>
                    <a:pt x="451" y="27"/>
                  </a:cubicBezTo>
                  <a:cubicBezTo>
                    <a:pt x="450" y="28"/>
                    <a:pt x="450" y="29"/>
                    <a:pt x="449" y="29"/>
                  </a:cubicBezTo>
                  <a:cubicBezTo>
                    <a:pt x="467" y="21"/>
                    <a:pt x="467" y="21"/>
                    <a:pt x="467" y="21"/>
                  </a:cubicBezTo>
                  <a:cubicBezTo>
                    <a:pt x="466" y="22"/>
                    <a:pt x="466" y="23"/>
                    <a:pt x="465" y="23"/>
                  </a:cubicBezTo>
                  <a:cubicBezTo>
                    <a:pt x="463" y="25"/>
                    <a:pt x="463" y="26"/>
                    <a:pt x="462" y="27"/>
                  </a:cubicBezTo>
                  <a:cubicBezTo>
                    <a:pt x="461" y="28"/>
                    <a:pt x="461" y="29"/>
                    <a:pt x="460" y="29"/>
                  </a:cubicBezTo>
                  <a:moveTo>
                    <a:pt x="508" y="10"/>
                  </a:moveTo>
                  <a:cubicBezTo>
                    <a:pt x="509" y="10"/>
                    <a:pt x="510" y="10"/>
                    <a:pt x="511" y="9"/>
                  </a:cubicBezTo>
                  <a:cubicBezTo>
                    <a:pt x="511" y="9"/>
                    <a:pt x="511" y="9"/>
                    <a:pt x="511" y="9"/>
                  </a:cubicBezTo>
                  <a:cubicBezTo>
                    <a:pt x="511" y="9"/>
                    <a:pt x="513" y="9"/>
                    <a:pt x="512" y="7"/>
                  </a:cubicBezTo>
                  <a:cubicBezTo>
                    <a:pt x="512" y="7"/>
                    <a:pt x="511" y="7"/>
                    <a:pt x="511" y="7"/>
                  </a:cubicBezTo>
                  <a:cubicBezTo>
                    <a:pt x="507" y="8"/>
                    <a:pt x="497" y="11"/>
                    <a:pt x="497" y="11"/>
                  </a:cubicBezTo>
                  <a:cubicBezTo>
                    <a:pt x="497" y="12"/>
                    <a:pt x="496" y="13"/>
                    <a:pt x="496" y="13"/>
                  </a:cubicBezTo>
                  <a:cubicBezTo>
                    <a:pt x="496" y="14"/>
                    <a:pt x="495" y="14"/>
                    <a:pt x="494" y="15"/>
                  </a:cubicBezTo>
                  <a:cubicBezTo>
                    <a:pt x="495" y="15"/>
                    <a:pt x="495" y="15"/>
                    <a:pt x="498" y="14"/>
                  </a:cubicBezTo>
                  <a:cubicBezTo>
                    <a:pt x="499" y="13"/>
                    <a:pt x="504" y="12"/>
                    <a:pt x="508" y="10"/>
                  </a:cubicBezTo>
                  <a:moveTo>
                    <a:pt x="489" y="37"/>
                  </a:moveTo>
                  <a:cubicBezTo>
                    <a:pt x="489" y="37"/>
                    <a:pt x="489" y="37"/>
                    <a:pt x="489" y="37"/>
                  </a:cubicBezTo>
                  <a:cubicBezTo>
                    <a:pt x="489" y="37"/>
                    <a:pt x="489" y="36"/>
                    <a:pt x="489" y="35"/>
                  </a:cubicBezTo>
                  <a:cubicBezTo>
                    <a:pt x="495" y="32"/>
                    <a:pt x="501" y="30"/>
                    <a:pt x="506" y="27"/>
                  </a:cubicBezTo>
                  <a:cubicBezTo>
                    <a:pt x="498" y="28"/>
                    <a:pt x="498" y="28"/>
                    <a:pt x="498" y="28"/>
                  </a:cubicBezTo>
                  <a:cubicBezTo>
                    <a:pt x="480" y="40"/>
                    <a:pt x="480" y="40"/>
                    <a:pt x="480" y="40"/>
                  </a:cubicBezTo>
                  <a:cubicBezTo>
                    <a:pt x="455" y="49"/>
                    <a:pt x="455" y="49"/>
                    <a:pt x="455" y="49"/>
                  </a:cubicBezTo>
                  <a:cubicBezTo>
                    <a:pt x="455" y="50"/>
                    <a:pt x="455" y="50"/>
                    <a:pt x="455" y="51"/>
                  </a:cubicBezTo>
                  <a:cubicBezTo>
                    <a:pt x="455" y="52"/>
                    <a:pt x="455" y="52"/>
                    <a:pt x="455" y="53"/>
                  </a:cubicBezTo>
                  <a:cubicBezTo>
                    <a:pt x="462" y="49"/>
                    <a:pt x="463" y="48"/>
                    <a:pt x="464" y="47"/>
                  </a:cubicBezTo>
                  <a:cubicBezTo>
                    <a:pt x="464" y="47"/>
                    <a:pt x="464" y="47"/>
                    <a:pt x="464" y="48"/>
                  </a:cubicBezTo>
                  <a:cubicBezTo>
                    <a:pt x="475" y="43"/>
                    <a:pt x="475" y="43"/>
                    <a:pt x="489" y="37"/>
                  </a:cubicBezTo>
                  <a:moveTo>
                    <a:pt x="498" y="22"/>
                  </a:moveTo>
                  <a:cubicBezTo>
                    <a:pt x="498" y="23"/>
                    <a:pt x="498" y="25"/>
                    <a:pt x="498" y="25"/>
                  </a:cubicBezTo>
                  <a:cubicBezTo>
                    <a:pt x="505" y="23"/>
                    <a:pt x="505" y="23"/>
                    <a:pt x="505" y="23"/>
                  </a:cubicBezTo>
                  <a:cubicBezTo>
                    <a:pt x="516" y="14"/>
                    <a:pt x="516" y="14"/>
                    <a:pt x="516" y="14"/>
                  </a:cubicBezTo>
                  <a:cubicBezTo>
                    <a:pt x="498" y="22"/>
                    <a:pt x="498" y="22"/>
                    <a:pt x="498" y="22"/>
                  </a:cubicBezTo>
                  <a:moveTo>
                    <a:pt x="1153" y="54"/>
                  </a:moveTo>
                  <a:cubicBezTo>
                    <a:pt x="1154" y="53"/>
                    <a:pt x="1155" y="52"/>
                    <a:pt x="1156" y="50"/>
                  </a:cubicBezTo>
                  <a:cubicBezTo>
                    <a:pt x="1129" y="39"/>
                    <a:pt x="1129" y="39"/>
                    <a:pt x="1129" y="39"/>
                  </a:cubicBezTo>
                  <a:cubicBezTo>
                    <a:pt x="1128" y="41"/>
                    <a:pt x="1127" y="41"/>
                    <a:pt x="1126" y="42"/>
                  </a:cubicBezTo>
                  <a:cubicBezTo>
                    <a:pt x="1126" y="43"/>
                    <a:pt x="1126" y="43"/>
                    <a:pt x="1143" y="52"/>
                  </a:cubicBezTo>
                  <a:cubicBezTo>
                    <a:pt x="1143" y="52"/>
                    <a:pt x="1144" y="51"/>
                    <a:pt x="1145" y="50"/>
                  </a:cubicBezTo>
                  <a:cubicBezTo>
                    <a:pt x="1146" y="49"/>
                    <a:pt x="1146" y="48"/>
                    <a:pt x="1146" y="47"/>
                  </a:cubicBezTo>
                  <a:cubicBezTo>
                    <a:pt x="1146" y="48"/>
                    <a:pt x="1146" y="49"/>
                    <a:pt x="1145" y="50"/>
                  </a:cubicBezTo>
                  <a:cubicBezTo>
                    <a:pt x="1147" y="51"/>
                    <a:pt x="1150" y="53"/>
                    <a:pt x="1153" y="54"/>
                  </a:cubicBezTo>
                  <a:moveTo>
                    <a:pt x="1129" y="52"/>
                  </a:moveTo>
                  <a:cubicBezTo>
                    <a:pt x="1127" y="51"/>
                    <a:pt x="1124" y="50"/>
                    <a:pt x="1121" y="48"/>
                  </a:cubicBezTo>
                  <a:cubicBezTo>
                    <a:pt x="1121" y="49"/>
                    <a:pt x="1120" y="49"/>
                    <a:pt x="1120" y="50"/>
                  </a:cubicBezTo>
                  <a:cubicBezTo>
                    <a:pt x="1109" y="47"/>
                    <a:pt x="1109" y="47"/>
                    <a:pt x="1109" y="47"/>
                  </a:cubicBezTo>
                  <a:cubicBezTo>
                    <a:pt x="1115" y="50"/>
                    <a:pt x="1120" y="53"/>
                    <a:pt x="1125" y="56"/>
                  </a:cubicBezTo>
                  <a:cubicBezTo>
                    <a:pt x="1127" y="55"/>
                    <a:pt x="1128" y="54"/>
                    <a:pt x="1129" y="52"/>
                  </a:cubicBezTo>
                  <a:moveTo>
                    <a:pt x="1133" y="49"/>
                  </a:moveTo>
                  <a:cubicBezTo>
                    <a:pt x="1128" y="46"/>
                    <a:pt x="1122" y="44"/>
                    <a:pt x="1116" y="41"/>
                  </a:cubicBezTo>
                  <a:cubicBezTo>
                    <a:pt x="1116" y="42"/>
                    <a:pt x="1115" y="43"/>
                    <a:pt x="1114" y="44"/>
                  </a:cubicBezTo>
                  <a:cubicBezTo>
                    <a:pt x="1121" y="48"/>
                    <a:pt x="1121" y="48"/>
                    <a:pt x="1121" y="48"/>
                  </a:cubicBezTo>
                  <a:cubicBezTo>
                    <a:pt x="1124" y="50"/>
                    <a:pt x="1127" y="51"/>
                    <a:pt x="1129" y="52"/>
                  </a:cubicBezTo>
                  <a:cubicBezTo>
                    <a:pt x="1131" y="51"/>
                    <a:pt x="1132" y="50"/>
                    <a:pt x="1133" y="49"/>
                  </a:cubicBezTo>
                  <a:moveTo>
                    <a:pt x="1121" y="48"/>
                  </a:moveTo>
                  <a:cubicBezTo>
                    <a:pt x="1114" y="44"/>
                    <a:pt x="1114" y="44"/>
                    <a:pt x="1114" y="44"/>
                  </a:cubicBezTo>
                  <a:cubicBezTo>
                    <a:pt x="1105" y="40"/>
                    <a:pt x="1105" y="40"/>
                    <a:pt x="1105" y="40"/>
                  </a:cubicBezTo>
                  <a:cubicBezTo>
                    <a:pt x="1103" y="42"/>
                    <a:pt x="1102" y="43"/>
                    <a:pt x="1100" y="44"/>
                  </a:cubicBezTo>
                  <a:cubicBezTo>
                    <a:pt x="1103" y="46"/>
                    <a:pt x="1105" y="47"/>
                    <a:pt x="1108" y="48"/>
                  </a:cubicBezTo>
                  <a:cubicBezTo>
                    <a:pt x="1108" y="48"/>
                    <a:pt x="1109" y="47"/>
                    <a:pt x="1109" y="47"/>
                  </a:cubicBezTo>
                  <a:cubicBezTo>
                    <a:pt x="1120" y="50"/>
                    <a:pt x="1120" y="50"/>
                    <a:pt x="1120" y="50"/>
                  </a:cubicBezTo>
                  <a:cubicBezTo>
                    <a:pt x="1120" y="49"/>
                    <a:pt x="1121" y="49"/>
                    <a:pt x="1121" y="48"/>
                  </a:cubicBezTo>
                  <a:moveTo>
                    <a:pt x="518" y="34"/>
                  </a:moveTo>
                  <a:cubicBezTo>
                    <a:pt x="521" y="33"/>
                    <a:pt x="524" y="32"/>
                    <a:pt x="527" y="30"/>
                  </a:cubicBezTo>
                  <a:cubicBezTo>
                    <a:pt x="534" y="22"/>
                    <a:pt x="534" y="22"/>
                    <a:pt x="534" y="22"/>
                  </a:cubicBezTo>
                  <a:cubicBezTo>
                    <a:pt x="533" y="21"/>
                    <a:pt x="533" y="20"/>
                    <a:pt x="533" y="19"/>
                  </a:cubicBezTo>
                  <a:cubicBezTo>
                    <a:pt x="533" y="20"/>
                    <a:pt x="533" y="21"/>
                    <a:pt x="534" y="22"/>
                  </a:cubicBezTo>
                  <a:cubicBezTo>
                    <a:pt x="537" y="21"/>
                    <a:pt x="540" y="20"/>
                    <a:pt x="543" y="19"/>
                  </a:cubicBezTo>
                  <a:cubicBezTo>
                    <a:pt x="542" y="18"/>
                    <a:pt x="542" y="17"/>
                    <a:pt x="542" y="16"/>
                  </a:cubicBezTo>
                  <a:cubicBezTo>
                    <a:pt x="533" y="17"/>
                    <a:pt x="533" y="17"/>
                    <a:pt x="533" y="17"/>
                  </a:cubicBezTo>
                  <a:cubicBezTo>
                    <a:pt x="527" y="20"/>
                    <a:pt x="521" y="22"/>
                    <a:pt x="515" y="24"/>
                  </a:cubicBezTo>
                  <a:cubicBezTo>
                    <a:pt x="514" y="25"/>
                    <a:pt x="513" y="26"/>
                    <a:pt x="506" y="31"/>
                  </a:cubicBezTo>
                  <a:cubicBezTo>
                    <a:pt x="501" y="34"/>
                    <a:pt x="500" y="36"/>
                    <a:pt x="500" y="37"/>
                  </a:cubicBezTo>
                  <a:cubicBezTo>
                    <a:pt x="500" y="37"/>
                    <a:pt x="501" y="37"/>
                    <a:pt x="508" y="34"/>
                  </a:cubicBezTo>
                  <a:cubicBezTo>
                    <a:pt x="508" y="35"/>
                    <a:pt x="508" y="35"/>
                    <a:pt x="508" y="35"/>
                  </a:cubicBezTo>
                  <a:cubicBezTo>
                    <a:pt x="518" y="34"/>
                    <a:pt x="518" y="34"/>
                    <a:pt x="518" y="34"/>
                  </a:cubicBezTo>
                  <a:moveTo>
                    <a:pt x="1034" y="79"/>
                  </a:moveTo>
                  <a:cubicBezTo>
                    <a:pt x="1030" y="76"/>
                    <a:pt x="1026" y="73"/>
                    <a:pt x="1022" y="70"/>
                  </a:cubicBezTo>
                  <a:cubicBezTo>
                    <a:pt x="1021" y="70"/>
                    <a:pt x="1019" y="70"/>
                    <a:pt x="1018" y="70"/>
                  </a:cubicBezTo>
                  <a:cubicBezTo>
                    <a:pt x="1022" y="74"/>
                    <a:pt x="1026" y="77"/>
                    <a:pt x="1030" y="81"/>
                  </a:cubicBezTo>
                  <a:cubicBezTo>
                    <a:pt x="1032" y="80"/>
                    <a:pt x="1033" y="80"/>
                    <a:pt x="1034" y="79"/>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01" y="42"/>
                  </a:moveTo>
                  <a:cubicBezTo>
                    <a:pt x="504" y="40"/>
                    <a:pt x="507" y="39"/>
                    <a:pt x="510" y="38"/>
                  </a:cubicBezTo>
                  <a:cubicBezTo>
                    <a:pt x="507" y="39"/>
                    <a:pt x="504" y="40"/>
                    <a:pt x="501" y="42"/>
                  </a:cubicBezTo>
                  <a:moveTo>
                    <a:pt x="550" y="61"/>
                  </a:moveTo>
                  <a:cubicBezTo>
                    <a:pt x="552" y="60"/>
                    <a:pt x="555" y="58"/>
                    <a:pt x="558" y="57"/>
                  </a:cubicBezTo>
                  <a:cubicBezTo>
                    <a:pt x="555" y="58"/>
                    <a:pt x="552" y="60"/>
                    <a:pt x="550" y="61"/>
                  </a:cubicBezTo>
                  <a:moveTo>
                    <a:pt x="582" y="53"/>
                  </a:moveTo>
                  <a:cubicBezTo>
                    <a:pt x="586" y="53"/>
                    <a:pt x="586" y="53"/>
                    <a:pt x="586" y="53"/>
                  </a:cubicBezTo>
                  <a:cubicBezTo>
                    <a:pt x="582" y="53"/>
                    <a:pt x="582" y="53"/>
                    <a:pt x="582" y="53"/>
                  </a:cubicBezTo>
                  <a:moveTo>
                    <a:pt x="529" y="89"/>
                  </a:moveTo>
                  <a:cubicBezTo>
                    <a:pt x="548" y="76"/>
                    <a:pt x="567" y="64"/>
                    <a:pt x="586" y="53"/>
                  </a:cubicBezTo>
                  <a:cubicBezTo>
                    <a:pt x="582" y="53"/>
                    <a:pt x="582" y="53"/>
                    <a:pt x="582" y="53"/>
                  </a:cubicBezTo>
                  <a:cubicBezTo>
                    <a:pt x="579" y="49"/>
                    <a:pt x="579" y="49"/>
                    <a:pt x="579" y="49"/>
                  </a:cubicBezTo>
                  <a:cubicBezTo>
                    <a:pt x="596" y="43"/>
                    <a:pt x="596" y="43"/>
                    <a:pt x="596" y="43"/>
                  </a:cubicBezTo>
                  <a:cubicBezTo>
                    <a:pt x="595" y="43"/>
                    <a:pt x="593" y="42"/>
                    <a:pt x="592" y="42"/>
                  </a:cubicBezTo>
                  <a:cubicBezTo>
                    <a:pt x="575" y="35"/>
                    <a:pt x="564" y="30"/>
                    <a:pt x="554" y="20"/>
                  </a:cubicBezTo>
                  <a:cubicBezTo>
                    <a:pt x="553" y="20"/>
                    <a:pt x="553" y="19"/>
                    <a:pt x="553" y="18"/>
                  </a:cubicBezTo>
                  <a:cubicBezTo>
                    <a:pt x="538" y="30"/>
                    <a:pt x="538" y="30"/>
                    <a:pt x="538" y="30"/>
                  </a:cubicBezTo>
                  <a:cubicBezTo>
                    <a:pt x="548" y="29"/>
                    <a:pt x="548" y="29"/>
                    <a:pt x="548" y="29"/>
                  </a:cubicBezTo>
                  <a:cubicBezTo>
                    <a:pt x="549" y="31"/>
                    <a:pt x="551" y="35"/>
                    <a:pt x="552" y="37"/>
                  </a:cubicBezTo>
                  <a:cubicBezTo>
                    <a:pt x="551" y="35"/>
                    <a:pt x="549" y="31"/>
                    <a:pt x="548" y="29"/>
                  </a:cubicBezTo>
                  <a:cubicBezTo>
                    <a:pt x="538" y="30"/>
                    <a:pt x="538" y="30"/>
                    <a:pt x="538" y="30"/>
                  </a:cubicBezTo>
                  <a:cubicBezTo>
                    <a:pt x="553" y="18"/>
                    <a:pt x="553" y="18"/>
                    <a:pt x="553" y="18"/>
                  </a:cubicBezTo>
                  <a:cubicBezTo>
                    <a:pt x="545" y="21"/>
                    <a:pt x="545" y="21"/>
                    <a:pt x="545" y="21"/>
                  </a:cubicBezTo>
                  <a:cubicBezTo>
                    <a:pt x="535" y="29"/>
                    <a:pt x="535" y="29"/>
                    <a:pt x="535" y="29"/>
                  </a:cubicBezTo>
                  <a:cubicBezTo>
                    <a:pt x="527" y="30"/>
                    <a:pt x="527" y="30"/>
                    <a:pt x="527" y="30"/>
                  </a:cubicBezTo>
                  <a:cubicBezTo>
                    <a:pt x="524" y="32"/>
                    <a:pt x="521" y="33"/>
                    <a:pt x="518" y="34"/>
                  </a:cubicBezTo>
                  <a:cubicBezTo>
                    <a:pt x="510" y="39"/>
                    <a:pt x="510" y="39"/>
                    <a:pt x="510" y="39"/>
                  </a:cubicBezTo>
                  <a:cubicBezTo>
                    <a:pt x="505" y="42"/>
                    <a:pt x="499" y="45"/>
                    <a:pt x="493" y="47"/>
                  </a:cubicBezTo>
                  <a:cubicBezTo>
                    <a:pt x="496" y="50"/>
                    <a:pt x="496" y="50"/>
                    <a:pt x="496" y="50"/>
                  </a:cubicBezTo>
                  <a:cubicBezTo>
                    <a:pt x="493" y="47"/>
                    <a:pt x="493" y="47"/>
                    <a:pt x="493" y="47"/>
                  </a:cubicBezTo>
                  <a:cubicBezTo>
                    <a:pt x="499" y="45"/>
                    <a:pt x="505" y="42"/>
                    <a:pt x="510" y="39"/>
                  </a:cubicBezTo>
                  <a:cubicBezTo>
                    <a:pt x="518" y="34"/>
                    <a:pt x="518" y="34"/>
                    <a:pt x="518" y="34"/>
                  </a:cubicBezTo>
                  <a:cubicBezTo>
                    <a:pt x="508" y="35"/>
                    <a:pt x="508" y="35"/>
                    <a:pt x="508" y="35"/>
                  </a:cubicBezTo>
                  <a:cubicBezTo>
                    <a:pt x="498" y="40"/>
                    <a:pt x="498" y="40"/>
                    <a:pt x="498" y="40"/>
                  </a:cubicBezTo>
                  <a:cubicBezTo>
                    <a:pt x="510" y="38"/>
                    <a:pt x="510" y="38"/>
                    <a:pt x="510" y="38"/>
                  </a:cubicBezTo>
                  <a:cubicBezTo>
                    <a:pt x="507" y="39"/>
                    <a:pt x="504" y="40"/>
                    <a:pt x="501" y="42"/>
                  </a:cubicBezTo>
                  <a:cubicBezTo>
                    <a:pt x="485" y="46"/>
                    <a:pt x="485" y="46"/>
                    <a:pt x="485" y="46"/>
                  </a:cubicBezTo>
                  <a:cubicBezTo>
                    <a:pt x="484" y="50"/>
                    <a:pt x="484" y="50"/>
                    <a:pt x="484" y="50"/>
                  </a:cubicBezTo>
                  <a:cubicBezTo>
                    <a:pt x="486" y="53"/>
                    <a:pt x="489" y="57"/>
                    <a:pt x="492" y="61"/>
                  </a:cubicBezTo>
                  <a:cubicBezTo>
                    <a:pt x="510" y="53"/>
                    <a:pt x="510" y="53"/>
                    <a:pt x="510" y="53"/>
                  </a:cubicBezTo>
                  <a:cubicBezTo>
                    <a:pt x="510" y="54"/>
                    <a:pt x="510" y="54"/>
                    <a:pt x="511" y="54"/>
                  </a:cubicBezTo>
                  <a:cubicBezTo>
                    <a:pt x="540" y="39"/>
                    <a:pt x="540" y="39"/>
                    <a:pt x="540" y="39"/>
                  </a:cubicBezTo>
                  <a:cubicBezTo>
                    <a:pt x="506" y="49"/>
                    <a:pt x="506" y="49"/>
                    <a:pt x="506" y="49"/>
                  </a:cubicBezTo>
                  <a:cubicBezTo>
                    <a:pt x="540" y="39"/>
                    <a:pt x="540" y="39"/>
                    <a:pt x="540" y="39"/>
                  </a:cubicBezTo>
                  <a:cubicBezTo>
                    <a:pt x="511" y="54"/>
                    <a:pt x="511" y="54"/>
                    <a:pt x="511" y="54"/>
                  </a:cubicBezTo>
                  <a:cubicBezTo>
                    <a:pt x="512" y="55"/>
                    <a:pt x="513" y="56"/>
                    <a:pt x="513" y="56"/>
                  </a:cubicBezTo>
                  <a:cubicBezTo>
                    <a:pt x="529" y="47"/>
                    <a:pt x="529" y="47"/>
                    <a:pt x="529" y="47"/>
                  </a:cubicBezTo>
                  <a:cubicBezTo>
                    <a:pt x="532" y="50"/>
                    <a:pt x="532" y="50"/>
                    <a:pt x="532" y="50"/>
                  </a:cubicBezTo>
                  <a:cubicBezTo>
                    <a:pt x="535" y="48"/>
                    <a:pt x="538" y="47"/>
                    <a:pt x="541" y="46"/>
                  </a:cubicBezTo>
                  <a:cubicBezTo>
                    <a:pt x="539" y="45"/>
                    <a:pt x="537" y="43"/>
                    <a:pt x="536" y="42"/>
                  </a:cubicBezTo>
                  <a:cubicBezTo>
                    <a:pt x="537" y="43"/>
                    <a:pt x="539" y="45"/>
                    <a:pt x="541" y="46"/>
                  </a:cubicBezTo>
                  <a:cubicBezTo>
                    <a:pt x="549" y="46"/>
                    <a:pt x="561" y="46"/>
                    <a:pt x="569" y="46"/>
                  </a:cubicBezTo>
                  <a:cubicBezTo>
                    <a:pt x="570" y="46"/>
                    <a:pt x="570" y="46"/>
                    <a:pt x="571" y="47"/>
                  </a:cubicBezTo>
                  <a:cubicBezTo>
                    <a:pt x="571" y="47"/>
                    <a:pt x="571" y="47"/>
                    <a:pt x="572" y="47"/>
                  </a:cubicBezTo>
                  <a:cubicBezTo>
                    <a:pt x="566" y="53"/>
                    <a:pt x="566" y="53"/>
                    <a:pt x="566" y="53"/>
                  </a:cubicBezTo>
                  <a:cubicBezTo>
                    <a:pt x="565" y="52"/>
                    <a:pt x="564" y="51"/>
                    <a:pt x="563" y="51"/>
                  </a:cubicBezTo>
                  <a:cubicBezTo>
                    <a:pt x="560" y="53"/>
                    <a:pt x="557" y="54"/>
                    <a:pt x="555" y="56"/>
                  </a:cubicBezTo>
                  <a:cubicBezTo>
                    <a:pt x="556" y="56"/>
                    <a:pt x="556" y="56"/>
                    <a:pt x="558" y="57"/>
                  </a:cubicBezTo>
                  <a:cubicBezTo>
                    <a:pt x="560" y="56"/>
                    <a:pt x="563" y="54"/>
                    <a:pt x="566" y="53"/>
                  </a:cubicBezTo>
                  <a:cubicBezTo>
                    <a:pt x="563" y="54"/>
                    <a:pt x="560" y="56"/>
                    <a:pt x="558" y="57"/>
                  </a:cubicBezTo>
                  <a:cubicBezTo>
                    <a:pt x="555" y="58"/>
                    <a:pt x="552" y="60"/>
                    <a:pt x="550" y="61"/>
                  </a:cubicBezTo>
                  <a:cubicBezTo>
                    <a:pt x="549" y="61"/>
                    <a:pt x="548" y="60"/>
                    <a:pt x="547" y="59"/>
                  </a:cubicBezTo>
                  <a:cubicBezTo>
                    <a:pt x="545" y="59"/>
                    <a:pt x="544" y="58"/>
                    <a:pt x="543" y="57"/>
                  </a:cubicBezTo>
                  <a:cubicBezTo>
                    <a:pt x="540" y="59"/>
                    <a:pt x="537" y="60"/>
                    <a:pt x="535" y="62"/>
                  </a:cubicBezTo>
                  <a:cubicBezTo>
                    <a:pt x="533" y="60"/>
                    <a:pt x="531" y="59"/>
                    <a:pt x="530" y="58"/>
                  </a:cubicBezTo>
                  <a:cubicBezTo>
                    <a:pt x="529" y="58"/>
                    <a:pt x="529" y="58"/>
                    <a:pt x="528" y="57"/>
                  </a:cubicBezTo>
                  <a:cubicBezTo>
                    <a:pt x="526" y="59"/>
                    <a:pt x="523" y="60"/>
                    <a:pt x="520" y="62"/>
                  </a:cubicBezTo>
                  <a:cubicBezTo>
                    <a:pt x="522" y="63"/>
                    <a:pt x="523" y="64"/>
                    <a:pt x="524" y="64"/>
                  </a:cubicBezTo>
                  <a:cubicBezTo>
                    <a:pt x="526" y="66"/>
                    <a:pt x="529" y="67"/>
                    <a:pt x="531" y="68"/>
                  </a:cubicBezTo>
                  <a:cubicBezTo>
                    <a:pt x="532" y="69"/>
                    <a:pt x="532" y="69"/>
                    <a:pt x="533" y="69"/>
                  </a:cubicBezTo>
                  <a:cubicBezTo>
                    <a:pt x="528" y="73"/>
                    <a:pt x="522" y="76"/>
                    <a:pt x="517" y="79"/>
                  </a:cubicBezTo>
                  <a:cubicBezTo>
                    <a:pt x="519" y="79"/>
                    <a:pt x="519" y="79"/>
                    <a:pt x="525" y="82"/>
                  </a:cubicBezTo>
                  <a:cubicBezTo>
                    <a:pt x="519" y="79"/>
                    <a:pt x="519" y="79"/>
                    <a:pt x="517" y="79"/>
                  </a:cubicBezTo>
                  <a:cubicBezTo>
                    <a:pt x="522" y="76"/>
                    <a:pt x="528" y="73"/>
                    <a:pt x="533" y="69"/>
                  </a:cubicBezTo>
                  <a:cubicBezTo>
                    <a:pt x="532" y="69"/>
                    <a:pt x="532" y="69"/>
                    <a:pt x="531" y="68"/>
                  </a:cubicBezTo>
                  <a:cubicBezTo>
                    <a:pt x="529" y="67"/>
                    <a:pt x="526" y="66"/>
                    <a:pt x="524" y="64"/>
                  </a:cubicBezTo>
                  <a:cubicBezTo>
                    <a:pt x="496" y="82"/>
                    <a:pt x="502" y="85"/>
                    <a:pt x="525" y="91"/>
                  </a:cubicBezTo>
                  <a:cubicBezTo>
                    <a:pt x="526" y="91"/>
                    <a:pt x="528" y="89"/>
                    <a:pt x="529" y="89"/>
                  </a:cubicBezTo>
                  <a:cubicBezTo>
                    <a:pt x="530" y="86"/>
                    <a:pt x="529" y="84"/>
                    <a:pt x="527" y="82"/>
                  </a:cubicBezTo>
                  <a:cubicBezTo>
                    <a:pt x="529" y="84"/>
                    <a:pt x="530" y="86"/>
                    <a:pt x="529" y="89"/>
                  </a:cubicBezTo>
                </a:path>
              </a:pathLst>
            </a:custGeom>
            <a:solidFill>
              <a:srgbClr val="246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3" name="图片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5000" contrast="-40000"/>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876256" y="-20538"/>
            <a:ext cx="2110673" cy="5833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141" name="组合 140"/>
          <p:cNvGrpSpPr/>
          <p:nvPr/>
        </p:nvGrpSpPr>
        <p:grpSpPr>
          <a:xfrm flipV="1">
            <a:off x="723509" y="4390389"/>
            <a:ext cx="8004300"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二、国内外研究现状与趋势</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graphicFrame>
        <p:nvGraphicFramePr>
          <p:cNvPr id="3" name="表格 2">
            <a:extLst>
              <a:ext uri="{FF2B5EF4-FFF2-40B4-BE49-F238E27FC236}">
                <a16:creationId xmlns:a16="http://schemas.microsoft.com/office/drawing/2014/main" id="{B459ED69-A61A-4F7D-874F-B9F89D8E9F62}"/>
              </a:ext>
            </a:extLst>
          </p:cNvPr>
          <p:cNvGraphicFramePr>
            <a:graphicFrameLocks noGrp="1"/>
          </p:cNvGraphicFramePr>
          <p:nvPr>
            <p:extLst>
              <p:ext uri="{D42A27DB-BD31-4B8C-83A1-F6EECF244321}">
                <p14:modId xmlns:p14="http://schemas.microsoft.com/office/powerpoint/2010/main" val="195826167"/>
              </p:ext>
            </p:extLst>
          </p:nvPr>
        </p:nvGraphicFramePr>
        <p:xfrm>
          <a:off x="740854" y="819150"/>
          <a:ext cx="7226488" cy="3479523"/>
        </p:xfrm>
        <a:graphic>
          <a:graphicData uri="http://schemas.openxmlformats.org/drawingml/2006/table">
            <a:tbl>
              <a:tblPr firstRow="1" bandRow="1">
                <a:tableStyleId>{5C22544A-7EE6-4342-B048-85BDC9FD1C3A}</a:tableStyleId>
              </a:tblPr>
              <a:tblGrid>
                <a:gridCol w="1374549">
                  <a:extLst>
                    <a:ext uri="{9D8B030D-6E8A-4147-A177-3AD203B41FA5}">
                      <a16:colId xmlns:a16="http://schemas.microsoft.com/office/drawing/2014/main" val="2046861451"/>
                    </a:ext>
                  </a:extLst>
                </a:gridCol>
                <a:gridCol w="2301247">
                  <a:extLst>
                    <a:ext uri="{9D8B030D-6E8A-4147-A177-3AD203B41FA5}">
                      <a16:colId xmlns:a16="http://schemas.microsoft.com/office/drawing/2014/main" val="2389824038"/>
                    </a:ext>
                  </a:extLst>
                </a:gridCol>
                <a:gridCol w="1775346">
                  <a:extLst>
                    <a:ext uri="{9D8B030D-6E8A-4147-A177-3AD203B41FA5}">
                      <a16:colId xmlns:a16="http://schemas.microsoft.com/office/drawing/2014/main" val="571073805"/>
                    </a:ext>
                  </a:extLst>
                </a:gridCol>
                <a:gridCol w="1775346">
                  <a:extLst>
                    <a:ext uri="{9D8B030D-6E8A-4147-A177-3AD203B41FA5}">
                      <a16:colId xmlns:a16="http://schemas.microsoft.com/office/drawing/2014/main" val="2218418367"/>
                    </a:ext>
                  </a:extLst>
                </a:gridCol>
              </a:tblGrid>
              <a:tr h="340116">
                <a:tc>
                  <a:txBody>
                    <a:bodyPr/>
                    <a:lstStyle/>
                    <a:p>
                      <a:pPr algn="ctr"/>
                      <a:r>
                        <a:rPr lang="zh-CN" altLang="en-US" sz="1000" b="0" i="0" baseline="0" dirty="0">
                          <a:effectLst/>
                          <a:latin typeface="Times New Roman" panose="02020603050405020304" pitchFamily="18" charset="0"/>
                          <a:ea typeface="+mn-ea"/>
                        </a:rPr>
                        <a:t>研究领域</a:t>
                      </a:r>
                    </a:p>
                  </a:txBody>
                  <a:tcPr marR="152400" marT="95250" marB="95250" anchor="ctr"/>
                </a:tc>
                <a:tc>
                  <a:txBody>
                    <a:bodyPr/>
                    <a:lstStyle/>
                    <a:p>
                      <a:pPr algn="ctr"/>
                      <a:r>
                        <a:rPr lang="zh-CN" altLang="en-US" sz="1000" b="0" i="0" baseline="0">
                          <a:effectLst/>
                          <a:latin typeface="Times New Roman" panose="02020603050405020304" pitchFamily="18" charset="0"/>
                          <a:ea typeface="+mn-ea"/>
                        </a:rPr>
                        <a:t>国外主要进展</a:t>
                      </a:r>
                    </a:p>
                  </a:txBody>
                  <a:tcPr marL="152400" marR="152400" marT="95250" marB="95250" anchor="ctr"/>
                </a:tc>
                <a:tc>
                  <a:txBody>
                    <a:bodyPr/>
                    <a:lstStyle/>
                    <a:p>
                      <a:pPr algn="ctr"/>
                      <a:r>
                        <a:rPr lang="zh-CN" altLang="en-US" sz="1000" b="0" i="0" baseline="0">
                          <a:effectLst/>
                          <a:latin typeface="Times New Roman" panose="02020603050405020304" pitchFamily="18" charset="0"/>
                          <a:ea typeface="+mn-ea"/>
                        </a:rPr>
                        <a:t>国内主要进展</a:t>
                      </a:r>
                    </a:p>
                  </a:txBody>
                  <a:tcPr marL="152400" marR="152400" marT="95250" marB="95250" anchor="ctr"/>
                </a:tc>
                <a:tc>
                  <a:txBody>
                    <a:bodyPr/>
                    <a:lstStyle/>
                    <a:p>
                      <a:pPr algn="ctr"/>
                      <a:r>
                        <a:rPr lang="zh-CN" altLang="en-US" sz="1000" b="0" i="0" baseline="0" dirty="0">
                          <a:latin typeface="Times New Roman" panose="02020603050405020304" pitchFamily="18" charset="0"/>
                          <a:ea typeface="+mn-ea"/>
                        </a:rPr>
                        <a:t>发展趋势</a:t>
                      </a:r>
                    </a:p>
                  </a:txBody>
                  <a:tcPr anchor="ctr"/>
                </a:tc>
                <a:extLst>
                  <a:ext uri="{0D108BD9-81ED-4DB2-BD59-A6C34878D82A}">
                    <a16:rowId xmlns:a16="http://schemas.microsoft.com/office/drawing/2014/main" val="2194315634"/>
                  </a:ext>
                </a:extLst>
              </a:tr>
              <a:tr h="1247091">
                <a:tc>
                  <a:txBody>
                    <a:bodyPr/>
                    <a:lstStyle/>
                    <a:p>
                      <a:pPr algn="ctr"/>
                      <a:r>
                        <a:rPr lang="zh-CN" altLang="en-US" sz="1000" b="0" i="0" baseline="0" dirty="0">
                          <a:effectLst/>
                          <a:latin typeface="Times New Roman" panose="02020603050405020304" pitchFamily="18" charset="0"/>
                          <a:ea typeface="+mn-ea"/>
                        </a:rPr>
                        <a:t>装配机器人</a:t>
                      </a:r>
                    </a:p>
                  </a:txBody>
                  <a:tcPr marR="152400" marT="95250" marB="95250" anchor="ctr"/>
                </a:tc>
                <a:tc>
                  <a:txBody>
                    <a:bodyPr/>
                    <a:lstStyle/>
                    <a:p>
                      <a:pPr algn="l"/>
                      <a:r>
                        <a:rPr lang="en-US" sz="1000" b="0" i="0" baseline="0" dirty="0">
                          <a:effectLst/>
                          <a:latin typeface="Times New Roman" panose="02020603050405020304" pitchFamily="18" charset="0"/>
                          <a:ea typeface="+mn-ea"/>
                        </a:rPr>
                        <a:t>• 2002</a:t>
                      </a:r>
                      <a:r>
                        <a:rPr lang="zh-CN" altLang="en-US" sz="1000" b="0" i="0" baseline="0" dirty="0">
                          <a:effectLst/>
                          <a:latin typeface="Times New Roman" panose="02020603050405020304" pitchFamily="18" charset="0"/>
                          <a:ea typeface="+mn-ea"/>
                        </a:rPr>
                        <a:t>美国</a:t>
                      </a:r>
                      <a:r>
                        <a:rPr lang="en-US" sz="1000" b="0" i="0" baseline="0" dirty="0">
                          <a:effectLst/>
                          <a:latin typeface="Times New Roman" panose="02020603050405020304" pitchFamily="18" charset="0"/>
                          <a:ea typeface="+mn-ea"/>
                        </a:rPr>
                        <a:t>：ONCE</a:t>
                      </a:r>
                      <a:r>
                        <a:rPr lang="zh-CN" altLang="en-US" sz="1000" b="0" i="0" baseline="0" dirty="0">
                          <a:effectLst/>
                          <a:latin typeface="Times New Roman" panose="02020603050405020304" pitchFamily="18" charset="0"/>
                          <a:ea typeface="+mn-ea"/>
                        </a:rPr>
                        <a:t>系统，</a:t>
                      </a:r>
                      <a:r>
                        <a:rPr lang="en-US" altLang="zh-CN" sz="1000" b="0" i="0" baseline="0" dirty="0">
                          <a:effectLst/>
                          <a:latin typeface="Times New Roman" panose="02020603050405020304" pitchFamily="18" charset="0"/>
                          <a:ea typeface="+mn-ea"/>
                        </a:rPr>
                        <a:t>±0.05</a:t>
                      </a:r>
                      <a:r>
                        <a:rPr lang="en-US" sz="1000" b="0" i="0" baseline="0" dirty="0">
                          <a:effectLst/>
                          <a:latin typeface="Times New Roman" panose="02020603050405020304" pitchFamily="18" charset="0"/>
                          <a:ea typeface="+mn-ea"/>
                        </a:rPr>
                        <a:t>mm</a:t>
                      </a:r>
                      <a:br>
                        <a:rPr lang="en-US" sz="1000" b="0" i="0" baseline="0" dirty="0">
                          <a:effectLst/>
                          <a:latin typeface="Times New Roman" panose="02020603050405020304" pitchFamily="18" charset="0"/>
                          <a:ea typeface="+mn-ea"/>
                        </a:rPr>
                      </a:br>
                      <a:r>
                        <a:rPr lang="en-US" sz="1000" b="0" i="0" baseline="0" dirty="0">
                          <a:effectLst/>
                          <a:latin typeface="Times New Roman" panose="02020603050405020304" pitchFamily="18" charset="0"/>
                          <a:ea typeface="+mn-ea"/>
                        </a:rPr>
                        <a:t>• 2008ABB：True View + </a:t>
                      </a:r>
                      <a:r>
                        <a:rPr lang="zh-CN" altLang="en-US" sz="1000" b="0" i="0" baseline="0" dirty="0">
                          <a:effectLst/>
                          <a:latin typeface="Times New Roman" panose="02020603050405020304" pitchFamily="18" charset="0"/>
                          <a:ea typeface="+mn-ea"/>
                        </a:rPr>
                        <a:t>力控视觉系统</a:t>
                      </a:r>
                      <a:br>
                        <a:rPr lang="zh-CN" altLang="en-US" sz="1000" b="0" i="0" baseline="0" dirty="0">
                          <a:effectLst/>
                          <a:latin typeface="Times New Roman" panose="02020603050405020304" pitchFamily="18" charset="0"/>
                          <a:ea typeface="+mn-ea"/>
                        </a:rPr>
                      </a:br>
                      <a:r>
                        <a:rPr lang="en-US" altLang="zh-CN" sz="1000" b="0" i="0" baseline="0" dirty="0">
                          <a:effectLst/>
                          <a:latin typeface="Times New Roman" panose="02020603050405020304" pitchFamily="18" charset="0"/>
                          <a:ea typeface="+mn-ea"/>
                        </a:rPr>
                        <a:t>• 2011</a:t>
                      </a:r>
                      <a:r>
                        <a:rPr lang="zh-CN" altLang="en-US" sz="1000" b="0" i="0" baseline="0" dirty="0">
                          <a:effectLst/>
                          <a:latin typeface="Times New Roman" panose="02020603050405020304" pitchFamily="18" charset="0"/>
                          <a:ea typeface="+mn-ea"/>
                        </a:rPr>
                        <a:t>庞巴迪：飞机机身装配机器人，</a:t>
                      </a:r>
                      <a:r>
                        <a:rPr lang="en-US" altLang="zh-CN" sz="1000" b="0" i="0" baseline="0" dirty="0">
                          <a:effectLst/>
                          <a:latin typeface="Times New Roman" panose="02020603050405020304" pitchFamily="18" charset="0"/>
                          <a:ea typeface="+mn-ea"/>
                        </a:rPr>
                        <a:t>0.254</a:t>
                      </a:r>
                      <a:r>
                        <a:rPr lang="en-US" sz="1000" b="0" i="0" baseline="0" dirty="0">
                          <a:effectLst/>
                          <a:latin typeface="Times New Roman" panose="02020603050405020304" pitchFamily="18" charset="0"/>
                          <a:ea typeface="+mn-ea"/>
                        </a:rPr>
                        <a:t>mm</a:t>
                      </a:r>
                      <a:r>
                        <a:rPr lang="zh-CN" altLang="en-US" sz="1000" b="0" i="0" baseline="0" dirty="0">
                          <a:effectLst/>
                          <a:latin typeface="Times New Roman" panose="02020603050405020304" pitchFamily="18" charset="0"/>
                          <a:ea typeface="+mn-ea"/>
                        </a:rPr>
                        <a:t>制孔精度</a:t>
                      </a:r>
                    </a:p>
                  </a:txBody>
                  <a:tcPr marL="152400" marR="152400" marT="95250" marB="95250" anchor="ctr"/>
                </a:tc>
                <a:tc>
                  <a:txBody>
                    <a:bodyPr/>
                    <a:lstStyle/>
                    <a:p>
                      <a:pPr algn="l"/>
                      <a:r>
                        <a:rPr lang="en-US" altLang="zh-CN" sz="1000" b="0" i="0" baseline="0" dirty="0">
                          <a:effectLst/>
                          <a:latin typeface="Times New Roman" panose="02020603050405020304" pitchFamily="18" charset="0"/>
                          <a:ea typeface="+mn-ea"/>
                        </a:rPr>
                        <a:t>• 2011</a:t>
                      </a:r>
                      <a:r>
                        <a:rPr lang="zh-CN" altLang="en-US" sz="1000" b="0" i="0" baseline="0" dirty="0">
                          <a:effectLst/>
                          <a:latin typeface="Times New Roman" panose="02020603050405020304" pitchFamily="18" charset="0"/>
                          <a:ea typeface="+mn-ea"/>
                        </a:rPr>
                        <a:t>北航：自动化制孔系统，</a:t>
                      </a:r>
                      <a:r>
                        <a:rPr lang="en-US" altLang="zh-CN" sz="1000" b="0" i="0" baseline="0" dirty="0">
                          <a:effectLst/>
                          <a:latin typeface="Times New Roman" panose="02020603050405020304" pitchFamily="18" charset="0"/>
                          <a:ea typeface="+mn-ea"/>
                        </a:rPr>
                        <a:t>±0.03mm</a:t>
                      </a:r>
                      <a:br>
                        <a:rPr lang="en-US" altLang="zh-CN" sz="1000" b="0" i="0" baseline="0" dirty="0">
                          <a:effectLst/>
                          <a:latin typeface="Times New Roman" panose="02020603050405020304" pitchFamily="18" charset="0"/>
                          <a:ea typeface="+mn-ea"/>
                        </a:rPr>
                      </a:br>
                      <a:r>
                        <a:rPr lang="en-US" altLang="zh-CN" sz="1000" b="0" i="0" baseline="0" dirty="0">
                          <a:effectLst/>
                          <a:latin typeface="Times New Roman" panose="02020603050405020304" pitchFamily="18" charset="0"/>
                          <a:ea typeface="+mn-ea"/>
                        </a:rPr>
                        <a:t>• 2013</a:t>
                      </a:r>
                      <a:r>
                        <a:rPr lang="zh-CN" altLang="en-US" sz="1000" b="0" i="0" baseline="0" dirty="0">
                          <a:effectLst/>
                          <a:latin typeface="Times New Roman" panose="02020603050405020304" pitchFamily="18" charset="0"/>
                          <a:ea typeface="+mn-ea"/>
                        </a:rPr>
                        <a:t>浙大：机器人自动钻孔系统，</a:t>
                      </a:r>
                      <a:r>
                        <a:rPr lang="en-US" altLang="zh-CN" sz="1000" b="0" i="0" baseline="0" dirty="0">
                          <a:effectLst/>
                          <a:latin typeface="Times New Roman" panose="02020603050405020304" pitchFamily="18" charset="0"/>
                          <a:ea typeface="+mn-ea"/>
                        </a:rPr>
                        <a:t>0.05mm</a:t>
                      </a:r>
                      <a:r>
                        <a:rPr lang="zh-CN" altLang="en-US" sz="1000" b="0" i="0" baseline="0" dirty="0">
                          <a:effectLst/>
                          <a:latin typeface="Times New Roman" panose="02020603050405020304" pitchFamily="18" charset="0"/>
                          <a:ea typeface="+mn-ea"/>
                        </a:rPr>
                        <a:t>定位精度</a:t>
                      </a:r>
                      <a:br>
                        <a:rPr lang="zh-CN" altLang="en-US" sz="1000" b="0" i="0" baseline="0" dirty="0">
                          <a:effectLst/>
                          <a:latin typeface="Times New Roman" panose="02020603050405020304" pitchFamily="18" charset="0"/>
                          <a:ea typeface="+mn-ea"/>
                        </a:rPr>
                      </a:br>
                      <a:r>
                        <a:rPr lang="en-US" altLang="zh-CN" sz="1000" b="0" i="0" baseline="0" dirty="0">
                          <a:effectLst/>
                          <a:latin typeface="Times New Roman" panose="02020603050405020304" pitchFamily="18" charset="0"/>
                          <a:ea typeface="+mn-ea"/>
                        </a:rPr>
                        <a:t>•2014 </a:t>
                      </a:r>
                      <a:r>
                        <a:rPr lang="zh-CN" altLang="en-US" sz="1000" b="0" i="0" baseline="0" dirty="0">
                          <a:effectLst/>
                          <a:latin typeface="Times New Roman" panose="02020603050405020304" pitchFamily="18" charset="0"/>
                          <a:ea typeface="+mn-ea"/>
                        </a:rPr>
                        <a:t>南航：柔性装配系统，集成视觉与力控</a:t>
                      </a:r>
                    </a:p>
                  </a:txBody>
                  <a:tcPr marL="152400" marT="95250" marB="95250" anchor="ctr"/>
                </a:tc>
                <a:tc>
                  <a:txBody>
                    <a:bodyPr/>
                    <a:lstStyle/>
                    <a:p>
                      <a:pPr algn="l"/>
                      <a:r>
                        <a:rPr lang="zh-CN" altLang="zh-CN" sz="1000" kern="1200" dirty="0">
                          <a:solidFill>
                            <a:schemeClr val="dk1"/>
                          </a:solidFill>
                          <a:effectLst/>
                          <a:latin typeface="+mn-lt"/>
                          <a:ea typeface="+mn-ea"/>
                          <a:cs typeface="+mn-cs"/>
                        </a:rPr>
                        <a:t>装配机器人</a:t>
                      </a:r>
                      <a:r>
                        <a:rPr lang="zh-CN" altLang="zh-CN" sz="1000" b="0" kern="1200" dirty="0">
                          <a:solidFill>
                            <a:schemeClr val="dk1"/>
                          </a:solidFill>
                          <a:effectLst/>
                          <a:latin typeface="+mn-lt"/>
                          <a:ea typeface="+mn-ea"/>
                          <a:cs typeface="+mn-cs"/>
                        </a:rPr>
                        <a:t>向柔性化、智能化与高精度集成发展</a:t>
                      </a:r>
                      <a:endParaRPr lang="zh-CN" altLang="en-US" sz="1000" b="0" i="0" baseline="0" dirty="0">
                        <a:latin typeface="Times New Roman" panose="02020603050405020304" pitchFamily="18" charset="0"/>
                        <a:ea typeface="+mn-ea"/>
                      </a:endParaRPr>
                    </a:p>
                  </a:txBody>
                  <a:tcPr anchor="ctr"/>
                </a:tc>
                <a:extLst>
                  <a:ext uri="{0D108BD9-81ED-4DB2-BD59-A6C34878D82A}">
                    <a16:rowId xmlns:a16="http://schemas.microsoft.com/office/drawing/2014/main" val="2090234839"/>
                  </a:ext>
                </a:extLst>
              </a:tr>
              <a:tr h="944766">
                <a:tc>
                  <a:txBody>
                    <a:bodyPr/>
                    <a:lstStyle/>
                    <a:p>
                      <a:pPr algn="ctr"/>
                      <a:r>
                        <a:rPr lang="zh-CN" altLang="en-US" sz="1000" b="0" i="0" baseline="0">
                          <a:effectLst/>
                          <a:latin typeface="Times New Roman" panose="02020603050405020304" pitchFamily="18" charset="0"/>
                          <a:ea typeface="+mn-ea"/>
                        </a:rPr>
                        <a:t>目标检测</a:t>
                      </a:r>
                    </a:p>
                  </a:txBody>
                  <a:tcPr marR="152400" marT="95250" marB="95250" anchor="ctr"/>
                </a:tc>
                <a:tc>
                  <a:txBody>
                    <a:bodyPr/>
                    <a:lstStyle/>
                    <a:p>
                      <a:pPr algn="l"/>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两阶段：</a:t>
                      </a:r>
                      <a:r>
                        <a:rPr lang="en-US" sz="1000" b="0" i="0" baseline="0" dirty="0">
                          <a:effectLst/>
                          <a:latin typeface="Times New Roman" panose="02020603050405020304" pitchFamily="18" charset="0"/>
                          <a:ea typeface="+mn-ea"/>
                        </a:rPr>
                        <a:t>R-CNN</a:t>
                      </a:r>
                      <a:r>
                        <a:rPr lang="zh-CN" altLang="en-US" sz="1000" b="0" i="0" baseline="0" dirty="0">
                          <a:effectLst/>
                          <a:latin typeface="Times New Roman" panose="02020603050405020304" pitchFamily="18" charset="0"/>
                          <a:ea typeface="+mn-ea"/>
                        </a:rPr>
                        <a:t>系列（</a:t>
                      </a:r>
                      <a:r>
                        <a:rPr lang="en-US" sz="1000" b="0" i="0" baseline="0" dirty="0">
                          <a:effectLst/>
                          <a:latin typeface="Times New Roman" panose="02020603050405020304" pitchFamily="18" charset="0"/>
                          <a:ea typeface="+mn-ea"/>
                        </a:rPr>
                        <a:t>Faster R-CNN）</a:t>
                      </a:r>
                      <a:br>
                        <a:rPr lang="en-US" sz="1000" b="0" i="0" baseline="0" dirty="0">
                          <a:effectLst/>
                          <a:latin typeface="Times New Roman" panose="02020603050405020304" pitchFamily="18" charset="0"/>
                          <a:ea typeface="+mn-ea"/>
                        </a:rPr>
                      </a:br>
                      <a:r>
                        <a:rPr lang="en-US"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单阶段：</a:t>
                      </a:r>
                      <a:r>
                        <a:rPr lang="en-US" sz="1000" b="0" i="0" baseline="0" dirty="0">
                          <a:effectLst/>
                          <a:latin typeface="Times New Roman" panose="02020603050405020304" pitchFamily="18" charset="0"/>
                          <a:ea typeface="+mn-ea"/>
                        </a:rPr>
                        <a:t>YOLO</a:t>
                      </a:r>
                      <a:r>
                        <a:rPr lang="zh-CN" altLang="en-US" sz="1000" b="0" i="0" baseline="0" dirty="0">
                          <a:effectLst/>
                          <a:latin typeface="Times New Roman" panose="02020603050405020304" pitchFamily="18" charset="0"/>
                          <a:ea typeface="+mn-ea"/>
                        </a:rPr>
                        <a:t>系列（</a:t>
                      </a:r>
                      <a:r>
                        <a:rPr lang="en-US" sz="1000" b="0" i="0" baseline="0" dirty="0">
                          <a:effectLst/>
                          <a:latin typeface="Times New Roman" panose="02020603050405020304" pitchFamily="18" charset="0"/>
                          <a:ea typeface="+mn-ea"/>
                        </a:rPr>
                        <a:t>v1~v8）</a:t>
                      </a:r>
                      <a:br>
                        <a:rPr lang="en-US" sz="1000" b="0" i="0" baseline="0" dirty="0">
                          <a:effectLst/>
                          <a:latin typeface="Times New Roman" panose="02020603050405020304" pitchFamily="18" charset="0"/>
                          <a:ea typeface="+mn-ea"/>
                        </a:rPr>
                      </a:br>
                      <a:r>
                        <a:rPr lang="en-US"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实例分割：</a:t>
                      </a:r>
                      <a:r>
                        <a:rPr lang="en-US" sz="1000" b="0" i="0" baseline="0" dirty="0">
                          <a:effectLst/>
                          <a:latin typeface="Times New Roman" panose="02020603050405020304" pitchFamily="18" charset="0"/>
                          <a:ea typeface="+mn-ea"/>
                        </a:rPr>
                        <a:t>Mask R-CNN</a:t>
                      </a:r>
                    </a:p>
                  </a:txBody>
                  <a:tcPr marL="152400" marR="152400" marT="95250" marB="95250" anchor="ctr"/>
                </a:tc>
                <a:tc>
                  <a:txBody>
                    <a:bodyPr/>
                    <a:lstStyle/>
                    <a:p>
                      <a:pPr algn="l"/>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主要跟进与应用研究</a:t>
                      </a:r>
                      <a:br>
                        <a:rPr lang="zh-CN" altLang="en-US" sz="1000" b="0" i="0" baseline="0" dirty="0">
                          <a:effectLst/>
                          <a:latin typeface="Times New Roman" panose="02020603050405020304" pitchFamily="18" charset="0"/>
                          <a:ea typeface="+mn-ea"/>
                        </a:rPr>
                      </a:br>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在</a:t>
                      </a:r>
                      <a:r>
                        <a:rPr lang="en-US" altLang="zh-CN" sz="1000" b="0" i="0" baseline="0" dirty="0">
                          <a:effectLst/>
                          <a:latin typeface="Times New Roman" panose="02020603050405020304" pitchFamily="18" charset="0"/>
                          <a:ea typeface="+mn-ea"/>
                        </a:rPr>
                        <a:t>YOLO</a:t>
                      </a:r>
                      <a:r>
                        <a:rPr lang="zh-CN" altLang="en-US" sz="1000" b="0" i="0" baseline="0" dirty="0">
                          <a:effectLst/>
                          <a:latin typeface="Times New Roman" panose="02020603050405020304" pitchFamily="18" charset="0"/>
                          <a:ea typeface="+mn-ea"/>
                        </a:rPr>
                        <a:t>改进、轻量化、工业适配方面有较多研究</a:t>
                      </a:r>
                    </a:p>
                  </a:txBody>
                  <a:tcPr marL="152400" marT="95250" marB="95250" anchor="ctr"/>
                </a:tc>
                <a:tc>
                  <a:txBody>
                    <a:bodyPr/>
                    <a:lstStyle/>
                    <a:p>
                      <a:pPr algn="l"/>
                      <a:r>
                        <a:rPr lang="zh-CN" altLang="zh-CN" sz="1000" kern="1200" dirty="0">
                          <a:solidFill>
                            <a:schemeClr val="dk1"/>
                          </a:solidFill>
                          <a:effectLst/>
                          <a:latin typeface="+mn-lt"/>
                          <a:ea typeface="+mn-ea"/>
                          <a:cs typeface="+mn-cs"/>
                        </a:rPr>
                        <a:t>目标检测进入深度学习主导时代，追求精度与速度的平衡</a:t>
                      </a:r>
                      <a:endParaRPr lang="zh-CN" altLang="en-US" sz="1000" b="0" i="0" baseline="0" dirty="0">
                        <a:latin typeface="Times New Roman" panose="02020603050405020304" pitchFamily="18" charset="0"/>
                        <a:ea typeface="+mn-ea"/>
                      </a:endParaRPr>
                    </a:p>
                  </a:txBody>
                  <a:tcPr anchor="ctr"/>
                </a:tc>
                <a:extLst>
                  <a:ext uri="{0D108BD9-81ED-4DB2-BD59-A6C34878D82A}">
                    <a16:rowId xmlns:a16="http://schemas.microsoft.com/office/drawing/2014/main" val="1511554481"/>
                  </a:ext>
                </a:extLst>
              </a:tr>
              <a:tr h="944766">
                <a:tc>
                  <a:txBody>
                    <a:bodyPr/>
                    <a:lstStyle/>
                    <a:p>
                      <a:pPr algn="ctr"/>
                      <a:r>
                        <a:rPr lang="zh-CN" altLang="en-US" sz="1000" b="0" i="0" baseline="0">
                          <a:effectLst/>
                          <a:latin typeface="Times New Roman" panose="02020603050405020304" pitchFamily="18" charset="0"/>
                          <a:ea typeface="+mn-ea"/>
                        </a:rPr>
                        <a:t>位姿估计</a:t>
                      </a:r>
                    </a:p>
                  </a:txBody>
                  <a:tcPr marR="152400" marT="95250" marB="95250" anchor="ctr"/>
                </a:tc>
                <a:tc>
                  <a:txBody>
                    <a:bodyPr/>
                    <a:lstStyle/>
                    <a:p>
                      <a:pPr algn="l"/>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传统几何法：</a:t>
                      </a:r>
                      <a:r>
                        <a:rPr lang="en-US" sz="1000" b="0" i="0" baseline="0" dirty="0" err="1">
                          <a:effectLst/>
                          <a:latin typeface="Times New Roman" panose="02020603050405020304" pitchFamily="18" charset="0"/>
                          <a:ea typeface="+mn-ea"/>
                        </a:rPr>
                        <a:t>PnP、EPnP、ICP</a:t>
                      </a:r>
                      <a:br>
                        <a:rPr lang="en-US" sz="1000" b="0" i="0" baseline="0" dirty="0">
                          <a:effectLst/>
                          <a:latin typeface="Times New Roman" panose="02020603050405020304" pitchFamily="18" charset="0"/>
                          <a:ea typeface="+mn-ea"/>
                        </a:rPr>
                      </a:br>
                      <a:r>
                        <a:rPr lang="en-US"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深度学习方法：</a:t>
                      </a:r>
                      <a:r>
                        <a:rPr lang="en-US" sz="1000" b="0" i="0" baseline="0" dirty="0">
                          <a:effectLst/>
                          <a:latin typeface="Times New Roman" panose="02020603050405020304" pitchFamily="18" charset="0"/>
                          <a:ea typeface="+mn-ea"/>
                        </a:rPr>
                        <a:t>PoseCNN、BB8、Single-6D Pose</a:t>
                      </a:r>
                    </a:p>
                  </a:txBody>
                  <a:tcPr marL="152400" marR="152400" marT="95250" marB="95250" anchor="ctr"/>
                </a:tc>
                <a:tc>
                  <a:txBody>
                    <a:bodyPr/>
                    <a:lstStyle/>
                    <a:p>
                      <a:pPr algn="l"/>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多集中于传统方法改进与应用</a:t>
                      </a:r>
                      <a:br>
                        <a:rPr lang="zh-CN" altLang="en-US" sz="1000" b="0" i="0" baseline="0" dirty="0">
                          <a:effectLst/>
                          <a:latin typeface="Times New Roman" panose="02020603050405020304" pitchFamily="18" charset="0"/>
                          <a:ea typeface="+mn-ea"/>
                        </a:rPr>
                      </a:br>
                      <a:r>
                        <a:rPr lang="en-US" altLang="zh-CN" sz="1000" b="0" i="0" baseline="0" dirty="0">
                          <a:effectLst/>
                          <a:latin typeface="Times New Roman" panose="02020603050405020304" pitchFamily="18" charset="0"/>
                          <a:ea typeface="+mn-ea"/>
                        </a:rPr>
                        <a:t>• </a:t>
                      </a:r>
                      <a:r>
                        <a:rPr lang="zh-CN" altLang="en-US" sz="1000" b="0" i="0" baseline="0" dirty="0">
                          <a:effectLst/>
                          <a:latin typeface="Times New Roman" panose="02020603050405020304" pitchFamily="18" charset="0"/>
                          <a:ea typeface="+mn-ea"/>
                        </a:rPr>
                        <a:t>近年来涌现许多基于深度学习的位姿估计研究</a:t>
                      </a:r>
                    </a:p>
                  </a:txBody>
                  <a:tcPr marL="152400" marT="95250" marB="95250" anchor="ctr"/>
                </a:tc>
                <a:tc>
                  <a:txBody>
                    <a:bodyPr/>
                    <a:lstStyle/>
                    <a:p>
                      <a:pPr algn="l"/>
                      <a:r>
                        <a:rPr lang="zh-CN" altLang="zh-CN" sz="1000" kern="1200" dirty="0">
                          <a:solidFill>
                            <a:schemeClr val="dk1"/>
                          </a:solidFill>
                          <a:effectLst/>
                          <a:latin typeface="+mn-lt"/>
                          <a:ea typeface="+mn-ea"/>
                          <a:cs typeface="+mn-cs"/>
                        </a:rPr>
                        <a:t>位姿估计呈现</a:t>
                      </a:r>
                      <a:r>
                        <a:rPr lang="en-US" altLang="zh-CN" sz="1000" kern="1200" dirty="0">
                          <a:solidFill>
                            <a:schemeClr val="dk1"/>
                          </a:solidFill>
                          <a:effectLst/>
                          <a:latin typeface="+mn-lt"/>
                          <a:ea typeface="+mn-ea"/>
                          <a:cs typeface="+mn-cs"/>
                        </a:rPr>
                        <a:t>“</a:t>
                      </a:r>
                      <a:r>
                        <a:rPr lang="zh-CN" altLang="zh-CN" sz="1000" kern="1200" dirty="0">
                          <a:solidFill>
                            <a:schemeClr val="dk1"/>
                          </a:solidFill>
                          <a:effectLst/>
                          <a:latin typeface="+mn-lt"/>
                          <a:ea typeface="+mn-ea"/>
                          <a:cs typeface="+mn-cs"/>
                        </a:rPr>
                        <a:t>几何传统方法</a:t>
                      </a:r>
                      <a:r>
                        <a:rPr lang="en-US" altLang="zh-CN" sz="1000" kern="1200" dirty="0">
                          <a:solidFill>
                            <a:schemeClr val="dk1"/>
                          </a:solidFill>
                          <a:effectLst/>
                          <a:latin typeface="+mn-lt"/>
                          <a:ea typeface="+mn-ea"/>
                          <a:cs typeface="+mn-cs"/>
                        </a:rPr>
                        <a:t>”</a:t>
                      </a:r>
                      <a:r>
                        <a:rPr lang="zh-CN" altLang="zh-CN" sz="1000" kern="1200" dirty="0">
                          <a:solidFill>
                            <a:schemeClr val="dk1"/>
                          </a:solidFill>
                          <a:effectLst/>
                          <a:latin typeface="+mn-lt"/>
                          <a:ea typeface="+mn-ea"/>
                          <a:cs typeface="+mn-cs"/>
                        </a:rPr>
                        <a:t>与</a:t>
                      </a:r>
                      <a:r>
                        <a:rPr lang="en-US" altLang="zh-CN" sz="1000" kern="1200" dirty="0">
                          <a:solidFill>
                            <a:schemeClr val="dk1"/>
                          </a:solidFill>
                          <a:effectLst/>
                          <a:latin typeface="+mn-lt"/>
                          <a:ea typeface="+mn-ea"/>
                          <a:cs typeface="+mn-cs"/>
                        </a:rPr>
                        <a:t>“</a:t>
                      </a:r>
                      <a:r>
                        <a:rPr lang="zh-CN" altLang="zh-CN" sz="1000" kern="1200" dirty="0">
                          <a:solidFill>
                            <a:schemeClr val="dk1"/>
                          </a:solidFill>
                          <a:effectLst/>
                          <a:latin typeface="+mn-lt"/>
                          <a:ea typeface="+mn-ea"/>
                          <a:cs typeface="+mn-cs"/>
                        </a:rPr>
                        <a:t>数据驱动方法</a:t>
                      </a:r>
                      <a:r>
                        <a:rPr lang="en-US" altLang="zh-CN" sz="1000" kern="1200" dirty="0">
                          <a:solidFill>
                            <a:schemeClr val="dk1"/>
                          </a:solidFill>
                          <a:effectLst/>
                          <a:latin typeface="+mn-lt"/>
                          <a:ea typeface="+mn-ea"/>
                          <a:cs typeface="+mn-cs"/>
                        </a:rPr>
                        <a:t>”</a:t>
                      </a:r>
                      <a:r>
                        <a:rPr lang="zh-CN" altLang="zh-CN" sz="1000" kern="1200" dirty="0">
                          <a:solidFill>
                            <a:schemeClr val="dk1"/>
                          </a:solidFill>
                          <a:effectLst/>
                          <a:latin typeface="+mn-lt"/>
                          <a:ea typeface="+mn-ea"/>
                          <a:cs typeface="+mn-cs"/>
                        </a:rPr>
                        <a:t>融合态势</a:t>
                      </a:r>
                      <a:r>
                        <a:rPr lang="zh-CN" altLang="en-US" sz="1000" kern="1200" dirty="0">
                          <a:solidFill>
                            <a:schemeClr val="dk1"/>
                          </a:solidFill>
                          <a:effectLst/>
                          <a:latin typeface="+mn-lt"/>
                          <a:ea typeface="+mn-ea"/>
                          <a:cs typeface="+mn-cs"/>
                        </a:rPr>
                        <a:t>。</a:t>
                      </a:r>
                      <a:endParaRPr lang="zh-CN" altLang="en-US" sz="1000" b="0" i="0" baseline="0" dirty="0">
                        <a:latin typeface="Times New Roman" panose="02020603050405020304" pitchFamily="18" charset="0"/>
                        <a:ea typeface="+mn-ea"/>
                      </a:endParaRPr>
                    </a:p>
                  </a:txBody>
                  <a:tcPr anchor="ctr"/>
                </a:tc>
                <a:extLst>
                  <a:ext uri="{0D108BD9-81ED-4DB2-BD59-A6C34878D82A}">
                    <a16:rowId xmlns:a16="http://schemas.microsoft.com/office/drawing/2014/main" val="1636408166"/>
                  </a:ext>
                </a:extLst>
              </a:tr>
            </a:tbl>
          </a:graphicData>
        </a:graphic>
      </p:graphicFrame>
    </p:spTree>
    <p:extLst>
      <p:ext uri="{BB962C8B-B14F-4D97-AF65-F5344CB8AC3E}">
        <p14:creationId xmlns:p14="http://schemas.microsoft.com/office/powerpoint/2010/main" val="1242999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6"/>
          <p:cNvSpPr/>
          <p:nvPr/>
        </p:nvSpPr>
        <p:spPr>
          <a:xfrm>
            <a:off x="0" y="1722623"/>
            <a:ext cx="9144000" cy="1656184"/>
          </a:xfrm>
          <a:prstGeom prst="rect">
            <a:avLst/>
          </a:pr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sz="1800"/>
          </a:p>
        </p:txBody>
      </p:sp>
      <p:sp>
        <p:nvSpPr>
          <p:cNvPr id="4" name="Text Placeholder 4"/>
          <p:cNvSpPr txBox="1"/>
          <p:nvPr/>
        </p:nvSpPr>
        <p:spPr>
          <a:xfrm>
            <a:off x="6249537" y="2028601"/>
            <a:ext cx="1272728" cy="108012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8000" dirty="0">
                <a:solidFill>
                  <a:schemeClr val="bg1"/>
                </a:solidFill>
                <a:latin typeface="Impact" panose="020B0806030902050204" pitchFamily="34" charset="0"/>
                <a:ea typeface="微软雅黑" panose="020B0503020204020204" charset="-122"/>
              </a:rPr>
              <a:t>03</a:t>
            </a:r>
            <a:endParaRPr lang="en-GB" sz="5400" dirty="0">
              <a:solidFill>
                <a:schemeClr val="bg1"/>
              </a:solidFill>
              <a:latin typeface="Impact" panose="020B0806030902050204" pitchFamily="34" charset="0"/>
              <a:ea typeface="微软雅黑" panose="020B0503020204020204" charset="-122"/>
            </a:endParaRPr>
          </a:p>
        </p:txBody>
      </p:sp>
      <p:sp>
        <p:nvSpPr>
          <p:cNvPr id="5" name="TextBox 4"/>
          <p:cNvSpPr txBox="1"/>
          <p:nvPr/>
        </p:nvSpPr>
        <p:spPr>
          <a:xfrm>
            <a:off x="3403655" y="2148840"/>
            <a:ext cx="4118610" cy="639472"/>
          </a:xfrm>
          <a:prstGeom prst="rect">
            <a:avLst/>
          </a:prstGeom>
          <a:noFill/>
        </p:spPr>
        <p:txBody>
          <a:bodyPr wrap="square" lIns="68584" tIns="34291" rIns="68584" bIns="34291" rtlCol="0">
            <a:spAutoFit/>
          </a:bodyPr>
          <a:lstStyle/>
          <a:p>
            <a:pPr>
              <a:lnSpc>
                <a:spcPct val="150000"/>
              </a:lnSpc>
            </a:pPr>
            <a:r>
              <a:rPr lang="zh-CN" altLang="en-US" sz="2800" b="1" dirty="0">
                <a:solidFill>
                  <a:schemeClr val="bg1"/>
                </a:solidFill>
                <a:latin typeface="微软雅黑" panose="020B0503020204020204" charset="-122"/>
                <a:ea typeface="微软雅黑" panose="020B0503020204020204" charset="-122"/>
                <a:sym typeface="+mn-ea"/>
              </a:rPr>
              <a:t>研究方法与内容</a:t>
            </a:r>
            <a:endParaRPr lang="zh-CN" altLang="en-GB" sz="2800" b="1" dirty="0">
              <a:solidFill>
                <a:schemeClr val="bg1"/>
              </a:solidFill>
              <a:latin typeface="微软雅黑" panose="020B0503020204020204" charset="-122"/>
              <a:ea typeface="微软雅黑" panose="020B0503020204020204" charset="-122"/>
              <a:sym typeface="+mn-ea"/>
            </a:endParaRPr>
          </a:p>
        </p:txBody>
      </p:sp>
      <p:grpSp>
        <p:nvGrpSpPr>
          <p:cNvPr id="27" name="组合 26"/>
          <p:cNvGrpSpPr/>
          <p:nvPr/>
        </p:nvGrpSpPr>
        <p:grpSpPr>
          <a:xfrm>
            <a:off x="827585" y="1505590"/>
            <a:ext cx="2096339" cy="2089241"/>
            <a:chOff x="755650" y="852488"/>
            <a:chExt cx="2344738" cy="2336800"/>
          </a:xfrm>
        </p:grpSpPr>
        <p:sp>
          <p:nvSpPr>
            <p:cNvPr id="24" name="Freeform 5"/>
            <p:cNvSpPr>
              <a:spLocks noEditPoints="1"/>
            </p:cNvSpPr>
            <p:nvPr/>
          </p:nvSpPr>
          <p:spPr bwMode="auto">
            <a:xfrm>
              <a:off x="755650" y="852488"/>
              <a:ext cx="2344738" cy="2336800"/>
            </a:xfrm>
            <a:custGeom>
              <a:avLst/>
              <a:gdLst>
                <a:gd name="T0" fmla="*/ 325 w 3063"/>
                <a:gd name="T1" fmla="*/ 1531 h 3056"/>
                <a:gd name="T2" fmla="*/ 1531 w 3063"/>
                <a:gd name="T3" fmla="*/ 325 h 3056"/>
                <a:gd name="T4" fmla="*/ 2738 w 3063"/>
                <a:gd name="T5" fmla="*/ 1531 h 3056"/>
                <a:gd name="T6" fmla="*/ 1531 w 3063"/>
                <a:gd name="T7" fmla="*/ 2737 h 3056"/>
                <a:gd name="T8" fmla="*/ 325 w 3063"/>
                <a:gd name="T9" fmla="*/ 1531 h 3056"/>
                <a:gd name="T10" fmla="*/ 1291 w 3063"/>
                <a:gd name="T11" fmla="*/ 246 h 3056"/>
                <a:gd name="T12" fmla="*/ 1115 w 3063"/>
                <a:gd name="T13" fmla="*/ 57 h 3056"/>
                <a:gd name="T14" fmla="*/ 846 w 3063"/>
                <a:gd name="T15" fmla="*/ 162 h 3056"/>
                <a:gd name="T16" fmla="*/ 843 w 3063"/>
                <a:gd name="T17" fmla="*/ 419 h 3056"/>
                <a:gd name="T18" fmla="*/ 611 w 3063"/>
                <a:gd name="T19" fmla="*/ 307 h 3056"/>
                <a:gd name="T20" fmla="*/ 398 w 3063"/>
                <a:gd name="T21" fmla="*/ 502 h 3056"/>
                <a:gd name="T22" fmla="*/ 488 w 3063"/>
                <a:gd name="T23" fmla="*/ 743 h 3056"/>
                <a:gd name="T24" fmla="*/ 231 w 3063"/>
                <a:gd name="T25" fmla="*/ 722 h 3056"/>
                <a:gd name="T26" fmla="*/ 102 w 3063"/>
                <a:gd name="T27" fmla="*/ 981 h 3056"/>
                <a:gd name="T28" fmla="*/ 274 w 3063"/>
                <a:gd name="T29" fmla="*/ 1173 h 3056"/>
                <a:gd name="T30" fmla="*/ 27 w 3063"/>
                <a:gd name="T31" fmla="*/ 1247 h 3056"/>
                <a:gd name="T32" fmla="*/ 0 w 3063"/>
                <a:gd name="T33" fmla="*/ 1531 h 3056"/>
                <a:gd name="T34" fmla="*/ 0 w 3063"/>
                <a:gd name="T35" fmla="*/ 1535 h 3056"/>
                <a:gd name="T36" fmla="*/ 229 w 3063"/>
                <a:gd name="T37" fmla="*/ 1652 h 3056"/>
                <a:gd name="T38" fmla="*/ 26 w 3063"/>
                <a:gd name="T39" fmla="*/ 1809 h 3056"/>
                <a:gd name="T40" fmla="*/ 105 w 3063"/>
                <a:gd name="T41" fmla="*/ 2087 h 3056"/>
                <a:gd name="T42" fmla="*/ 361 w 3063"/>
                <a:gd name="T43" fmla="*/ 2114 h 3056"/>
                <a:gd name="T44" fmla="*/ 228 w 3063"/>
                <a:gd name="T45" fmla="*/ 2334 h 3056"/>
                <a:gd name="T46" fmla="*/ 402 w 3063"/>
                <a:gd name="T47" fmla="*/ 2565 h 3056"/>
                <a:gd name="T48" fmla="*/ 651 w 3063"/>
                <a:gd name="T49" fmla="*/ 2498 h 3056"/>
                <a:gd name="T50" fmla="*/ 606 w 3063"/>
                <a:gd name="T51" fmla="*/ 2751 h 3056"/>
                <a:gd name="T52" fmla="*/ 852 w 3063"/>
                <a:gd name="T53" fmla="*/ 2904 h 3056"/>
                <a:gd name="T54" fmla="*/ 1059 w 3063"/>
                <a:gd name="T55" fmla="*/ 2751 h 3056"/>
                <a:gd name="T56" fmla="*/ 1109 w 3063"/>
                <a:gd name="T57" fmla="*/ 3003 h 3056"/>
                <a:gd name="T58" fmla="*/ 1394 w 3063"/>
                <a:gd name="T59" fmla="*/ 3056 h 3056"/>
                <a:gd name="T60" fmla="*/ 1531 w 3063"/>
                <a:gd name="T61" fmla="*/ 2839 h 3056"/>
                <a:gd name="T62" fmla="*/ 1669 w 3063"/>
                <a:gd name="T63" fmla="*/ 3056 h 3056"/>
                <a:gd name="T64" fmla="*/ 1954 w 3063"/>
                <a:gd name="T65" fmla="*/ 3003 h 3056"/>
                <a:gd name="T66" fmla="*/ 2004 w 3063"/>
                <a:gd name="T67" fmla="*/ 2751 h 3056"/>
                <a:gd name="T68" fmla="*/ 2211 w 3063"/>
                <a:gd name="T69" fmla="*/ 2904 h 3056"/>
                <a:gd name="T70" fmla="*/ 2457 w 3063"/>
                <a:gd name="T71" fmla="*/ 2751 h 3056"/>
                <a:gd name="T72" fmla="*/ 2412 w 3063"/>
                <a:gd name="T73" fmla="*/ 2498 h 3056"/>
                <a:gd name="T74" fmla="*/ 2661 w 3063"/>
                <a:gd name="T75" fmla="*/ 2565 h 3056"/>
                <a:gd name="T76" fmla="*/ 2835 w 3063"/>
                <a:gd name="T77" fmla="*/ 2334 h 3056"/>
                <a:gd name="T78" fmla="*/ 2702 w 3063"/>
                <a:gd name="T79" fmla="*/ 2114 h 3056"/>
                <a:gd name="T80" fmla="*/ 2958 w 3063"/>
                <a:gd name="T81" fmla="*/ 2087 h 3056"/>
                <a:gd name="T82" fmla="*/ 3037 w 3063"/>
                <a:gd name="T83" fmla="*/ 1809 h 3056"/>
                <a:gd name="T84" fmla="*/ 2834 w 3063"/>
                <a:gd name="T85" fmla="*/ 1652 h 3056"/>
                <a:gd name="T86" fmla="*/ 3063 w 3063"/>
                <a:gd name="T87" fmla="*/ 1535 h 3056"/>
                <a:gd name="T88" fmla="*/ 3063 w 3063"/>
                <a:gd name="T89" fmla="*/ 1531 h 3056"/>
                <a:gd name="T90" fmla="*/ 3036 w 3063"/>
                <a:gd name="T91" fmla="*/ 1247 h 3056"/>
                <a:gd name="T92" fmla="*/ 2789 w 3063"/>
                <a:gd name="T93" fmla="*/ 1173 h 3056"/>
                <a:gd name="T94" fmla="*/ 2961 w 3063"/>
                <a:gd name="T95" fmla="*/ 981 h 3056"/>
                <a:gd name="T96" fmla="*/ 2832 w 3063"/>
                <a:gd name="T97" fmla="*/ 722 h 3056"/>
                <a:gd name="T98" fmla="*/ 2575 w 3063"/>
                <a:gd name="T99" fmla="*/ 743 h 3056"/>
                <a:gd name="T100" fmla="*/ 2665 w 3063"/>
                <a:gd name="T101" fmla="*/ 502 h 3056"/>
                <a:gd name="T102" fmla="*/ 2451 w 3063"/>
                <a:gd name="T103" fmla="*/ 307 h 3056"/>
                <a:gd name="T104" fmla="*/ 2220 w 3063"/>
                <a:gd name="T105" fmla="*/ 419 h 3056"/>
                <a:gd name="T106" fmla="*/ 2217 w 3063"/>
                <a:gd name="T107" fmla="*/ 162 h 3056"/>
                <a:gd name="T108" fmla="*/ 1948 w 3063"/>
                <a:gd name="T109" fmla="*/ 57 h 3056"/>
                <a:gd name="T110" fmla="*/ 1772 w 3063"/>
                <a:gd name="T111" fmla="*/ 246 h 3056"/>
                <a:gd name="T112" fmla="*/ 1676 w 3063"/>
                <a:gd name="T113" fmla="*/ 7 h 3056"/>
                <a:gd name="T114" fmla="*/ 1531 w 3063"/>
                <a:gd name="T115" fmla="*/ 0 h 3056"/>
                <a:gd name="T116" fmla="*/ 1387 w 3063"/>
                <a:gd name="T117" fmla="*/ 7 h 3056"/>
                <a:gd name="T118" fmla="*/ 1291 w 3063"/>
                <a:gd name="T119" fmla="*/ 246 h 3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63" h="3056">
                  <a:moveTo>
                    <a:pt x="325" y="1531"/>
                  </a:moveTo>
                  <a:cubicBezTo>
                    <a:pt x="325" y="865"/>
                    <a:pt x="865" y="325"/>
                    <a:pt x="1531" y="325"/>
                  </a:cubicBezTo>
                  <a:cubicBezTo>
                    <a:pt x="2198" y="325"/>
                    <a:pt x="2738" y="865"/>
                    <a:pt x="2738" y="1531"/>
                  </a:cubicBezTo>
                  <a:cubicBezTo>
                    <a:pt x="2738" y="2197"/>
                    <a:pt x="2198" y="2737"/>
                    <a:pt x="1531" y="2737"/>
                  </a:cubicBezTo>
                  <a:cubicBezTo>
                    <a:pt x="865" y="2737"/>
                    <a:pt x="325" y="2197"/>
                    <a:pt x="325" y="1531"/>
                  </a:cubicBezTo>
                  <a:close/>
                  <a:moveTo>
                    <a:pt x="1291" y="246"/>
                  </a:moveTo>
                  <a:cubicBezTo>
                    <a:pt x="1115" y="57"/>
                    <a:pt x="1115" y="57"/>
                    <a:pt x="1115" y="57"/>
                  </a:cubicBezTo>
                  <a:cubicBezTo>
                    <a:pt x="1022" y="84"/>
                    <a:pt x="932" y="119"/>
                    <a:pt x="846" y="162"/>
                  </a:cubicBezTo>
                  <a:cubicBezTo>
                    <a:pt x="843" y="419"/>
                    <a:pt x="843" y="419"/>
                    <a:pt x="843" y="419"/>
                  </a:cubicBezTo>
                  <a:cubicBezTo>
                    <a:pt x="611" y="307"/>
                    <a:pt x="611" y="307"/>
                    <a:pt x="611" y="307"/>
                  </a:cubicBezTo>
                  <a:cubicBezTo>
                    <a:pt x="534" y="365"/>
                    <a:pt x="463" y="431"/>
                    <a:pt x="398" y="502"/>
                  </a:cubicBezTo>
                  <a:cubicBezTo>
                    <a:pt x="488" y="743"/>
                    <a:pt x="488" y="743"/>
                    <a:pt x="488" y="743"/>
                  </a:cubicBezTo>
                  <a:cubicBezTo>
                    <a:pt x="231" y="722"/>
                    <a:pt x="231" y="722"/>
                    <a:pt x="231" y="722"/>
                  </a:cubicBezTo>
                  <a:cubicBezTo>
                    <a:pt x="181" y="804"/>
                    <a:pt x="137" y="890"/>
                    <a:pt x="102" y="981"/>
                  </a:cubicBezTo>
                  <a:cubicBezTo>
                    <a:pt x="274" y="1173"/>
                    <a:pt x="274" y="1173"/>
                    <a:pt x="274" y="1173"/>
                  </a:cubicBezTo>
                  <a:cubicBezTo>
                    <a:pt x="27" y="1247"/>
                    <a:pt x="27" y="1247"/>
                    <a:pt x="27" y="1247"/>
                  </a:cubicBezTo>
                  <a:cubicBezTo>
                    <a:pt x="9" y="1339"/>
                    <a:pt x="0" y="1434"/>
                    <a:pt x="0" y="1531"/>
                  </a:cubicBezTo>
                  <a:cubicBezTo>
                    <a:pt x="0" y="1532"/>
                    <a:pt x="0" y="1533"/>
                    <a:pt x="0" y="1535"/>
                  </a:cubicBezTo>
                  <a:cubicBezTo>
                    <a:pt x="229" y="1652"/>
                    <a:pt x="229" y="1652"/>
                    <a:pt x="229" y="1652"/>
                  </a:cubicBezTo>
                  <a:cubicBezTo>
                    <a:pt x="26" y="1809"/>
                    <a:pt x="26" y="1809"/>
                    <a:pt x="26" y="1809"/>
                  </a:cubicBezTo>
                  <a:cubicBezTo>
                    <a:pt x="43" y="1906"/>
                    <a:pt x="70" y="1999"/>
                    <a:pt x="105" y="2087"/>
                  </a:cubicBezTo>
                  <a:cubicBezTo>
                    <a:pt x="361" y="2114"/>
                    <a:pt x="361" y="2114"/>
                    <a:pt x="361" y="2114"/>
                  </a:cubicBezTo>
                  <a:cubicBezTo>
                    <a:pt x="228" y="2334"/>
                    <a:pt x="228" y="2334"/>
                    <a:pt x="228" y="2334"/>
                  </a:cubicBezTo>
                  <a:cubicBezTo>
                    <a:pt x="279" y="2417"/>
                    <a:pt x="337" y="2494"/>
                    <a:pt x="402" y="2565"/>
                  </a:cubicBezTo>
                  <a:cubicBezTo>
                    <a:pt x="651" y="2498"/>
                    <a:pt x="651" y="2498"/>
                    <a:pt x="651" y="2498"/>
                  </a:cubicBezTo>
                  <a:cubicBezTo>
                    <a:pt x="606" y="2751"/>
                    <a:pt x="606" y="2751"/>
                    <a:pt x="606" y="2751"/>
                  </a:cubicBezTo>
                  <a:cubicBezTo>
                    <a:pt x="683" y="2809"/>
                    <a:pt x="765" y="2860"/>
                    <a:pt x="852" y="2904"/>
                  </a:cubicBezTo>
                  <a:cubicBezTo>
                    <a:pt x="1059" y="2751"/>
                    <a:pt x="1059" y="2751"/>
                    <a:pt x="1059" y="2751"/>
                  </a:cubicBezTo>
                  <a:cubicBezTo>
                    <a:pt x="1109" y="3003"/>
                    <a:pt x="1109" y="3003"/>
                    <a:pt x="1109" y="3003"/>
                  </a:cubicBezTo>
                  <a:cubicBezTo>
                    <a:pt x="1201" y="3030"/>
                    <a:pt x="1296" y="3048"/>
                    <a:pt x="1394" y="3056"/>
                  </a:cubicBezTo>
                  <a:cubicBezTo>
                    <a:pt x="1531" y="2839"/>
                    <a:pt x="1531" y="2839"/>
                    <a:pt x="1531" y="2839"/>
                  </a:cubicBezTo>
                  <a:cubicBezTo>
                    <a:pt x="1669" y="3056"/>
                    <a:pt x="1669" y="3056"/>
                    <a:pt x="1669" y="3056"/>
                  </a:cubicBezTo>
                  <a:cubicBezTo>
                    <a:pt x="1767" y="3048"/>
                    <a:pt x="1862" y="3030"/>
                    <a:pt x="1954" y="3003"/>
                  </a:cubicBezTo>
                  <a:cubicBezTo>
                    <a:pt x="2004" y="2751"/>
                    <a:pt x="2004" y="2751"/>
                    <a:pt x="2004" y="2751"/>
                  </a:cubicBezTo>
                  <a:cubicBezTo>
                    <a:pt x="2211" y="2904"/>
                    <a:pt x="2211" y="2904"/>
                    <a:pt x="2211" y="2904"/>
                  </a:cubicBezTo>
                  <a:cubicBezTo>
                    <a:pt x="2298" y="2860"/>
                    <a:pt x="2380" y="2809"/>
                    <a:pt x="2457" y="2751"/>
                  </a:cubicBezTo>
                  <a:cubicBezTo>
                    <a:pt x="2412" y="2498"/>
                    <a:pt x="2412" y="2498"/>
                    <a:pt x="2412" y="2498"/>
                  </a:cubicBezTo>
                  <a:cubicBezTo>
                    <a:pt x="2661" y="2565"/>
                    <a:pt x="2661" y="2565"/>
                    <a:pt x="2661" y="2565"/>
                  </a:cubicBezTo>
                  <a:cubicBezTo>
                    <a:pt x="2726" y="2494"/>
                    <a:pt x="2784" y="2417"/>
                    <a:pt x="2835" y="2334"/>
                  </a:cubicBezTo>
                  <a:cubicBezTo>
                    <a:pt x="2702" y="2114"/>
                    <a:pt x="2702" y="2114"/>
                    <a:pt x="2702" y="2114"/>
                  </a:cubicBezTo>
                  <a:cubicBezTo>
                    <a:pt x="2958" y="2087"/>
                    <a:pt x="2958" y="2087"/>
                    <a:pt x="2958" y="2087"/>
                  </a:cubicBezTo>
                  <a:cubicBezTo>
                    <a:pt x="2993" y="1999"/>
                    <a:pt x="3020" y="1906"/>
                    <a:pt x="3037" y="1809"/>
                  </a:cubicBezTo>
                  <a:cubicBezTo>
                    <a:pt x="2834" y="1652"/>
                    <a:pt x="2834" y="1652"/>
                    <a:pt x="2834" y="1652"/>
                  </a:cubicBezTo>
                  <a:cubicBezTo>
                    <a:pt x="3063" y="1535"/>
                    <a:pt x="3063" y="1535"/>
                    <a:pt x="3063" y="1535"/>
                  </a:cubicBezTo>
                  <a:cubicBezTo>
                    <a:pt x="3063" y="1533"/>
                    <a:pt x="3063" y="1532"/>
                    <a:pt x="3063" y="1531"/>
                  </a:cubicBezTo>
                  <a:cubicBezTo>
                    <a:pt x="3063" y="1434"/>
                    <a:pt x="3054" y="1339"/>
                    <a:pt x="3036" y="1247"/>
                  </a:cubicBezTo>
                  <a:cubicBezTo>
                    <a:pt x="2789" y="1173"/>
                    <a:pt x="2789" y="1173"/>
                    <a:pt x="2789" y="1173"/>
                  </a:cubicBezTo>
                  <a:cubicBezTo>
                    <a:pt x="2961" y="981"/>
                    <a:pt x="2961" y="981"/>
                    <a:pt x="2961" y="981"/>
                  </a:cubicBezTo>
                  <a:cubicBezTo>
                    <a:pt x="2926" y="890"/>
                    <a:pt x="2883" y="804"/>
                    <a:pt x="2832" y="722"/>
                  </a:cubicBezTo>
                  <a:cubicBezTo>
                    <a:pt x="2575" y="743"/>
                    <a:pt x="2575" y="743"/>
                    <a:pt x="2575" y="743"/>
                  </a:cubicBezTo>
                  <a:cubicBezTo>
                    <a:pt x="2665" y="502"/>
                    <a:pt x="2665" y="502"/>
                    <a:pt x="2665" y="502"/>
                  </a:cubicBezTo>
                  <a:cubicBezTo>
                    <a:pt x="2600" y="431"/>
                    <a:pt x="2529" y="365"/>
                    <a:pt x="2451" y="307"/>
                  </a:cubicBezTo>
                  <a:cubicBezTo>
                    <a:pt x="2220" y="419"/>
                    <a:pt x="2220" y="419"/>
                    <a:pt x="2220" y="419"/>
                  </a:cubicBezTo>
                  <a:cubicBezTo>
                    <a:pt x="2217" y="162"/>
                    <a:pt x="2217" y="162"/>
                    <a:pt x="2217" y="162"/>
                  </a:cubicBezTo>
                  <a:cubicBezTo>
                    <a:pt x="2131" y="119"/>
                    <a:pt x="2041" y="84"/>
                    <a:pt x="1948" y="57"/>
                  </a:cubicBezTo>
                  <a:cubicBezTo>
                    <a:pt x="1772" y="246"/>
                    <a:pt x="1772" y="246"/>
                    <a:pt x="1772" y="246"/>
                  </a:cubicBezTo>
                  <a:cubicBezTo>
                    <a:pt x="1676" y="7"/>
                    <a:pt x="1676" y="7"/>
                    <a:pt x="1676" y="7"/>
                  </a:cubicBezTo>
                  <a:cubicBezTo>
                    <a:pt x="1628" y="2"/>
                    <a:pt x="1580" y="0"/>
                    <a:pt x="1531" y="0"/>
                  </a:cubicBezTo>
                  <a:cubicBezTo>
                    <a:pt x="1483" y="0"/>
                    <a:pt x="1435" y="2"/>
                    <a:pt x="1387" y="7"/>
                  </a:cubicBezTo>
                  <a:lnTo>
                    <a:pt x="1291" y="246"/>
                  </a:lnTo>
                  <a:close/>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5" name="Oval 6"/>
            <p:cNvSpPr>
              <a:spLocks noChangeArrowheads="1"/>
            </p:cNvSpPr>
            <p:nvPr/>
          </p:nvSpPr>
          <p:spPr bwMode="auto">
            <a:xfrm>
              <a:off x="1292225" y="1420813"/>
              <a:ext cx="1268413" cy="1241425"/>
            </a:xfrm>
            <a:prstGeom prst="ellipse">
              <a:avLst/>
            </a:prstGeom>
            <a:solidFill>
              <a:srgbClr val="FFFFFF"/>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7"/>
            <p:cNvSpPr>
              <a:spLocks noEditPoints="1"/>
            </p:cNvSpPr>
            <p:nvPr/>
          </p:nvSpPr>
          <p:spPr bwMode="auto">
            <a:xfrm>
              <a:off x="1295400" y="1473201"/>
              <a:ext cx="1263650" cy="1104900"/>
            </a:xfrm>
            <a:custGeom>
              <a:avLst/>
              <a:gdLst>
                <a:gd name="T0" fmla="*/ 1087 w 1650"/>
                <a:gd name="T1" fmla="*/ 1248 h 1445"/>
                <a:gd name="T2" fmla="*/ 1090 w 1650"/>
                <a:gd name="T3" fmla="*/ 1249 h 1445"/>
                <a:gd name="T4" fmla="*/ 1102 w 1650"/>
                <a:gd name="T5" fmla="*/ 1246 h 1445"/>
                <a:gd name="T6" fmla="*/ 1096 w 1650"/>
                <a:gd name="T7" fmla="*/ 1234 h 1445"/>
                <a:gd name="T8" fmla="*/ 1099 w 1650"/>
                <a:gd name="T9" fmla="*/ 1230 h 1445"/>
                <a:gd name="T10" fmla="*/ 1624 w 1650"/>
                <a:gd name="T11" fmla="*/ 904 h 1445"/>
                <a:gd name="T12" fmla="*/ 47 w 1650"/>
                <a:gd name="T13" fmla="*/ 668 h 1445"/>
                <a:gd name="T14" fmla="*/ 7 w 1650"/>
                <a:gd name="T15" fmla="*/ 643 h 1445"/>
                <a:gd name="T16" fmla="*/ 9 w 1650"/>
                <a:gd name="T17" fmla="*/ 747 h 1445"/>
                <a:gd name="T18" fmla="*/ 880 w 1650"/>
                <a:gd name="T19" fmla="*/ 583 h 1445"/>
                <a:gd name="T20" fmla="*/ 740 w 1650"/>
                <a:gd name="T21" fmla="*/ 410 h 1445"/>
                <a:gd name="T22" fmla="*/ 1216 w 1650"/>
                <a:gd name="T23" fmla="*/ 522 h 1445"/>
                <a:gd name="T24" fmla="*/ 1198 w 1650"/>
                <a:gd name="T25" fmla="*/ 507 h 1445"/>
                <a:gd name="T26" fmla="*/ 675 w 1650"/>
                <a:gd name="T27" fmla="*/ 509 h 1445"/>
                <a:gd name="T28" fmla="*/ 707 w 1650"/>
                <a:gd name="T29" fmla="*/ 504 h 1445"/>
                <a:gd name="T30" fmla="*/ 710 w 1650"/>
                <a:gd name="T31" fmla="*/ 501 h 1445"/>
                <a:gd name="T32" fmla="*/ 805 w 1650"/>
                <a:gd name="T33" fmla="*/ 478 h 1445"/>
                <a:gd name="T34" fmla="*/ 798 w 1650"/>
                <a:gd name="T35" fmla="*/ 478 h 1445"/>
                <a:gd name="T36" fmla="*/ 800 w 1650"/>
                <a:gd name="T37" fmla="*/ 478 h 1445"/>
                <a:gd name="T38" fmla="*/ 801 w 1650"/>
                <a:gd name="T39" fmla="*/ 478 h 1445"/>
                <a:gd name="T40" fmla="*/ 806 w 1650"/>
                <a:gd name="T41" fmla="*/ 443 h 1445"/>
                <a:gd name="T42" fmla="*/ 936 w 1650"/>
                <a:gd name="T43" fmla="*/ 312 h 1445"/>
                <a:gd name="T44" fmla="*/ 980 w 1650"/>
                <a:gd name="T45" fmla="*/ 289 h 1445"/>
                <a:gd name="T46" fmla="*/ 1002 w 1650"/>
                <a:gd name="T47" fmla="*/ 294 h 1445"/>
                <a:gd name="T48" fmla="*/ 1032 w 1650"/>
                <a:gd name="T49" fmla="*/ 228 h 1445"/>
                <a:gd name="T50" fmla="*/ 1031 w 1650"/>
                <a:gd name="T51" fmla="*/ 227 h 1445"/>
                <a:gd name="T52" fmla="*/ 878 w 1650"/>
                <a:gd name="T53" fmla="*/ 333 h 1445"/>
                <a:gd name="T54" fmla="*/ 1122 w 1650"/>
                <a:gd name="T55" fmla="*/ 486 h 1445"/>
                <a:gd name="T56" fmla="*/ 840 w 1650"/>
                <a:gd name="T57" fmla="*/ 120 h 1445"/>
                <a:gd name="T58" fmla="*/ 879 w 1650"/>
                <a:gd name="T59" fmla="*/ 104 h 1445"/>
                <a:gd name="T60" fmla="*/ 536 w 1650"/>
                <a:gd name="T61" fmla="*/ 202 h 1445"/>
                <a:gd name="T62" fmla="*/ 530 w 1650"/>
                <a:gd name="T63" fmla="*/ 201 h 1445"/>
                <a:gd name="T64" fmla="*/ 617 w 1650"/>
                <a:gd name="T65" fmla="*/ 160 h 1445"/>
                <a:gd name="T66" fmla="*/ 612 w 1650"/>
                <a:gd name="T67" fmla="*/ 188 h 1445"/>
                <a:gd name="T68" fmla="*/ 1073 w 1650"/>
                <a:gd name="T69" fmla="*/ 700 h 1445"/>
                <a:gd name="T70" fmla="*/ 611 w 1650"/>
                <a:gd name="T71" fmla="*/ 657 h 1445"/>
                <a:gd name="T72" fmla="*/ 1200 w 1650"/>
                <a:gd name="T73" fmla="*/ 560 h 1445"/>
                <a:gd name="T74" fmla="*/ 348 w 1650"/>
                <a:gd name="T75" fmla="*/ 148 h 1445"/>
                <a:gd name="T76" fmla="*/ 136 w 1650"/>
                <a:gd name="T77" fmla="*/ 348 h 1445"/>
                <a:gd name="T78" fmla="*/ 157 w 1650"/>
                <a:gd name="T79" fmla="*/ 360 h 1445"/>
                <a:gd name="T80" fmla="*/ 161 w 1650"/>
                <a:gd name="T81" fmla="*/ 364 h 1445"/>
                <a:gd name="T82" fmla="*/ 199 w 1650"/>
                <a:gd name="T83" fmla="*/ 261 h 1445"/>
                <a:gd name="T84" fmla="*/ 152 w 1650"/>
                <a:gd name="T85" fmla="*/ 328 h 1445"/>
                <a:gd name="T86" fmla="*/ 208 w 1650"/>
                <a:gd name="T87" fmla="*/ 217 h 1445"/>
                <a:gd name="T88" fmla="*/ 315 w 1650"/>
                <a:gd name="T89" fmla="*/ 239 h 1445"/>
                <a:gd name="T90" fmla="*/ 324 w 1650"/>
                <a:gd name="T91" fmla="*/ 235 h 1445"/>
                <a:gd name="T92" fmla="*/ 318 w 1650"/>
                <a:gd name="T93" fmla="*/ 109 h 1445"/>
                <a:gd name="T94" fmla="*/ 394 w 1650"/>
                <a:gd name="T95" fmla="*/ 64 h 1445"/>
                <a:gd name="T96" fmla="*/ 451 w 1650"/>
                <a:gd name="T97" fmla="*/ 27 h 1445"/>
                <a:gd name="T98" fmla="*/ 447 w 1650"/>
                <a:gd name="T99" fmla="*/ 55 h 1445"/>
                <a:gd name="T100" fmla="*/ 466 w 1650"/>
                <a:gd name="T101" fmla="*/ 72 h 1445"/>
                <a:gd name="T102" fmla="*/ 1387 w 1650"/>
                <a:gd name="T103" fmla="*/ 395 h 1445"/>
                <a:gd name="T104" fmla="*/ 1435 w 1650"/>
                <a:gd name="T105" fmla="*/ 253 h 1445"/>
                <a:gd name="T106" fmla="*/ 1187 w 1650"/>
                <a:gd name="T107" fmla="*/ 176 h 1445"/>
                <a:gd name="T108" fmla="*/ 1186 w 1650"/>
                <a:gd name="T109" fmla="*/ 177 h 1445"/>
                <a:gd name="T110" fmla="*/ 1183 w 1650"/>
                <a:gd name="T111" fmla="*/ 178 h 1445"/>
                <a:gd name="T112" fmla="*/ 1220 w 1650"/>
                <a:gd name="T113" fmla="*/ 55 h 1445"/>
                <a:gd name="T114" fmla="*/ 1169 w 1650"/>
                <a:gd name="T115" fmla="*/ 114 h 1445"/>
                <a:gd name="T116" fmla="*/ 1184 w 1650"/>
                <a:gd name="T117" fmla="*/ 119 h 1445"/>
                <a:gd name="T118" fmla="*/ 1211 w 1650"/>
                <a:gd name="T119" fmla="*/ 46 h 1445"/>
                <a:gd name="T120" fmla="*/ 1288 w 1650"/>
                <a:gd name="T121" fmla="*/ 452 h 1445"/>
                <a:gd name="T122" fmla="*/ 1114 w 1650"/>
                <a:gd name="T123" fmla="*/ 44 h 1445"/>
                <a:gd name="T124" fmla="*/ 526 w 1650"/>
                <a:gd name="T125" fmla="*/ 8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50" h="1445">
                  <a:moveTo>
                    <a:pt x="1237" y="1254"/>
                  </a:moveTo>
                  <a:cubicBezTo>
                    <a:pt x="1246" y="1246"/>
                    <a:pt x="1246" y="1246"/>
                    <a:pt x="1246" y="1246"/>
                  </a:cubicBezTo>
                  <a:cubicBezTo>
                    <a:pt x="1237" y="1254"/>
                    <a:pt x="1237" y="1254"/>
                    <a:pt x="1237" y="1254"/>
                  </a:cubicBezTo>
                  <a:moveTo>
                    <a:pt x="1246" y="1246"/>
                  </a:moveTo>
                  <a:cubicBezTo>
                    <a:pt x="1247" y="1244"/>
                    <a:pt x="1247" y="1241"/>
                    <a:pt x="1248" y="1239"/>
                  </a:cubicBezTo>
                  <a:cubicBezTo>
                    <a:pt x="1248" y="1218"/>
                    <a:pt x="1248" y="1218"/>
                    <a:pt x="1248" y="1218"/>
                  </a:cubicBezTo>
                  <a:cubicBezTo>
                    <a:pt x="1246" y="1219"/>
                    <a:pt x="1244" y="1219"/>
                    <a:pt x="1242" y="1220"/>
                  </a:cubicBezTo>
                  <a:cubicBezTo>
                    <a:pt x="1231" y="1235"/>
                    <a:pt x="1231" y="1235"/>
                    <a:pt x="1231" y="1235"/>
                  </a:cubicBezTo>
                  <a:cubicBezTo>
                    <a:pt x="1222" y="1244"/>
                    <a:pt x="1222" y="1244"/>
                    <a:pt x="1222" y="1244"/>
                  </a:cubicBezTo>
                  <a:cubicBezTo>
                    <a:pt x="1214" y="1252"/>
                    <a:pt x="1214" y="1252"/>
                    <a:pt x="1214" y="1252"/>
                  </a:cubicBezTo>
                  <a:cubicBezTo>
                    <a:pt x="1205" y="1260"/>
                    <a:pt x="1205" y="1260"/>
                    <a:pt x="1205" y="1260"/>
                  </a:cubicBezTo>
                  <a:cubicBezTo>
                    <a:pt x="1199" y="1261"/>
                    <a:pt x="1192" y="1262"/>
                    <a:pt x="1186" y="1263"/>
                  </a:cubicBezTo>
                  <a:cubicBezTo>
                    <a:pt x="1182" y="1275"/>
                    <a:pt x="1179" y="1286"/>
                    <a:pt x="1175" y="1297"/>
                  </a:cubicBezTo>
                  <a:cubicBezTo>
                    <a:pt x="1171" y="1307"/>
                    <a:pt x="1170" y="1309"/>
                    <a:pt x="1161" y="1317"/>
                  </a:cubicBezTo>
                  <a:cubicBezTo>
                    <a:pt x="1158" y="1319"/>
                    <a:pt x="1154" y="1322"/>
                    <a:pt x="1153" y="1325"/>
                  </a:cubicBezTo>
                  <a:cubicBezTo>
                    <a:pt x="1151" y="1333"/>
                    <a:pt x="1153" y="1345"/>
                    <a:pt x="1153" y="1354"/>
                  </a:cubicBezTo>
                  <a:cubicBezTo>
                    <a:pt x="1168" y="1348"/>
                    <a:pt x="1179" y="1344"/>
                    <a:pt x="1191" y="1332"/>
                  </a:cubicBezTo>
                  <a:cubicBezTo>
                    <a:pt x="1196" y="1328"/>
                    <a:pt x="1200" y="1319"/>
                    <a:pt x="1203" y="1315"/>
                  </a:cubicBezTo>
                  <a:cubicBezTo>
                    <a:pt x="1213" y="1296"/>
                    <a:pt x="1218" y="1290"/>
                    <a:pt x="1230" y="1276"/>
                  </a:cubicBezTo>
                  <a:cubicBezTo>
                    <a:pt x="1233" y="1269"/>
                    <a:pt x="1235" y="1261"/>
                    <a:pt x="1237" y="1254"/>
                  </a:cubicBezTo>
                  <a:cubicBezTo>
                    <a:pt x="1246" y="1246"/>
                    <a:pt x="1246" y="1246"/>
                    <a:pt x="1246" y="1246"/>
                  </a:cubicBezTo>
                  <a:moveTo>
                    <a:pt x="1205" y="1260"/>
                  </a:moveTo>
                  <a:cubicBezTo>
                    <a:pt x="1214" y="1252"/>
                    <a:pt x="1214" y="1252"/>
                    <a:pt x="1214" y="1252"/>
                  </a:cubicBezTo>
                  <a:cubicBezTo>
                    <a:pt x="1205" y="1260"/>
                    <a:pt x="1205" y="1260"/>
                    <a:pt x="1205" y="1260"/>
                  </a:cubicBezTo>
                  <a:moveTo>
                    <a:pt x="1222" y="1244"/>
                  </a:moveTo>
                  <a:cubicBezTo>
                    <a:pt x="1214" y="1252"/>
                    <a:pt x="1214" y="1252"/>
                    <a:pt x="1214" y="1252"/>
                  </a:cubicBezTo>
                  <a:cubicBezTo>
                    <a:pt x="1222" y="1244"/>
                    <a:pt x="1222" y="1244"/>
                    <a:pt x="1222" y="1244"/>
                  </a:cubicBezTo>
                  <a:moveTo>
                    <a:pt x="1231" y="1235"/>
                  </a:moveTo>
                  <a:cubicBezTo>
                    <a:pt x="1222" y="1244"/>
                    <a:pt x="1222" y="1244"/>
                    <a:pt x="1222" y="1244"/>
                  </a:cubicBezTo>
                  <a:cubicBezTo>
                    <a:pt x="1231" y="1235"/>
                    <a:pt x="1231" y="1235"/>
                    <a:pt x="1231" y="1235"/>
                  </a:cubicBezTo>
                  <a:moveTo>
                    <a:pt x="1242" y="1220"/>
                  </a:moveTo>
                  <a:cubicBezTo>
                    <a:pt x="1231" y="1235"/>
                    <a:pt x="1231" y="1235"/>
                    <a:pt x="1231" y="1235"/>
                  </a:cubicBezTo>
                  <a:cubicBezTo>
                    <a:pt x="1242" y="1220"/>
                    <a:pt x="1242" y="1220"/>
                    <a:pt x="1242" y="1220"/>
                  </a:cubicBezTo>
                  <a:cubicBezTo>
                    <a:pt x="1244" y="1219"/>
                    <a:pt x="1246" y="1219"/>
                    <a:pt x="1248" y="1218"/>
                  </a:cubicBezTo>
                  <a:cubicBezTo>
                    <a:pt x="1246" y="1219"/>
                    <a:pt x="1244" y="1219"/>
                    <a:pt x="1242" y="1220"/>
                  </a:cubicBezTo>
                  <a:moveTo>
                    <a:pt x="336" y="1197"/>
                  </a:moveTo>
                  <a:cubicBezTo>
                    <a:pt x="351" y="1166"/>
                    <a:pt x="351" y="1166"/>
                    <a:pt x="351" y="1166"/>
                  </a:cubicBezTo>
                  <a:cubicBezTo>
                    <a:pt x="351" y="1164"/>
                    <a:pt x="351" y="1164"/>
                    <a:pt x="351" y="1164"/>
                  </a:cubicBezTo>
                  <a:cubicBezTo>
                    <a:pt x="275" y="1148"/>
                    <a:pt x="209" y="1128"/>
                    <a:pt x="156" y="1105"/>
                  </a:cubicBezTo>
                  <a:cubicBezTo>
                    <a:pt x="195" y="1226"/>
                    <a:pt x="262" y="1327"/>
                    <a:pt x="350" y="1401"/>
                  </a:cubicBezTo>
                  <a:cubicBezTo>
                    <a:pt x="351" y="1401"/>
                    <a:pt x="352" y="1401"/>
                    <a:pt x="353" y="1402"/>
                  </a:cubicBezTo>
                  <a:cubicBezTo>
                    <a:pt x="351" y="1396"/>
                    <a:pt x="351" y="1396"/>
                    <a:pt x="351" y="1396"/>
                  </a:cubicBezTo>
                  <a:cubicBezTo>
                    <a:pt x="353" y="1402"/>
                    <a:pt x="353" y="1402"/>
                    <a:pt x="353" y="1402"/>
                  </a:cubicBezTo>
                  <a:cubicBezTo>
                    <a:pt x="355" y="1403"/>
                    <a:pt x="357" y="1404"/>
                    <a:pt x="360" y="1404"/>
                  </a:cubicBezTo>
                  <a:cubicBezTo>
                    <a:pt x="350" y="1393"/>
                    <a:pt x="350" y="1393"/>
                    <a:pt x="350" y="1393"/>
                  </a:cubicBezTo>
                  <a:cubicBezTo>
                    <a:pt x="329" y="1376"/>
                    <a:pt x="329" y="1376"/>
                    <a:pt x="329" y="1376"/>
                  </a:cubicBezTo>
                  <a:cubicBezTo>
                    <a:pt x="340" y="1380"/>
                    <a:pt x="340" y="1380"/>
                    <a:pt x="340" y="1380"/>
                  </a:cubicBezTo>
                  <a:cubicBezTo>
                    <a:pt x="342" y="1381"/>
                    <a:pt x="345" y="1381"/>
                    <a:pt x="347" y="1382"/>
                  </a:cubicBezTo>
                  <a:cubicBezTo>
                    <a:pt x="340" y="1369"/>
                    <a:pt x="340" y="1369"/>
                    <a:pt x="340" y="1369"/>
                  </a:cubicBezTo>
                  <a:cubicBezTo>
                    <a:pt x="339" y="1371"/>
                    <a:pt x="340" y="1373"/>
                    <a:pt x="340" y="1375"/>
                  </a:cubicBezTo>
                  <a:cubicBezTo>
                    <a:pt x="338" y="1375"/>
                    <a:pt x="336" y="1375"/>
                    <a:pt x="335" y="1374"/>
                  </a:cubicBezTo>
                  <a:cubicBezTo>
                    <a:pt x="329" y="1372"/>
                    <a:pt x="323" y="1370"/>
                    <a:pt x="318" y="1367"/>
                  </a:cubicBezTo>
                  <a:cubicBezTo>
                    <a:pt x="323" y="1370"/>
                    <a:pt x="329" y="1372"/>
                    <a:pt x="335" y="1374"/>
                  </a:cubicBezTo>
                  <a:cubicBezTo>
                    <a:pt x="337" y="1375"/>
                    <a:pt x="337" y="1375"/>
                    <a:pt x="337" y="1375"/>
                  </a:cubicBezTo>
                  <a:cubicBezTo>
                    <a:pt x="338" y="1375"/>
                    <a:pt x="338" y="1375"/>
                    <a:pt x="339" y="1376"/>
                  </a:cubicBezTo>
                  <a:cubicBezTo>
                    <a:pt x="341" y="1372"/>
                    <a:pt x="341" y="1372"/>
                    <a:pt x="333" y="1351"/>
                  </a:cubicBezTo>
                  <a:cubicBezTo>
                    <a:pt x="328" y="1337"/>
                    <a:pt x="328" y="1337"/>
                    <a:pt x="323" y="1330"/>
                  </a:cubicBezTo>
                  <a:cubicBezTo>
                    <a:pt x="324" y="1331"/>
                    <a:pt x="325" y="1333"/>
                    <a:pt x="326" y="1334"/>
                  </a:cubicBezTo>
                  <a:cubicBezTo>
                    <a:pt x="328" y="1337"/>
                    <a:pt x="328" y="1337"/>
                    <a:pt x="333" y="1351"/>
                  </a:cubicBezTo>
                  <a:cubicBezTo>
                    <a:pt x="333" y="1348"/>
                    <a:pt x="334" y="1345"/>
                    <a:pt x="335" y="1342"/>
                  </a:cubicBezTo>
                  <a:cubicBezTo>
                    <a:pt x="328" y="1331"/>
                    <a:pt x="328" y="1331"/>
                    <a:pt x="328" y="1331"/>
                  </a:cubicBezTo>
                  <a:cubicBezTo>
                    <a:pt x="326" y="1329"/>
                    <a:pt x="325" y="1327"/>
                    <a:pt x="324" y="1325"/>
                  </a:cubicBezTo>
                  <a:cubicBezTo>
                    <a:pt x="321" y="1321"/>
                    <a:pt x="318" y="1317"/>
                    <a:pt x="316" y="1313"/>
                  </a:cubicBezTo>
                  <a:cubicBezTo>
                    <a:pt x="323" y="1299"/>
                    <a:pt x="323" y="1299"/>
                    <a:pt x="323" y="1299"/>
                  </a:cubicBezTo>
                  <a:cubicBezTo>
                    <a:pt x="320" y="1299"/>
                    <a:pt x="316" y="1298"/>
                    <a:pt x="313" y="1297"/>
                  </a:cubicBezTo>
                  <a:cubicBezTo>
                    <a:pt x="313" y="1313"/>
                    <a:pt x="313" y="1313"/>
                    <a:pt x="313" y="1313"/>
                  </a:cubicBezTo>
                  <a:cubicBezTo>
                    <a:pt x="319" y="1324"/>
                    <a:pt x="319" y="1324"/>
                    <a:pt x="319" y="1324"/>
                  </a:cubicBezTo>
                  <a:cubicBezTo>
                    <a:pt x="313" y="1313"/>
                    <a:pt x="313" y="1313"/>
                    <a:pt x="313" y="1313"/>
                  </a:cubicBezTo>
                  <a:cubicBezTo>
                    <a:pt x="313" y="1297"/>
                    <a:pt x="313" y="1297"/>
                    <a:pt x="313" y="1297"/>
                  </a:cubicBezTo>
                  <a:cubicBezTo>
                    <a:pt x="316" y="1298"/>
                    <a:pt x="320" y="1299"/>
                    <a:pt x="323" y="1299"/>
                  </a:cubicBezTo>
                  <a:cubicBezTo>
                    <a:pt x="324" y="1300"/>
                    <a:pt x="326" y="1300"/>
                    <a:pt x="327" y="1301"/>
                  </a:cubicBezTo>
                  <a:cubicBezTo>
                    <a:pt x="328" y="1296"/>
                    <a:pt x="328" y="1296"/>
                    <a:pt x="328" y="1296"/>
                  </a:cubicBezTo>
                  <a:cubicBezTo>
                    <a:pt x="335" y="1298"/>
                    <a:pt x="342" y="1299"/>
                    <a:pt x="348" y="1301"/>
                  </a:cubicBezTo>
                  <a:cubicBezTo>
                    <a:pt x="337" y="1249"/>
                    <a:pt x="336" y="1244"/>
                    <a:pt x="333" y="1203"/>
                  </a:cubicBezTo>
                  <a:cubicBezTo>
                    <a:pt x="336" y="1197"/>
                    <a:pt x="336" y="1197"/>
                    <a:pt x="336" y="119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8"/>
                  </a:moveTo>
                  <a:cubicBezTo>
                    <a:pt x="1087" y="1247"/>
                    <a:pt x="1087" y="1247"/>
                    <a:pt x="1087" y="1247"/>
                  </a:cubicBezTo>
                  <a:cubicBezTo>
                    <a:pt x="1087" y="1247"/>
                    <a:pt x="1087" y="1247"/>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8" y="1248"/>
                    <a:pt x="1088" y="1248"/>
                    <a:pt x="1088" y="1248"/>
                  </a:cubicBezTo>
                  <a:cubicBezTo>
                    <a:pt x="1087" y="1248"/>
                    <a:pt x="1087" y="1248"/>
                    <a:pt x="1087"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9" y="1248"/>
                  </a:moveTo>
                  <a:cubicBezTo>
                    <a:pt x="1088" y="1248"/>
                    <a:pt x="1088" y="1248"/>
                    <a:pt x="1088" y="1248"/>
                  </a:cubicBezTo>
                  <a:cubicBezTo>
                    <a:pt x="1088" y="1248"/>
                    <a:pt x="1088"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90" y="1248"/>
                  </a:moveTo>
                  <a:cubicBezTo>
                    <a:pt x="1089" y="1248"/>
                    <a:pt x="1089" y="1248"/>
                    <a:pt x="1089" y="1248"/>
                  </a:cubicBezTo>
                  <a:cubicBezTo>
                    <a:pt x="1090" y="1248"/>
                    <a:pt x="1090" y="1248"/>
                    <a:pt x="1090" y="1248"/>
                  </a:cubicBezTo>
                  <a:moveTo>
                    <a:pt x="1090" y="1248"/>
                  </a:moveTo>
                  <a:cubicBezTo>
                    <a:pt x="1090" y="1249"/>
                    <a:pt x="1090" y="1249"/>
                    <a:pt x="1090" y="1249"/>
                  </a:cubicBezTo>
                  <a:cubicBezTo>
                    <a:pt x="1090" y="1249"/>
                    <a:pt x="1090" y="1249"/>
                    <a:pt x="1090" y="1248"/>
                  </a:cubicBezTo>
                  <a:moveTo>
                    <a:pt x="1090" y="1249"/>
                  </a:moveTo>
                  <a:cubicBezTo>
                    <a:pt x="1090" y="1249"/>
                    <a:pt x="1090" y="1249"/>
                    <a:pt x="1090" y="1249"/>
                  </a:cubicBezTo>
                  <a:cubicBezTo>
                    <a:pt x="1090" y="1249"/>
                    <a:pt x="1090" y="1249"/>
                    <a:pt x="1090" y="1249"/>
                  </a:cubicBezTo>
                  <a:moveTo>
                    <a:pt x="1090" y="1249"/>
                  </a:moveTo>
                  <a:cubicBezTo>
                    <a:pt x="1091" y="1249"/>
                    <a:pt x="1091" y="1249"/>
                    <a:pt x="1091" y="1249"/>
                  </a:cubicBezTo>
                  <a:cubicBezTo>
                    <a:pt x="1091" y="1249"/>
                    <a:pt x="1091" y="1249"/>
                    <a:pt x="1091" y="1249"/>
                  </a:cubicBezTo>
                  <a:moveTo>
                    <a:pt x="1091" y="1249"/>
                  </a:moveTo>
                  <a:cubicBezTo>
                    <a:pt x="1091" y="1250"/>
                    <a:pt x="1091" y="1250"/>
                    <a:pt x="1091" y="1250"/>
                  </a:cubicBezTo>
                  <a:cubicBezTo>
                    <a:pt x="1091" y="1249"/>
                    <a:pt x="1091" y="1249"/>
                    <a:pt x="1091" y="1249"/>
                  </a:cubicBezTo>
                  <a:moveTo>
                    <a:pt x="1091" y="1250"/>
                  </a:moveTo>
                  <a:cubicBezTo>
                    <a:pt x="1091" y="1250"/>
                    <a:pt x="1091" y="1250"/>
                    <a:pt x="1091" y="1250"/>
                  </a:cubicBezTo>
                  <a:cubicBezTo>
                    <a:pt x="1091" y="1250"/>
                    <a:pt x="1091" y="1250"/>
                    <a:pt x="1091" y="1250"/>
                  </a:cubicBezTo>
                  <a:moveTo>
                    <a:pt x="1091" y="1250"/>
                  </a:moveTo>
                  <a:cubicBezTo>
                    <a:pt x="1092" y="1251"/>
                    <a:pt x="1092" y="1251"/>
                    <a:pt x="1092" y="1251"/>
                  </a:cubicBezTo>
                  <a:cubicBezTo>
                    <a:pt x="1092" y="1251"/>
                    <a:pt x="1092" y="1251"/>
                    <a:pt x="1091" y="1250"/>
                  </a:cubicBezTo>
                  <a:moveTo>
                    <a:pt x="1092" y="1252"/>
                  </a:moveTo>
                  <a:cubicBezTo>
                    <a:pt x="1092" y="1252"/>
                    <a:pt x="1092" y="1252"/>
                    <a:pt x="1092" y="1251"/>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3" y="1252"/>
                    <a:pt x="1093" y="1252"/>
                    <a:pt x="1093" y="1252"/>
                  </a:cubicBezTo>
                  <a:cubicBezTo>
                    <a:pt x="1092" y="1252"/>
                    <a:pt x="1092" y="1252"/>
                    <a:pt x="1092" y="1252"/>
                  </a:cubicBezTo>
                  <a:moveTo>
                    <a:pt x="1093" y="1252"/>
                  </a:moveTo>
                  <a:cubicBezTo>
                    <a:pt x="1093" y="1252"/>
                    <a:pt x="1093" y="1252"/>
                    <a:pt x="1093" y="1252"/>
                  </a:cubicBezTo>
                  <a:cubicBezTo>
                    <a:pt x="1093" y="1252"/>
                    <a:pt x="1093" y="1252"/>
                    <a:pt x="1093" y="1252"/>
                  </a:cubicBezTo>
                  <a:moveTo>
                    <a:pt x="1093" y="1252"/>
                  </a:moveTo>
                  <a:cubicBezTo>
                    <a:pt x="1093" y="1252"/>
                    <a:pt x="1093" y="1252"/>
                    <a:pt x="1093" y="1252"/>
                  </a:cubicBezTo>
                  <a:cubicBezTo>
                    <a:pt x="1093" y="1252"/>
                    <a:pt x="1093" y="1252"/>
                    <a:pt x="1093" y="1252"/>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4"/>
                  </a:moveTo>
                  <a:cubicBezTo>
                    <a:pt x="1093" y="1253"/>
                    <a:pt x="1093" y="1253"/>
                    <a:pt x="1093" y="1253"/>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5"/>
                    <a:pt x="1093" y="1255"/>
                    <a:pt x="1093" y="1255"/>
                  </a:cubicBezTo>
                  <a:cubicBezTo>
                    <a:pt x="1093" y="1254"/>
                    <a:pt x="1093" y="1254"/>
                    <a:pt x="1093" y="1254"/>
                  </a:cubicBezTo>
                  <a:moveTo>
                    <a:pt x="1093" y="1255"/>
                  </a:moveTo>
                  <a:cubicBezTo>
                    <a:pt x="1093" y="1255"/>
                    <a:pt x="1093" y="1255"/>
                    <a:pt x="1093" y="1255"/>
                  </a:cubicBezTo>
                  <a:cubicBezTo>
                    <a:pt x="1093" y="1255"/>
                    <a:pt x="1093" y="1255"/>
                    <a:pt x="1093" y="1255"/>
                  </a:cubicBezTo>
                  <a:moveTo>
                    <a:pt x="1094" y="1255"/>
                  </a:moveTo>
                  <a:cubicBezTo>
                    <a:pt x="1093" y="1255"/>
                    <a:pt x="1093" y="1255"/>
                    <a:pt x="1093" y="1255"/>
                  </a:cubicBezTo>
                  <a:cubicBezTo>
                    <a:pt x="1094" y="1255"/>
                    <a:pt x="1094" y="1255"/>
                    <a:pt x="1094" y="1255"/>
                  </a:cubicBezTo>
                  <a:moveTo>
                    <a:pt x="1094" y="1255"/>
                  </a:moveTo>
                  <a:cubicBezTo>
                    <a:pt x="1101" y="1246"/>
                    <a:pt x="1101" y="1246"/>
                    <a:pt x="1101" y="1246"/>
                  </a:cubicBezTo>
                  <a:cubicBezTo>
                    <a:pt x="1099" y="1249"/>
                    <a:pt x="1096" y="1253"/>
                    <a:pt x="1094" y="1255"/>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2" y="1246"/>
                  </a:moveTo>
                  <a:cubicBezTo>
                    <a:pt x="1101" y="1246"/>
                    <a:pt x="1101" y="1246"/>
                    <a:pt x="1101"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cubicBezTo>
                    <a:pt x="1102" y="1246"/>
                    <a:pt x="1102" y="1246"/>
                    <a:pt x="1102" y="1246"/>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4"/>
                    <a:pt x="1096" y="1234"/>
                    <a:pt x="1096" y="1234"/>
                  </a:cubicBezTo>
                  <a:cubicBezTo>
                    <a:pt x="1096" y="1233"/>
                    <a:pt x="1096" y="1233"/>
                    <a:pt x="1096" y="1233"/>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7" y="1234"/>
                  </a:moveTo>
                  <a:cubicBezTo>
                    <a:pt x="1096" y="1234"/>
                    <a:pt x="1096" y="1234"/>
                    <a:pt x="1096" y="1234"/>
                  </a:cubicBezTo>
                  <a:cubicBezTo>
                    <a:pt x="1097" y="1234"/>
                    <a:pt x="1097" y="1234"/>
                    <a:pt x="1097" y="1234"/>
                  </a:cubicBezTo>
                  <a:moveTo>
                    <a:pt x="1097" y="1233"/>
                  </a:moveTo>
                  <a:cubicBezTo>
                    <a:pt x="1097" y="1233"/>
                    <a:pt x="1097" y="1233"/>
                    <a:pt x="1097" y="1234"/>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2"/>
                  </a:moveTo>
                  <a:cubicBezTo>
                    <a:pt x="1097" y="1233"/>
                    <a:pt x="1097" y="1233"/>
                    <a:pt x="1097" y="1233"/>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8" y="1232"/>
                  </a:moveTo>
                  <a:cubicBezTo>
                    <a:pt x="1098" y="1232"/>
                    <a:pt x="1098" y="1232"/>
                    <a:pt x="1097"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1"/>
                  </a:moveTo>
                  <a:cubicBezTo>
                    <a:pt x="1098" y="1231"/>
                    <a:pt x="1098" y="1231"/>
                    <a:pt x="1098" y="1232"/>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9" y="1231"/>
                  </a:moveTo>
                  <a:cubicBezTo>
                    <a:pt x="1099" y="1231"/>
                    <a:pt x="1099" y="1231"/>
                    <a:pt x="1098" y="1231"/>
                  </a:cubicBezTo>
                  <a:cubicBezTo>
                    <a:pt x="1099" y="1231"/>
                    <a:pt x="1099" y="1231"/>
                    <a:pt x="1099" y="1231"/>
                  </a:cubicBezTo>
                  <a:moveTo>
                    <a:pt x="1099" y="1230"/>
                  </a:moveTo>
                  <a:cubicBezTo>
                    <a:pt x="1099" y="1231"/>
                    <a:pt x="1099" y="1231"/>
                    <a:pt x="1099" y="1231"/>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29"/>
                  </a:moveTo>
                  <a:cubicBezTo>
                    <a:pt x="1099" y="1230"/>
                    <a:pt x="1099" y="1230"/>
                    <a:pt x="1099" y="1230"/>
                  </a:cubicBezTo>
                  <a:cubicBezTo>
                    <a:pt x="1099" y="1229"/>
                    <a:pt x="1099" y="1229"/>
                    <a:pt x="1099" y="1229"/>
                  </a:cubicBezTo>
                  <a:moveTo>
                    <a:pt x="1099" y="1229"/>
                  </a:moveTo>
                  <a:cubicBezTo>
                    <a:pt x="1099" y="1229"/>
                    <a:pt x="1099" y="1229"/>
                    <a:pt x="1099" y="1229"/>
                  </a:cubicBezTo>
                  <a:cubicBezTo>
                    <a:pt x="1099" y="1229"/>
                    <a:pt x="1099" y="1229"/>
                    <a:pt x="1099" y="1229"/>
                  </a:cubicBezTo>
                  <a:moveTo>
                    <a:pt x="1100" y="1229"/>
                  </a:moveTo>
                  <a:cubicBezTo>
                    <a:pt x="1100" y="1229"/>
                    <a:pt x="1100" y="1229"/>
                    <a:pt x="1099" y="1229"/>
                  </a:cubicBezTo>
                  <a:cubicBezTo>
                    <a:pt x="1100" y="1229"/>
                    <a:pt x="1100" y="1229"/>
                    <a:pt x="1100" y="1229"/>
                  </a:cubicBezTo>
                  <a:moveTo>
                    <a:pt x="1100" y="1229"/>
                  </a:moveTo>
                  <a:cubicBezTo>
                    <a:pt x="1100" y="1229"/>
                    <a:pt x="1100" y="1229"/>
                    <a:pt x="1100" y="1229"/>
                  </a:cubicBezTo>
                  <a:cubicBezTo>
                    <a:pt x="1100" y="1229"/>
                    <a:pt x="1100" y="1229"/>
                    <a:pt x="1100" y="1229"/>
                  </a:cubicBezTo>
                  <a:moveTo>
                    <a:pt x="1100" y="1228"/>
                  </a:moveTo>
                  <a:cubicBezTo>
                    <a:pt x="1100" y="1228"/>
                    <a:pt x="1100" y="1228"/>
                    <a:pt x="1100" y="1229"/>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7"/>
                  </a:moveTo>
                  <a:cubicBezTo>
                    <a:pt x="1100" y="1228"/>
                    <a:pt x="1100" y="1228"/>
                    <a:pt x="1100" y="1228"/>
                  </a:cubicBezTo>
                  <a:cubicBezTo>
                    <a:pt x="1100" y="1227"/>
                    <a:pt x="1100" y="1227"/>
                    <a:pt x="1100" y="1227"/>
                  </a:cubicBezTo>
                  <a:moveTo>
                    <a:pt x="1101" y="1227"/>
                  </a:moveTo>
                  <a:cubicBezTo>
                    <a:pt x="1101" y="1227"/>
                    <a:pt x="1101" y="1227"/>
                    <a:pt x="1100" y="1227"/>
                  </a:cubicBezTo>
                  <a:cubicBezTo>
                    <a:pt x="1101" y="1227"/>
                    <a:pt x="1101" y="1227"/>
                    <a:pt x="1101" y="1227"/>
                  </a:cubicBezTo>
                  <a:moveTo>
                    <a:pt x="1101" y="1226"/>
                  </a:moveTo>
                  <a:cubicBezTo>
                    <a:pt x="1101" y="1227"/>
                    <a:pt x="1101" y="1227"/>
                    <a:pt x="1101" y="1227"/>
                  </a:cubicBezTo>
                  <a:cubicBezTo>
                    <a:pt x="1101" y="1226"/>
                    <a:pt x="1101" y="1226"/>
                    <a:pt x="1101" y="1226"/>
                  </a:cubicBezTo>
                  <a:moveTo>
                    <a:pt x="1101" y="1226"/>
                  </a:moveTo>
                  <a:cubicBezTo>
                    <a:pt x="1101" y="1226"/>
                    <a:pt x="1101" y="1226"/>
                    <a:pt x="1101" y="1226"/>
                  </a:cubicBezTo>
                  <a:cubicBezTo>
                    <a:pt x="1101" y="1226"/>
                    <a:pt x="1101" y="1226"/>
                    <a:pt x="1101" y="1226"/>
                  </a:cubicBezTo>
                  <a:moveTo>
                    <a:pt x="1101" y="1226"/>
                  </a:moveTo>
                  <a:cubicBezTo>
                    <a:pt x="1101" y="1226"/>
                    <a:pt x="1101" y="1226"/>
                    <a:pt x="1101" y="1226"/>
                  </a:cubicBezTo>
                  <a:cubicBezTo>
                    <a:pt x="1101" y="1226"/>
                    <a:pt x="1101" y="1226"/>
                    <a:pt x="1101" y="1226"/>
                  </a:cubicBezTo>
                  <a:moveTo>
                    <a:pt x="1144" y="1268"/>
                  </a:moveTo>
                  <a:cubicBezTo>
                    <a:pt x="1149" y="1249"/>
                    <a:pt x="1155" y="1223"/>
                    <a:pt x="1159" y="1203"/>
                  </a:cubicBezTo>
                  <a:cubicBezTo>
                    <a:pt x="1156" y="1189"/>
                    <a:pt x="1156" y="1189"/>
                    <a:pt x="1156" y="1189"/>
                  </a:cubicBezTo>
                  <a:cubicBezTo>
                    <a:pt x="1121" y="1193"/>
                    <a:pt x="1086" y="1197"/>
                    <a:pt x="1050" y="1200"/>
                  </a:cubicBezTo>
                  <a:cubicBezTo>
                    <a:pt x="987" y="1205"/>
                    <a:pt x="923" y="1208"/>
                    <a:pt x="859" y="1209"/>
                  </a:cubicBezTo>
                  <a:cubicBezTo>
                    <a:pt x="859" y="1214"/>
                    <a:pt x="859" y="1218"/>
                    <a:pt x="859" y="1224"/>
                  </a:cubicBezTo>
                  <a:cubicBezTo>
                    <a:pt x="859" y="1229"/>
                    <a:pt x="859" y="1234"/>
                    <a:pt x="859" y="1239"/>
                  </a:cubicBezTo>
                  <a:cubicBezTo>
                    <a:pt x="858" y="1252"/>
                    <a:pt x="845" y="1261"/>
                    <a:pt x="844" y="1275"/>
                  </a:cubicBezTo>
                  <a:cubicBezTo>
                    <a:pt x="843" y="1282"/>
                    <a:pt x="843" y="1289"/>
                    <a:pt x="843" y="1296"/>
                  </a:cubicBezTo>
                  <a:cubicBezTo>
                    <a:pt x="844" y="1313"/>
                    <a:pt x="846" y="1322"/>
                    <a:pt x="865" y="1347"/>
                  </a:cubicBezTo>
                  <a:cubicBezTo>
                    <a:pt x="875" y="1361"/>
                    <a:pt x="873" y="1379"/>
                    <a:pt x="878" y="1394"/>
                  </a:cubicBezTo>
                  <a:cubicBezTo>
                    <a:pt x="882" y="1405"/>
                    <a:pt x="884" y="1409"/>
                    <a:pt x="887" y="1416"/>
                  </a:cubicBezTo>
                  <a:cubicBezTo>
                    <a:pt x="898" y="1440"/>
                    <a:pt x="906" y="1442"/>
                    <a:pt x="909" y="1442"/>
                  </a:cubicBezTo>
                  <a:cubicBezTo>
                    <a:pt x="921" y="1442"/>
                    <a:pt x="933" y="1442"/>
                    <a:pt x="945" y="1441"/>
                  </a:cubicBezTo>
                  <a:cubicBezTo>
                    <a:pt x="977" y="1437"/>
                    <a:pt x="1008" y="1413"/>
                    <a:pt x="1023" y="1398"/>
                  </a:cubicBezTo>
                  <a:cubicBezTo>
                    <a:pt x="1033" y="1390"/>
                    <a:pt x="1036" y="1376"/>
                    <a:pt x="1045" y="1367"/>
                  </a:cubicBezTo>
                  <a:cubicBezTo>
                    <a:pt x="1054" y="1359"/>
                    <a:pt x="1068" y="1360"/>
                    <a:pt x="1075" y="1350"/>
                  </a:cubicBezTo>
                  <a:cubicBezTo>
                    <a:pt x="1079" y="1343"/>
                    <a:pt x="1079" y="1343"/>
                    <a:pt x="1079" y="1316"/>
                  </a:cubicBezTo>
                  <a:cubicBezTo>
                    <a:pt x="1099" y="1302"/>
                    <a:pt x="1131" y="1288"/>
                    <a:pt x="1144" y="1268"/>
                  </a:cubicBezTo>
                  <a:moveTo>
                    <a:pt x="1607" y="1008"/>
                  </a:moveTo>
                  <a:cubicBezTo>
                    <a:pt x="1610" y="1001"/>
                    <a:pt x="1610" y="1001"/>
                    <a:pt x="1610" y="1001"/>
                  </a:cubicBezTo>
                  <a:cubicBezTo>
                    <a:pt x="1605" y="1010"/>
                    <a:pt x="1605" y="1010"/>
                    <a:pt x="1605" y="1010"/>
                  </a:cubicBezTo>
                  <a:cubicBezTo>
                    <a:pt x="1607" y="1008"/>
                    <a:pt x="1607" y="1008"/>
                    <a:pt x="1607" y="1008"/>
                  </a:cubicBezTo>
                  <a:moveTo>
                    <a:pt x="1610" y="1001"/>
                  </a:moveTo>
                  <a:cubicBezTo>
                    <a:pt x="1615" y="985"/>
                    <a:pt x="1615" y="985"/>
                    <a:pt x="1615" y="985"/>
                  </a:cubicBezTo>
                  <a:cubicBezTo>
                    <a:pt x="1613" y="988"/>
                    <a:pt x="1612" y="992"/>
                    <a:pt x="1610" y="994"/>
                  </a:cubicBezTo>
                  <a:cubicBezTo>
                    <a:pt x="1614" y="978"/>
                    <a:pt x="1619" y="960"/>
                    <a:pt x="1623" y="942"/>
                  </a:cubicBezTo>
                  <a:cubicBezTo>
                    <a:pt x="1621" y="933"/>
                    <a:pt x="1621" y="933"/>
                    <a:pt x="1621" y="933"/>
                  </a:cubicBezTo>
                  <a:cubicBezTo>
                    <a:pt x="1621" y="930"/>
                    <a:pt x="1622" y="927"/>
                    <a:pt x="1622" y="924"/>
                  </a:cubicBezTo>
                  <a:cubicBezTo>
                    <a:pt x="1622" y="917"/>
                    <a:pt x="1622" y="917"/>
                    <a:pt x="1622" y="917"/>
                  </a:cubicBezTo>
                  <a:cubicBezTo>
                    <a:pt x="1621" y="912"/>
                    <a:pt x="1621" y="912"/>
                    <a:pt x="1621" y="912"/>
                  </a:cubicBezTo>
                  <a:cubicBezTo>
                    <a:pt x="1622" y="904"/>
                    <a:pt x="1622" y="904"/>
                    <a:pt x="1622" y="904"/>
                  </a:cubicBezTo>
                  <a:cubicBezTo>
                    <a:pt x="1618" y="893"/>
                    <a:pt x="1614" y="879"/>
                    <a:pt x="1610" y="869"/>
                  </a:cubicBezTo>
                  <a:cubicBezTo>
                    <a:pt x="1611" y="896"/>
                    <a:pt x="1612" y="932"/>
                    <a:pt x="1610" y="959"/>
                  </a:cubicBezTo>
                  <a:cubicBezTo>
                    <a:pt x="1610" y="968"/>
                    <a:pt x="1611" y="980"/>
                    <a:pt x="1610" y="988"/>
                  </a:cubicBezTo>
                  <a:cubicBezTo>
                    <a:pt x="1610" y="980"/>
                    <a:pt x="1611" y="968"/>
                    <a:pt x="1610" y="959"/>
                  </a:cubicBezTo>
                  <a:cubicBezTo>
                    <a:pt x="1610" y="972"/>
                    <a:pt x="1609" y="990"/>
                    <a:pt x="1607" y="1003"/>
                  </a:cubicBezTo>
                  <a:cubicBezTo>
                    <a:pt x="1605" y="1010"/>
                    <a:pt x="1605" y="1010"/>
                    <a:pt x="1605" y="1010"/>
                  </a:cubicBezTo>
                  <a:cubicBezTo>
                    <a:pt x="1610" y="1001"/>
                    <a:pt x="1610" y="1001"/>
                    <a:pt x="1610" y="1001"/>
                  </a:cubicBezTo>
                  <a:moveTo>
                    <a:pt x="1640" y="885"/>
                  </a:moveTo>
                  <a:cubicBezTo>
                    <a:pt x="1643" y="859"/>
                    <a:pt x="1648" y="826"/>
                    <a:pt x="1650" y="800"/>
                  </a:cubicBezTo>
                  <a:cubicBezTo>
                    <a:pt x="1650" y="800"/>
                    <a:pt x="1650" y="801"/>
                    <a:pt x="1650" y="801"/>
                  </a:cubicBezTo>
                  <a:cubicBezTo>
                    <a:pt x="1648" y="826"/>
                    <a:pt x="1643" y="860"/>
                    <a:pt x="1638" y="885"/>
                  </a:cubicBezTo>
                  <a:cubicBezTo>
                    <a:pt x="1638" y="879"/>
                    <a:pt x="1638" y="879"/>
                    <a:pt x="1638" y="879"/>
                  </a:cubicBezTo>
                  <a:cubicBezTo>
                    <a:pt x="1631" y="916"/>
                    <a:pt x="1631" y="916"/>
                    <a:pt x="1631" y="916"/>
                  </a:cubicBezTo>
                  <a:cubicBezTo>
                    <a:pt x="1631" y="920"/>
                    <a:pt x="1631" y="920"/>
                    <a:pt x="1631" y="920"/>
                  </a:cubicBezTo>
                  <a:cubicBezTo>
                    <a:pt x="1633" y="912"/>
                    <a:pt x="1634" y="904"/>
                    <a:pt x="1636" y="897"/>
                  </a:cubicBezTo>
                  <a:cubicBezTo>
                    <a:pt x="1635" y="898"/>
                    <a:pt x="1635" y="899"/>
                    <a:pt x="1635" y="900"/>
                  </a:cubicBezTo>
                  <a:cubicBezTo>
                    <a:pt x="1631" y="924"/>
                    <a:pt x="1631" y="924"/>
                    <a:pt x="1630" y="931"/>
                  </a:cubicBezTo>
                  <a:cubicBezTo>
                    <a:pt x="1640" y="885"/>
                    <a:pt x="1640" y="885"/>
                    <a:pt x="1640" y="885"/>
                  </a:cubicBezTo>
                  <a:moveTo>
                    <a:pt x="1622" y="917"/>
                  </a:moveTo>
                  <a:cubicBezTo>
                    <a:pt x="1622" y="924"/>
                    <a:pt x="1622" y="924"/>
                    <a:pt x="1622" y="924"/>
                  </a:cubicBezTo>
                  <a:cubicBezTo>
                    <a:pt x="1622" y="917"/>
                    <a:pt x="1622" y="917"/>
                    <a:pt x="1622" y="917"/>
                  </a:cubicBezTo>
                  <a:moveTo>
                    <a:pt x="1624" y="904"/>
                  </a:moveTo>
                  <a:cubicBezTo>
                    <a:pt x="1627" y="904"/>
                    <a:pt x="1627" y="904"/>
                    <a:pt x="1627" y="904"/>
                  </a:cubicBezTo>
                  <a:cubicBezTo>
                    <a:pt x="1632" y="853"/>
                    <a:pt x="1632" y="853"/>
                    <a:pt x="1632" y="853"/>
                  </a:cubicBezTo>
                  <a:cubicBezTo>
                    <a:pt x="1628" y="839"/>
                    <a:pt x="1628" y="839"/>
                    <a:pt x="1628" y="839"/>
                  </a:cubicBezTo>
                  <a:cubicBezTo>
                    <a:pt x="1628" y="840"/>
                    <a:pt x="1627" y="841"/>
                    <a:pt x="1627" y="842"/>
                  </a:cubicBezTo>
                  <a:cubicBezTo>
                    <a:pt x="1625" y="835"/>
                    <a:pt x="1625" y="835"/>
                    <a:pt x="1625" y="835"/>
                  </a:cubicBezTo>
                  <a:cubicBezTo>
                    <a:pt x="1624" y="835"/>
                    <a:pt x="1624" y="836"/>
                    <a:pt x="1623" y="837"/>
                  </a:cubicBezTo>
                  <a:cubicBezTo>
                    <a:pt x="1624" y="869"/>
                    <a:pt x="1624" y="869"/>
                    <a:pt x="1624" y="869"/>
                  </a:cubicBezTo>
                  <a:cubicBezTo>
                    <a:pt x="1624" y="873"/>
                    <a:pt x="1624" y="876"/>
                    <a:pt x="1623" y="879"/>
                  </a:cubicBezTo>
                  <a:cubicBezTo>
                    <a:pt x="1625" y="900"/>
                    <a:pt x="1625" y="900"/>
                    <a:pt x="1625" y="900"/>
                  </a:cubicBezTo>
                  <a:cubicBezTo>
                    <a:pt x="1627" y="890"/>
                    <a:pt x="1627" y="890"/>
                    <a:pt x="1627" y="890"/>
                  </a:cubicBezTo>
                  <a:cubicBezTo>
                    <a:pt x="1625" y="900"/>
                    <a:pt x="1625" y="900"/>
                    <a:pt x="1625" y="900"/>
                  </a:cubicBezTo>
                  <a:cubicBezTo>
                    <a:pt x="1623" y="879"/>
                    <a:pt x="1623" y="879"/>
                    <a:pt x="1623" y="879"/>
                  </a:cubicBezTo>
                  <a:cubicBezTo>
                    <a:pt x="1622" y="904"/>
                    <a:pt x="1622" y="904"/>
                    <a:pt x="1622" y="904"/>
                  </a:cubicBezTo>
                  <a:cubicBezTo>
                    <a:pt x="1621" y="912"/>
                    <a:pt x="1621" y="912"/>
                    <a:pt x="1621" y="912"/>
                  </a:cubicBezTo>
                  <a:cubicBezTo>
                    <a:pt x="1622" y="917"/>
                    <a:pt x="1622" y="917"/>
                    <a:pt x="1622" y="917"/>
                  </a:cubicBezTo>
                  <a:cubicBezTo>
                    <a:pt x="1622" y="909"/>
                    <a:pt x="1622" y="909"/>
                    <a:pt x="1622" y="909"/>
                  </a:cubicBezTo>
                  <a:cubicBezTo>
                    <a:pt x="1624" y="904"/>
                    <a:pt x="1624" y="904"/>
                    <a:pt x="1624" y="904"/>
                  </a:cubicBezTo>
                  <a:moveTo>
                    <a:pt x="1532" y="904"/>
                  </a:moveTo>
                  <a:cubicBezTo>
                    <a:pt x="1545" y="907"/>
                    <a:pt x="1545" y="907"/>
                    <a:pt x="1545" y="907"/>
                  </a:cubicBezTo>
                  <a:cubicBezTo>
                    <a:pt x="1541" y="882"/>
                    <a:pt x="1541" y="882"/>
                    <a:pt x="1541" y="882"/>
                  </a:cubicBezTo>
                  <a:cubicBezTo>
                    <a:pt x="1541" y="876"/>
                    <a:pt x="1542" y="870"/>
                    <a:pt x="1542" y="863"/>
                  </a:cubicBezTo>
                  <a:cubicBezTo>
                    <a:pt x="1539" y="865"/>
                    <a:pt x="1536" y="866"/>
                    <a:pt x="1533" y="867"/>
                  </a:cubicBezTo>
                  <a:cubicBezTo>
                    <a:pt x="1533" y="880"/>
                    <a:pt x="1533" y="892"/>
                    <a:pt x="1532" y="904"/>
                  </a:cubicBezTo>
                  <a:cubicBezTo>
                    <a:pt x="1535" y="903"/>
                    <a:pt x="1538" y="902"/>
                    <a:pt x="1540" y="901"/>
                  </a:cubicBezTo>
                  <a:cubicBezTo>
                    <a:pt x="1538" y="902"/>
                    <a:pt x="1535" y="903"/>
                    <a:pt x="1532" y="904"/>
                  </a:cubicBezTo>
                  <a:moveTo>
                    <a:pt x="1625" y="835"/>
                  </a:moveTo>
                  <a:cubicBezTo>
                    <a:pt x="1625" y="828"/>
                    <a:pt x="1625" y="822"/>
                    <a:pt x="1625" y="816"/>
                  </a:cubicBezTo>
                  <a:cubicBezTo>
                    <a:pt x="1624" y="808"/>
                    <a:pt x="1624" y="808"/>
                    <a:pt x="1624" y="808"/>
                  </a:cubicBezTo>
                  <a:cubicBezTo>
                    <a:pt x="1621" y="829"/>
                    <a:pt x="1621" y="829"/>
                    <a:pt x="1621" y="829"/>
                  </a:cubicBezTo>
                  <a:cubicBezTo>
                    <a:pt x="1623" y="837"/>
                    <a:pt x="1623" y="837"/>
                    <a:pt x="1623" y="837"/>
                  </a:cubicBezTo>
                  <a:cubicBezTo>
                    <a:pt x="1624" y="836"/>
                    <a:pt x="1624" y="835"/>
                    <a:pt x="1625" y="835"/>
                  </a:cubicBezTo>
                  <a:moveTo>
                    <a:pt x="56" y="823"/>
                  </a:moveTo>
                  <a:cubicBezTo>
                    <a:pt x="60" y="806"/>
                    <a:pt x="60" y="806"/>
                    <a:pt x="60" y="806"/>
                  </a:cubicBezTo>
                  <a:cubicBezTo>
                    <a:pt x="57" y="783"/>
                    <a:pt x="57" y="783"/>
                    <a:pt x="57" y="783"/>
                  </a:cubicBezTo>
                  <a:cubicBezTo>
                    <a:pt x="50" y="800"/>
                    <a:pt x="50" y="800"/>
                    <a:pt x="50" y="800"/>
                  </a:cubicBezTo>
                  <a:cubicBezTo>
                    <a:pt x="53" y="830"/>
                    <a:pt x="53" y="830"/>
                    <a:pt x="53" y="830"/>
                  </a:cubicBezTo>
                  <a:cubicBezTo>
                    <a:pt x="56" y="823"/>
                    <a:pt x="56" y="823"/>
                    <a:pt x="56" y="823"/>
                  </a:cubicBezTo>
                  <a:moveTo>
                    <a:pt x="1499" y="843"/>
                  </a:moveTo>
                  <a:cubicBezTo>
                    <a:pt x="1507" y="850"/>
                    <a:pt x="1507" y="850"/>
                    <a:pt x="1507" y="850"/>
                  </a:cubicBezTo>
                  <a:cubicBezTo>
                    <a:pt x="1497" y="826"/>
                    <a:pt x="1497" y="826"/>
                    <a:pt x="1497" y="826"/>
                  </a:cubicBezTo>
                  <a:cubicBezTo>
                    <a:pt x="1499" y="843"/>
                    <a:pt x="1499" y="843"/>
                    <a:pt x="1499" y="843"/>
                  </a:cubicBezTo>
                  <a:moveTo>
                    <a:pt x="1624" y="748"/>
                  </a:moveTo>
                  <a:cubicBezTo>
                    <a:pt x="1628" y="758"/>
                    <a:pt x="1634" y="772"/>
                    <a:pt x="1638" y="782"/>
                  </a:cubicBezTo>
                  <a:cubicBezTo>
                    <a:pt x="1634" y="769"/>
                    <a:pt x="1629" y="751"/>
                    <a:pt x="1623" y="738"/>
                  </a:cubicBezTo>
                  <a:cubicBezTo>
                    <a:pt x="1621" y="773"/>
                    <a:pt x="1621" y="773"/>
                    <a:pt x="1621" y="773"/>
                  </a:cubicBezTo>
                  <a:cubicBezTo>
                    <a:pt x="1621" y="784"/>
                    <a:pt x="1621" y="790"/>
                    <a:pt x="1620" y="808"/>
                  </a:cubicBezTo>
                  <a:cubicBezTo>
                    <a:pt x="1619" y="820"/>
                    <a:pt x="1619" y="823"/>
                    <a:pt x="1621" y="829"/>
                  </a:cubicBezTo>
                  <a:cubicBezTo>
                    <a:pt x="1621" y="823"/>
                    <a:pt x="1623" y="815"/>
                    <a:pt x="1624" y="808"/>
                  </a:cubicBezTo>
                  <a:cubicBezTo>
                    <a:pt x="1624" y="748"/>
                    <a:pt x="1624" y="748"/>
                    <a:pt x="1624" y="748"/>
                  </a:cubicBezTo>
                  <a:moveTo>
                    <a:pt x="1612" y="722"/>
                  </a:moveTo>
                  <a:cubicBezTo>
                    <a:pt x="1616" y="738"/>
                    <a:pt x="1616" y="738"/>
                    <a:pt x="1616" y="738"/>
                  </a:cubicBezTo>
                  <a:cubicBezTo>
                    <a:pt x="1609" y="711"/>
                    <a:pt x="1609" y="711"/>
                    <a:pt x="1609" y="711"/>
                  </a:cubicBezTo>
                  <a:cubicBezTo>
                    <a:pt x="1607" y="725"/>
                    <a:pt x="1607" y="725"/>
                    <a:pt x="1607" y="725"/>
                  </a:cubicBezTo>
                  <a:cubicBezTo>
                    <a:pt x="1612" y="722"/>
                    <a:pt x="1612" y="722"/>
                    <a:pt x="1612" y="722"/>
                  </a:cubicBezTo>
                  <a:moveTo>
                    <a:pt x="41" y="702"/>
                  </a:moveTo>
                  <a:cubicBezTo>
                    <a:pt x="42" y="696"/>
                    <a:pt x="43" y="691"/>
                    <a:pt x="44" y="684"/>
                  </a:cubicBezTo>
                  <a:cubicBezTo>
                    <a:pt x="42" y="683"/>
                    <a:pt x="41" y="681"/>
                    <a:pt x="39" y="680"/>
                  </a:cubicBezTo>
                  <a:cubicBezTo>
                    <a:pt x="38" y="686"/>
                    <a:pt x="38" y="692"/>
                    <a:pt x="36" y="698"/>
                  </a:cubicBezTo>
                  <a:cubicBezTo>
                    <a:pt x="38" y="700"/>
                    <a:pt x="40" y="701"/>
                    <a:pt x="41" y="702"/>
                  </a:cubicBezTo>
                  <a:moveTo>
                    <a:pt x="92" y="737"/>
                  </a:moveTo>
                  <a:cubicBezTo>
                    <a:pt x="92" y="731"/>
                    <a:pt x="93" y="724"/>
                    <a:pt x="94" y="719"/>
                  </a:cubicBezTo>
                  <a:cubicBezTo>
                    <a:pt x="93" y="718"/>
                    <a:pt x="92" y="717"/>
                    <a:pt x="90" y="716"/>
                  </a:cubicBezTo>
                  <a:cubicBezTo>
                    <a:pt x="89" y="715"/>
                    <a:pt x="88" y="715"/>
                    <a:pt x="87" y="714"/>
                  </a:cubicBezTo>
                  <a:cubicBezTo>
                    <a:pt x="86" y="720"/>
                    <a:pt x="85" y="727"/>
                    <a:pt x="84" y="732"/>
                  </a:cubicBezTo>
                  <a:cubicBezTo>
                    <a:pt x="85" y="734"/>
                    <a:pt x="87" y="734"/>
                    <a:pt x="88" y="735"/>
                  </a:cubicBezTo>
                  <a:cubicBezTo>
                    <a:pt x="89" y="735"/>
                    <a:pt x="90" y="736"/>
                    <a:pt x="92" y="737"/>
                  </a:cubicBezTo>
                  <a:moveTo>
                    <a:pt x="78" y="719"/>
                  </a:moveTo>
                  <a:cubicBezTo>
                    <a:pt x="79" y="713"/>
                    <a:pt x="80" y="707"/>
                    <a:pt x="81" y="701"/>
                  </a:cubicBezTo>
                  <a:cubicBezTo>
                    <a:pt x="79" y="699"/>
                    <a:pt x="77" y="698"/>
                    <a:pt x="75" y="697"/>
                  </a:cubicBezTo>
                  <a:cubicBezTo>
                    <a:pt x="73" y="702"/>
                    <a:pt x="73" y="709"/>
                    <a:pt x="72" y="715"/>
                  </a:cubicBezTo>
                  <a:cubicBezTo>
                    <a:pt x="74" y="716"/>
                    <a:pt x="76" y="718"/>
                    <a:pt x="78" y="719"/>
                  </a:cubicBezTo>
                  <a:moveTo>
                    <a:pt x="1635" y="654"/>
                  </a:moveTo>
                  <a:cubicBezTo>
                    <a:pt x="1635" y="627"/>
                    <a:pt x="1635" y="627"/>
                    <a:pt x="1635" y="627"/>
                  </a:cubicBezTo>
                  <a:cubicBezTo>
                    <a:pt x="1633" y="620"/>
                    <a:pt x="1633" y="620"/>
                    <a:pt x="1633" y="620"/>
                  </a:cubicBezTo>
                  <a:cubicBezTo>
                    <a:pt x="1635" y="654"/>
                    <a:pt x="1635" y="654"/>
                    <a:pt x="1635" y="654"/>
                  </a:cubicBezTo>
                  <a:moveTo>
                    <a:pt x="72" y="715"/>
                  </a:moveTo>
                  <a:cubicBezTo>
                    <a:pt x="73" y="709"/>
                    <a:pt x="73" y="702"/>
                    <a:pt x="75" y="697"/>
                  </a:cubicBezTo>
                  <a:cubicBezTo>
                    <a:pt x="70" y="694"/>
                    <a:pt x="66" y="691"/>
                    <a:pt x="62" y="688"/>
                  </a:cubicBezTo>
                  <a:cubicBezTo>
                    <a:pt x="66" y="691"/>
                    <a:pt x="70" y="694"/>
                    <a:pt x="75" y="697"/>
                  </a:cubicBezTo>
                  <a:cubicBezTo>
                    <a:pt x="76" y="685"/>
                    <a:pt x="76" y="685"/>
                    <a:pt x="71" y="683"/>
                  </a:cubicBezTo>
                  <a:cubicBezTo>
                    <a:pt x="64" y="681"/>
                    <a:pt x="64" y="681"/>
                    <a:pt x="54" y="661"/>
                  </a:cubicBezTo>
                  <a:cubicBezTo>
                    <a:pt x="54" y="661"/>
                    <a:pt x="54" y="661"/>
                    <a:pt x="54" y="661"/>
                  </a:cubicBezTo>
                  <a:cubicBezTo>
                    <a:pt x="50" y="669"/>
                    <a:pt x="48" y="671"/>
                    <a:pt x="47" y="665"/>
                  </a:cubicBezTo>
                  <a:cubicBezTo>
                    <a:pt x="46" y="661"/>
                    <a:pt x="45" y="657"/>
                    <a:pt x="44" y="653"/>
                  </a:cubicBezTo>
                  <a:cubicBezTo>
                    <a:pt x="44" y="659"/>
                    <a:pt x="44" y="667"/>
                    <a:pt x="43" y="673"/>
                  </a:cubicBezTo>
                  <a:cubicBezTo>
                    <a:pt x="45" y="674"/>
                    <a:pt x="47" y="676"/>
                    <a:pt x="48" y="677"/>
                  </a:cubicBezTo>
                  <a:cubicBezTo>
                    <a:pt x="59" y="689"/>
                    <a:pt x="59" y="689"/>
                    <a:pt x="59" y="689"/>
                  </a:cubicBezTo>
                  <a:cubicBezTo>
                    <a:pt x="50" y="700"/>
                    <a:pt x="50" y="700"/>
                    <a:pt x="50" y="700"/>
                  </a:cubicBezTo>
                  <a:cubicBezTo>
                    <a:pt x="53" y="702"/>
                    <a:pt x="56" y="704"/>
                    <a:pt x="59" y="706"/>
                  </a:cubicBezTo>
                  <a:cubicBezTo>
                    <a:pt x="63" y="709"/>
                    <a:pt x="67" y="712"/>
                    <a:pt x="72" y="715"/>
                  </a:cubicBezTo>
                  <a:moveTo>
                    <a:pt x="1483" y="773"/>
                  </a:moveTo>
                  <a:cubicBezTo>
                    <a:pt x="1480" y="751"/>
                    <a:pt x="1478" y="729"/>
                    <a:pt x="1473" y="708"/>
                  </a:cubicBezTo>
                  <a:cubicBezTo>
                    <a:pt x="1466" y="720"/>
                    <a:pt x="1466" y="720"/>
                    <a:pt x="1466" y="720"/>
                  </a:cubicBezTo>
                  <a:cubicBezTo>
                    <a:pt x="1483" y="773"/>
                    <a:pt x="1483" y="773"/>
                    <a:pt x="1483" y="773"/>
                  </a:cubicBezTo>
                  <a:moveTo>
                    <a:pt x="1560" y="671"/>
                  </a:moveTo>
                  <a:cubicBezTo>
                    <a:pt x="1560" y="670"/>
                    <a:pt x="1560" y="668"/>
                    <a:pt x="1560" y="667"/>
                  </a:cubicBezTo>
                  <a:cubicBezTo>
                    <a:pt x="1560" y="667"/>
                    <a:pt x="1560" y="668"/>
                    <a:pt x="1560" y="668"/>
                  </a:cubicBezTo>
                  <a:cubicBezTo>
                    <a:pt x="1559" y="673"/>
                    <a:pt x="1550" y="722"/>
                    <a:pt x="1549" y="734"/>
                  </a:cubicBezTo>
                  <a:cubicBezTo>
                    <a:pt x="1560" y="700"/>
                    <a:pt x="1560" y="700"/>
                    <a:pt x="1560" y="671"/>
                  </a:cubicBezTo>
                  <a:moveTo>
                    <a:pt x="1632" y="599"/>
                  </a:moveTo>
                  <a:cubicBezTo>
                    <a:pt x="1629" y="579"/>
                    <a:pt x="1629" y="579"/>
                    <a:pt x="1629" y="579"/>
                  </a:cubicBezTo>
                  <a:cubicBezTo>
                    <a:pt x="1631" y="603"/>
                    <a:pt x="1631" y="603"/>
                    <a:pt x="1631" y="603"/>
                  </a:cubicBezTo>
                  <a:cubicBezTo>
                    <a:pt x="1632" y="599"/>
                    <a:pt x="1632" y="599"/>
                    <a:pt x="1632" y="599"/>
                  </a:cubicBezTo>
                  <a:moveTo>
                    <a:pt x="54" y="661"/>
                  </a:moveTo>
                  <a:cubicBezTo>
                    <a:pt x="46" y="632"/>
                    <a:pt x="46" y="632"/>
                    <a:pt x="46" y="632"/>
                  </a:cubicBezTo>
                  <a:cubicBezTo>
                    <a:pt x="45" y="631"/>
                    <a:pt x="43" y="629"/>
                    <a:pt x="42" y="628"/>
                  </a:cubicBezTo>
                  <a:cubicBezTo>
                    <a:pt x="41" y="603"/>
                    <a:pt x="41" y="603"/>
                    <a:pt x="41" y="603"/>
                  </a:cubicBezTo>
                  <a:cubicBezTo>
                    <a:pt x="39" y="602"/>
                    <a:pt x="38" y="601"/>
                    <a:pt x="37" y="599"/>
                  </a:cubicBezTo>
                  <a:cubicBezTo>
                    <a:pt x="36" y="598"/>
                    <a:pt x="35" y="597"/>
                    <a:pt x="35" y="597"/>
                  </a:cubicBezTo>
                  <a:cubicBezTo>
                    <a:pt x="34" y="597"/>
                    <a:pt x="34" y="597"/>
                    <a:pt x="28" y="611"/>
                  </a:cubicBezTo>
                  <a:cubicBezTo>
                    <a:pt x="30" y="613"/>
                    <a:pt x="31" y="615"/>
                    <a:pt x="33" y="617"/>
                  </a:cubicBezTo>
                  <a:cubicBezTo>
                    <a:pt x="35" y="620"/>
                    <a:pt x="35" y="620"/>
                    <a:pt x="44" y="653"/>
                  </a:cubicBezTo>
                  <a:cubicBezTo>
                    <a:pt x="47" y="667"/>
                    <a:pt x="47" y="667"/>
                    <a:pt x="47" y="668"/>
                  </a:cubicBezTo>
                  <a:cubicBezTo>
                    <a:pt x="49" y="670"/>
                    <a:pt x="50" y="667"/>
                    <a:pt x="51" y="666"/>
                  </a:cubicBezTo>
                  <a:cubicBezTo>
                    <a:pt x="52" y="665"/>
                    <a:pt x="52" y="665"/>
                    <a:pt x="54" y="661"/>
                  </a:cubicBezTo>
                  <a:moveTo>
                    <a:pt x="1631" y="562"/>
                  </a:moveTo>
                  <a:cubicBezTo>
                    <a:pt x="1630" y="556"/>
                    <a:pt x="1629" y="550"/>
                    <a:pt x="1627" y="544"/>
                  </a:cubicBezTo>
                  <a:cubicBezTo>
                    <a:pt x="1630" y="558"/>
                    <a:pt x="1630" y="558"/>
                    <a:pt x="1630" y="558"/>
                  </a:cubicBezTo>
                  <a:cubicBezTo>
                    <a:pt x="1631" y="562"/>
                    <a:pt x="1631" y="562"/>
                    <a:pt x="1631" y="562"/>
                  </a:cubicBezTo>
                  <a:moveTo>
                    <a:pt x="1460" y="743"/>
                  </a:moveTo>
                  <a:cubicBezTo>
                    <a:pt x="1462" y="732"/>
                    <a:pt x="1462" y="732"/>
                    <a:pt x="1462" y="732"/>
                  </a:cubicBezTo>
                  <a:cubicBezTo>
                    <a:pt x="1433" y="693"/>
                    <a:pt x="1433" y="693"/>
                    <a:pt x="1433" y="693"/>
                  </a:cubicBezTo>
                  <a:cubicBezTo>
                    <a:pt x="1424" y="695"/>
                    <a:pt x="1424" y="695"/>
                    <a:pt x="1424" y="695"/>
                  </a:cubicBezTo>
                  <a:cubicBezTo>
                    <a:pt x="1425" y="696"/>
                    <a:pt x="1425" y="696"/>
                    <a:pt x="1425" y="696"/>
                  </a:cubicBezTo>
                  <a:cubicBezTo>
                    <a:pt x="1437" y="708"/>
                    <a:pt x="1446" y="720"/>
                    <a:pt x="1460" y="743"/>
                  </a:cubicBezTo>
                  <a:moveTo>
                    <a:pt x="1630" y="558"/>
                  </a:moveTo>
                  <a:cubicBezTo>
                    <a:pt x="1627" y="544"/>
                    <a:pt x="1627" y="544"/>
                    <a:pt x="1627" y="544"/>
                  </a:cubicBezTo>
                  <a:cubicBezTo>
                    <a:pt x="1621" y="526"/>
                    <a:pt x="1621" y="526"/>
                    <a:pt x="1621" y="526"/>
                  </a:cubicBezTo>
                  <a:cubicBezTo>
                    <a:pt x="1630" y="558"/>
                    <a:pt x="1630" y="558"/>
                    <a:pt x="1630" y="558"/>
                  </a:cubicBezTo>
                  <a:moveTo>
                    <a:pt x="50" y="499"/>
                  </a:moveTo>
                  <a:cubicBezTo>
                    <a:pt x="52" y="494"/>
                    <a:pt x="54" y="488"/>
                    <a:pt x="57" y="482"/>
                  </a:cubicBezTo>
                  <a:cubicBezTo>
                    <a:pt x="56" y="482"/>
                    <a:pt x="56" y="481"/>
                    <a:pt x="56" y="480"/>
                  </a:cubicBezTo>
                  <a:cubicBezTo>
                    <a:pt x="55" y="479"/>
                    <a:pt x="55" y="478"/>
                    <a:pt x="55" y="476"/>
                  </a:cubicBezTo>
                  <a:cubicBezTo>
                    <a:pt x="51" y="482"/>
                    <a:pt x="51" y="482"/>
                    <a:pt x="51" y="482"/>
                  </a:cubicBezTo>
                  <a:cubicBezTo>
                    <a:pt x="49" y="488"/>
                    <a:pt x="46" y="494"/>
                    <a:pt x="44" y="499"/>
                  </a:cubicBezTo>
                  <a:cubicBezTo>
                    <a:pt x="45" y="502"/>
                    <a:pt x="45" y="504"/>
                    <a:pt x="46" y="506"/>
                  </a:cubicBezTo>
                  <a:cubicBezTo>
                    <a:pt x="50" y="499"/>
                    <a:pt x="50" y="499"/>
                    <a:pt x="50" y="499"/>
                  </a:cubicBezTo>
                  <a:moveTo>
                    <a:pt x="50" y="1002"/>
                  </a:moveTo>
                  <a:cubicBezTo>
                    <a:pt x="48" y="996"/>
                    <a:pt x="46" y="991"/>
                    <a:pt x="45" y="985"/>
                  </a:cubicBezTo>
                  <a:cubicBezTo>
                    <a:pt x="46" y="991"/>
                    <a:pt x="48" y="996"/>
                    <a:pt x="50" y="1002"/>
                  </a:cubicBezTo>
                  <a:moveTo>
                    <a:pt x="50" y="1002"/>
                  </a:moveTo>
                  <a:cubicBezTo>
                    <a:pt x="51" y="1003"/>
                    <a:pt x="52" y="1005"/>
                    <a:pt x="54" y="1006"/>
                  </a:cubicBezTo>
                  <a:cubicBezTo>
                    <a:pt x="52" y="1005"/>
                    <a:pt x="51" y="1003"/>
                    <a:pt x="50" y="1002"/>
                  </a:cubicBezTo>
                  <a:moveTo>
                    <a:pt x="36" y="817"/>
                  </a:moveTo>
                  <a:cubicBezTo>
                    <a:pt x="34" y="824"/>
                    <a:pt x="34" y="824"/>
                    <a:pt x="34" y="824"/>
                  </a:cubicBezTo>
                  <a:cubicBezTo>
                    <a:pt x="36" y="817"/>
                    <a:pt x="36" y="817"/>
                    <a:pt x="36" y="817"/>
                  </a:cubicBezTo>
                  <a:cubicBezTo>
                    <a:pt x="39" y="800"/>
                    <a:pt x="39" y="800"/>
                    <a:pt x="39" y="800"/>
                  </a:cubicBezTo>
                  <a:cubicBezTo>
                    <a:pt x="36" y="817"/>
                    <a:pt x="36" y="817"/>
                    <a:pt x="36" y="817"/>
                  </a:cubicBezTo>
                  <a:moveTo>
                    <a:pt x="7" y="642"/>
                  </a:move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3"/>
                  </a:moveTo>
                  <a:cubicBezTo>
                    <a:pt x="7" y="643"/>
                    <a:pt x="7" y="643"/>
                    <a:pt x="7" y="642"/>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69" y="476"/>
                  </a:moveTo>
                  <a:cubicBezTo>
                    <a:pt x="72" y="468"/>
                    <a:pt x="76" y="459"/>
                    <a:pt x="80" y="451"/>
                  </a:cubicBezTo>
                  <a:cubicBezTo>
                    <a:pt x="76" y="459"/>
                    <a:pt x="72" y="468"/>
                    <a:pt x="69" y="476"/>
                  </a:cubicBezTo>
                  <a:cubicBezTo>
                    <a:pt x="72" y="468"/>
                    <a:pt x="76" y="459"/>
                    <a:pt x="80" y="451"/>
                  </a:cubicBezTo>
                  <a:cubicBezTo>
                    <a:pt x="76" y="459"/>
                    <a:pt x="72" y="468"/>
                    <a:pt x="69" y="476"/>
                  </a:cubicBezTo>
                  <a:moveTo>
                    <a:pt x="71" y="480"/>
                  </a:moveTo>
                  <a:cubicBezTo>
                    <a:pt x="70" y="479"/>
                    <a:pt x="69" y="478"/>
                    <a:pt x="69" y="476"/>
                  </a:cubicBezTo>
                  <a:cubicBezTo>
                    <a:pt x="69" y="478"/>
                    <a:pt x="70" y="479"/>
                    <a:pt x="71" y="480"/>
                  </a:cubicBezTo>
                  <a:moveTo>
                    <a:pt x="75" y="472"/>
                  </a:moveTo>
                  <a:cubicBezTo>
                    <a:pt x="77" y="467"/>
                    <a:pt x="80" y="461"/>
                    <a:pt x="83" y="455"/>
                  </a:cubicBezTo>
                  <a:cubicBezTo>
                    <a:pt x="80" y="461"/>
                    <a:pt x="77" y="467"/>
                    <a:pt x="75" y="472"/>
                  </a:cubicBezTo>
                  <a:moveTo>
                    <a:pt x="71" y="480"/>
                  </a:moveTo>
                  <a:cubicBezTo>
                    <a:pt x="76" y="474"/>
                    <a:pt x="76" y="474"/>
                    <a:pt x="76" y="474"/>
                  </a:cubicBezTo>
                  <a:cubicBezTo>
                    <a:pt x="71" y="480"/>
                    <a:pt x="71" y="480"/>
                    <a:pt x="71" y="480"/>
                  </a:cubicBezTo>
                  <a:moveTo>
                    <a:pt x="76" y="474"/>
                  </a:moveTo>
                  <a:cubicBezTo>
                    <a:pt x="76" y="473"/>
                    <a:pt x="75" y="473"/>
                    <a:pt x="75" y="472"/>
                  </a:cubicBezTo>
                  <a:cubicBezTo>
                    <a:pt x="75" y="473"/>
                    <a:pt x="76" y="473"/>
                    <a:pt x="76" y="474"/>
                  </a:cubicBezTo>
                  <a:moveTo>
                    <a:pt x="156" y="1105"/>
                  </a:moveTo>
                  <a:cubicBezTo>
                    <a:pt x="136" y="1039"/>
                    <a:pt x="123" y="967"/>
                    <a:pt x="121" y="890"/>
                  </a:cubicBezTo>
                  <a:cubicBezTo>
                    <a:pt x="111" y="869"/>
                    <a:pt x="111" y="869"/>
                    <a:pt x="117" y="849"/>
                  </a:cubicBezTo>
                  <a:cubicBezTo>
                    <a:pt x="92" y="844"/>
                    <a:pt x="92" y="844"/>
                    <a:pt x="92" y="844"/>
                  </a:cubicBezTo>
                  <a:cubicBezTo>
                    <a:pt x="88" y="842"/>
                    <a:pt x="84" y="840"/>
                    <a:pt x="80" y="838"/>
                  </a:cubicBezTo>
                  <a:cubicBezTo>
                    <a:pt x="79" y="837"/>
                    <a:pt x="78" y="837"/>
                    <a:pt x="77" y="836"/>
                  </a:cubicBezTo>
                  <a:cubicBezTo>
                    <a:pt x="60" y="806"/>
                    <a:pt x="60" y="806"/>
                    <a:pt x="60" y="806"/>
                  </a:cubicBezTo>
                  <a:cubicBezTo>
                    <a:pt x="56" y="823"/>
                    <a:pt x="56" y="823"/>
                    <a:pt x="56" y="823"/>
                  </a:cubicBezTo>
                  <a:cubicBezTo>
                    <a:pt x="60" y="844"/>
                    <a:pt x="60" y="844"/>
                    <a:pt x="60" y="844"/>
                  </a:cubicBezTo>
                  <a:cubicBezTo>
                    <a:pt x="56" y="823"/>
                    <a:pt x="56" y="823"/>
                    <a:pt x="56" y="823"/>
                  </a:cubicBezTo>
                  <a:cubicBezTo>
                    <a:pt x="53" y="830"/>
                    <a:pt x="53" y="830"/>
                    <a:pt x="53" y="830"/>
                  </a:cubicBezTo>
                  <a:cubicBezTo>
                    <a:pt x="50" y="800"/>
                    <a:pt x="50" y="800"/>
                    <a:pt x="50" y="800"/>
                  </a:cubicBezTo>
                  <a:cubicBezTo>
                    <a:pt x="49" y="798"/>
                    <a:pt x="47" y="796"/>
                    <a:pt x="45" y="795"/>
                  </a:cubicBezTo>
                  <a:cubicBezTo>
                    <a:pt x="44" y="798"/>
                    <a:pt x="44" y="801"/>
                    <a:pt x="44" y="805"/>
                  </a:cubicBezTo>
                  <a:cubicBezTo>
                    <a:pt x="44" y="801"/>
                    <a:pt x="44" y="798"/>
                    <a:pt x="45" y="795"/>
                  </a:cubicBezTo>
                  <a:cubicBezTo>
                    <a:pt x="39" y="800"/>
                    <a:pt x="39" y="800"/>
                    <a:pt x="39" y="800"/>
                  </a:cubicBezTo>
                  <a:cubicBezTo>
                    <a:pt x="36" y="817"/>
                    <a:pt x="36" y="817"/>
                    <a:pt x="36" y="817"/>
                  </a:cubicBezTo>
                  <a:cubicBezTo>
                    <a:pt x="34" y="824"/>
                    <a:pt x="34" y="824"/>
                    <a:pt x="34" y="824"/>
                  </a:cubicBezTo>
                  <a:cubicBezTo>
                    <a:pt x="30" y="812"/>
                    <a:pt x="30" y="812"/>
                    <a:pt x="22" y="804"/>
                  </a:cubicBezTo>
                  <a:cubicBezTo>
                    <a:pt x="22" y="805"/>
                    <a:pt x="21" y="807"/>
                    <a:pt x="20" y="808"/>
                  </a:cubicBezTo>
                  <a:cubicBezTo>
                    <a:pt x="20" y="810"/>
                    <a:pt x="19" y="809"/>
                    <a:pt x="18" y="809"/>
                  </a:cubicBezTo>
                  <a:cubicBezTo>
                    <a:pt x="13" y="783"/>
                    <a:pt x="13" y="783"/>
                    <a:pt x="13" y="783"/>
                  </a:cubicBezTo>
                  <a:cubicBezTo>
                    <a:pt x="13" y="780"/>
                    <a:pt x="13" y="777"/>
                    <a:pt x="13" y="774"/>
                  </a:cubicBezTo>
                  <a:cubicBezTo>
                    <a:pt x="13" y="761"/>
                    <a:pt x="14" y="748"/>
                    <a:pt x="15" y="736"/>
                  </a:cubicBezTo>
                  <a:cubicBezTo>
                    <a:pt x="15" y="730"/>
                    <a:pt x="16" y="724"/>
                    <a:pt x="16" y="718"/>
                  </a:cubicBezTo>
                  <a:cubicBezTo>
                    <a:pt x="17" y="697"/>
                    <a:pt x="17" y="697"/>
                    <a:pt x="17" y="697"/>
                  </a:cubicBezTo>
                  <a:cubicBezTo>
                    <a:pt x="16" y="695"/>
                    <a:pt x="14" y="694"/>
                    <a:pt x="14" y="692"/>
                  </a:cubicBezTo>
                  <a:cubicBezTo>
                    <a:pt x="8" y="681"/>
                    <a:pt x="8" y="681"/>
                    <a:pt x="8" y="681"/>
                  </a:cubicBezTo>
                  <a:cubicBezTo>
                    <a:pt x="12" y="664"/>
                    <a:pt x="17" y="640"/>
                    <a:pt x="22" y="623"/>
                  </a:cubicBezTo>
                  <a:cubicBezTo>
                    <a:pt x="22" y="613"/>
                    <a:pt x="22" y="613"/>
                    <a:pt x="22" y="613"/>
                  </a:cubicBezTo>
                  <a:cubicBezTo>
                    <a:pt x="11" y="656"/>
                    <a:pt x="11" y="656"/>
                    <a:pt x="6" y="691"/>
                  </a:cubicBezTo>
                  <a:cubicBezTo>
                    <a:pt x="7" y="685"/>
                    <a:pt x="8" y="678"/>
                    <a:pt x="9" y="672"/>
                  </a:cubicBezTo>
                  <a:cubicBezTo>
                    <a:pt x="12" y="652"/>
                    <a:pt x="12" y="652"/>
                    <a:pt x="22" y="613"/>
                  </a:cubicBezTo>
                  <a:cubicBezTo>
                    <a:pt x="21" y="611"/>
                    <a:pt x="20" y="609"/>
                    <a:pt x="19" y="606"/>
                  </a:cubicBezTo>
                  <a:cubicBezTo>
                    <a:pt x="10" y="636"/>
                    <a:pt x="10" y="636"/>
                    <a:pt x="10" y="636"/>
                  </a:cubicBezTo>
                  <a:cubicBezTo>
                    <a:pt x="9" y="633"/>
                    <a:pt x="8" y="630"/>
                    <a:pt x="7" y="627"/>
                  </a:cubicBezTo>
                  <a:cubicBezTo>
                    <a:pt x="7" y="625"/>
                    <a:pt x="7" y="624"/>
                    <a:pt x="7" y="622"/>
                  </a:cubicBezTo>
                  <a:cubicBezTo>
                    <a:pt x="16" y="567"/>
                    <a:pt x="16" y="567"/>
                    <a:pt x="16" y="567"/>
                  </a:cubicBezTo>
                  <a:cubicBezTo>
                    <a:pt x="19" y="555"/>
                    <a:pt x="22" y="543"/>
                    <a:pt x="25" y="532"/>
                  </a:cubicBezTo>
                  <a:cubicBezTo>
                    <a:pt x="39" y="490"/>
                    <a:pt x="39" y="490"/>
                    <a:pt x="39" y="490"/>
                  </a:cubicBezTo>
                  <a:cubicBezTo>
                    <a:pt x="49" y="474"/>
                    <a:pt x="49" y="474"/>
                    <a:pt x="49" y="474"/>
                  </a:cubicBezTo>
                  <a:cubicBezTo>
                    <a:pt x="50" y="477"/>
                    <a:pt x="50" y="480"/>
                    <a:pt x="51" y="482"/>
                  </a:cubicBezTo>
                  <a:cubicBezTo>
                    <a:pt x="55" y="476"/>
                    <a:pt x="55" y="476"/>
                    <a:pt x="55" y="476"/>
                  </a:cubicBezTo>
                  <a:cubicBezTo>
                    <a:pt x="55" y="478"/>
                    <a:pt x="55" y="479"/>
                    <a:pt x="56" y="480"/>
                  </a:cubicBezTo>
                  <a:cubicBezTo>
                    <a:pt x="56" y="481"/>
                    <a:pt x="56" y="482"/>
                    <a:pt x="57" y="482"/>
                  </a:cubicBezTo>
                  <a:cubicBezTo>
                    <a:pt x="58" y="490"/>
                    <a:pt x="60" y="500"/>
                    <a:pt x="62" y="507"/>
                  </a:cubicBezTo>
                  <a:cubicBezTo>
                    <a:pt x="51" y="557"/>
                    <a:pt x="51" y="557"/>
                    <a:pt x="51" y="557"/>
                  </a:cubicBezTo>
                  <a:cubicBezTo>
                    <a:pt x="50" y="563"/>
                    <a:pt x="48" y="569"/>
                    <a:pt x="46" y="575"/>
                  </a:cubicBezTo>
                  <a:cubicBezTo>
                    <a:pt x="47" y="576"/>
                    <a:pt x="48" y="578"/>
                    <a:pt x="50" y="579"/>
                  </a:cubicBezTo>
                  <a:cubicBezTo>
                    <a:pt x="76" y="488"/>
                    <a:pt x="76" y="488"/>
                    <a:pt x="111" y="463"/>
                  </a:cubicBezTo>
                  <a:cubicBezTo>
                    <a:pt x="114" y="456"/>
                    <a:pt x="118" y="448"/>
                    <a:pt x="122" y="441"/>
                  </a:cubicBezTo>
                  <a:cubicBezTo>
                    <a:pt x="121" y="440"/>
                    <a:pt x="120" y="439"/>
                    <a:pt x="118" y="438"/>
                  </a:cubicBezTo>
                  <a:cubicBezTo>
                    <a:pt x="115" y="443"/>
                    <a:pt x="115" y="443"/>
                    <a:pt x="115" y="443"/>
                  </a:cubicBezTo>
                  <a:cubicBezTo>
                    <a:pt x="118" y="438"/>
                    <a:pt x="118" y="438"/>
                    <a:pt x="118" y="438"/>
                  </a:cubicBezTo>
                  <a:cubicBezTo>
                    <a:pt x="88" y="409"/>
                    <a:pt x="83" y="379"/>
                    <a:pt x="99" y="351"/>
                  </a:cubicBezTo>
                  <a:cubicBezTo>
                    <a:pt x="97" y="353"/>
                    <a:pt x="97" y="353"/>
                    <a:pt x="97" y="353"/>
                  </a:cubicBezTo>
                  <a:cubicBezTo>
                    <a:pt x="61" y="426"/>
                    <a:pt x="58" y="430"/>
                    <a:pt x="42" y="475"/>
                  </a:cubicBezTo>
                  <a:cubicBezTo>
                    <a:pt x="17" y="555"/>
                    <a:pt x="16" y="558"/>
                    <a:pt x="8" y="605"/>
                  </a:cubicBezTo>
                  <a:cubicBezTo>
                    <a:pt x="3" y="636"/>
                    <a:pt x="3" y="636"/>
                    <a:pt x="3" y="636"/>
                  </a:cubicBezTo>
                  <a:cubicBezTo>
                    <a:pt x="0" y="665"/>
                    <a:pt x="0" y="665"/>
                    <a:pt x="0" y="665"/>
                  </a:cubicBezTo>
                  <a:cubicBezTo>
                    <a:pt x="2" y="665"/>
                    <a:pt x="2" y="665"/>
                    <a:pt x="2" y="665"/>
                  </a:cubicBezTo>
                  <a:cubicBezTo>
                    <a:pt x="2" y="680"/>
                    <a:pt x="2" y="701"/>
                    <a:pt x="3" y="716"/>
                  </a:cubicBezTo>
                  <a:cubicBezTo>
                    <a:pt x="4" y="718"/>
                    <a:pt x="4" y="719"/>
                    <a:pt x="5" y="721"/>
                  </a:cubicBezTo>
                  <a:cubicBezTo>
                    <a:pt x="6" y="729"/>
                    <a:pt x="6" y="729"/>
                    <a:pt x="6" y="729"/>
                  </a:cubicBezTo>
                  <a:cubicBezTo>
                    <a:pt x="7" y="743"/>
                    <a:pt x="7" y="743"/>
                    <a:pt x="11" y="752"/>
                  </a:cubicBezTo>
                  <a:cubicBezTo>
                    <a:pt x="10" y="750"/>
                    <a:pt x="9" y="748"/>
                    <a:pt x="9" y="747"/>
                  </a:cubicBezTo>
                  <a:cubicBezTo>
                    <a:pt x="7" y="742"/>
                    <a:pt x="7" y="742"/>
                    <a:pt x="5" y="721"/>
                  </a:cubicBezTo>
                  <a:cubicBezTo>
                    <a:pt x="4" y="719"/>
                    <a:pt x="4" y="718"/>
                    <a:pt x="3" y="716"/>
                  </a:cubicBezTo>
                  <a:cubicBezTo>
                    <a:pt x="6" y="765"/>
                    <a:pt x="6" y="765"/>
                    <a:pt x="7" y="784"/>
                  </a:cubicBezTo>
                  <a:cubicBezTo>
                    <a:pt x="8" y="785"/>
                    <a:pt x="9" y="786"/>
                    <a:pt x="10" y="788"/>
                  </a:cubicBezTo>
                  <a:cubicBezTo>
                    <a:pt x="9" y="775"/>
                    <a:pt x="9" y="775"/>
                    <a:pt x="9" y="775"/>
                  </a:cubicBezTo>
                  <a:cubicBezTo>
                    <a:pt x="10" y="788"/>
                    <a:pt x="10" y="788"/>
                    <a:pt x="10" y="788"/>
                  </a:cubicBezTo>
                  <a:cubicBezTo>
                    <a:pt x="10" y="789"/>
                    <a:pt x="11" y="789"/>
                    <a:pt x="11" y="790"/>
                  </a:cubicBezTo>
                  <a:cubicBezTo>
                    <a:pt x="13" y="804"/>
                    <a:pt x="13" y="804"/>
                    <a:pt x="13" y="804"/>
                  </a:cubicBezTo>
                  <a:cubicBezTo>
                    <a:pt x="14" y="796"/>
                    <a:pt x="14" y="796"/>
                    <a:pt x="14" y="796"/>
                  </a:cubicBezTo>
                  <a:cubicBezTo>
                    <a:pt x="13" y="804"/>
                    <a:pt x="13" y="804"/>
                    <a:pt x="13" y="804"/>
                  </a:cubicBezTo>
                  <a:cubicBezTo>
                    <a:pt x="11" y="790"/>
                    <a:pt x="11" y="790"/>
                    <a:pt x="11" y="790"/>
                  </a:cubicBezTo>
                  <a:cubicBezTo>
                    <a:pt x="13" y="811"/>
                    <a:pt x="13" y="811"/>
                    <a:pt x="13" y="811"/>
                  </a:cubicBezTo>
                  <a:cubicBezTo>
                    <a:pt x="15" y="814"/>
                    <a:pt x="17" y="816"/>
                    <a:pt x="18" y="818"/>
                  </a:cubicBezTo>
                  <a:cubicBezTo>
                    <a:pt x="23" y="832"/>
                    <a:pt x="23" y="832"/>
                    <a:pt x="23" y="832"/>
                  </a:cubicBezTo>
                  <a:cubicBezTo>
                    <a:pt x="22" y="812"/>
                    <a:pt x="22" y="812"/>
                    <a:pt x="22" y="812"/>
                  </a:cubicBezTo>
                  <a:cubicBezTo>
                    <a:pt x="29" y="829"/>
                    <a:pt x="29" y="829"/>
                    <a:pt x="29" y="829"/>
                  </a:cubicBezTo>
                  <a:cubicBezTo>
                    <a:pt x="31" y="846"/>
                    <a:pt x="32" y="861"/>
                    <a:pt x="34" y="878"/>
                  </a:cubicBezTo>
                  <a:cubicBezTo>
                    <a:pt x="34" y="881"/>
                    <a:pt x="35" y="884"/>
                    <a:pt x="35" y="887"/>
                  </a:cubicBezTo>
                  <a:cubicBezTo>
                    <a:pt x="37" y="910"/>
                    <a:pt x="33" y="933"/>
                    <a:pt x="37" y="957"/>
                  </a:cubicBezTo>
                  <a:cubicBezTo>
                    <a:pt x="38" y="958"/>
                    <a:pt x="39" y="960"/>
                    <a:pt x="41" y="961"/>
                  </a:cubicBezTo>
                  <a:cubicBezTo>
                    <a:pt x="39" y="960"/>
                    <a:pt x="38" y="958"/>
                    <a:pt x="37" y="957"/>
                  </a:cubicBezTo>
                  <a:cubicBezTo>
                    <a:pt x="43" y="976"/>
                    <a:pt x="43" y="976"/>
                    <a:pt x="43" y="976"/>
                  </a:cubicBezTo>
                  <a:cubicBezTo>
                    <a:pt x="39" y="994"/>
                    <a:pt x="56" y="1026"/>
                    <a:pt x="67" y="1048"/>
                  </a:cubicBezTo>
                  <a:cubicBezTo>
                    <a:pt x="66" y="1047"/>
                    <a:pt x="66" y="1046"/>
                    <a:pt x="65" y="1044"/>
                  </a:cubicBezTo>
                  <a:cubicBezTo>
                    <a:pt x="60" y="1031"/>
                    <a:pt x="55" y="1021"/>
                    <a:pt x="48" y="1002"/>
                  </a:cubicBezTo>
                  <a:cubicBezTo>
                    <a:pt x="56" y="1024"/>
                    <a:pt x="62" y="1037"/>
                    <a:pt x="67" y="1048"/>
                  </a:cubicBezTo>
                  <a:cubicBezTo>
                    <a:pt x="80" y="1061"/>
                    <a:pt x="96" y="1074"/>
                    <a:pt x="118" y="1085"/>
                  </a:cubicBezTo>
                  <a:cubicBezTo>
                    <a:pt x="130" y="1092"/>
                    <a:pt x="143" y="1099"/>
                    <a:pt x="156" y="1105"/>
                  </a:cubicBezTo>
                  <a:moveTo>
                    <a:pt x="1605" y="476"/>
                  </a:moveTo>
                  <a:cubicBezTo>
                    <a:pt x="1603" y="470"/>
                    <a:pt x="1601" y="465"/>
                    <a:pt x="1599" y="459"/>
                  </a:cubicBezTo>
                  <a:cubicBezTo>
                    <a:pt x="1589" y="436"/>
                    <a:pt x="1589" y="436"/>
                    <a:pt x="1589" y="436"/>
                  </a:cubicBezTo>
                  <a:cubicBezTo>
                    <a:pt x="1591" y="445"/>
                    <a:pt x="1591" y="445"/>
                    <a:pt x="1591" y="445"/>
                  </a:cubicBezTo>
                  <a:cubicBezTo>
                    <a:pt x="1589" y="436"/>
                    <a:pt x="1589" y="436"/>
                    <a:pt x="1589" y="436"/>
                  </a:cubicBezTo>
                  <a:cubicBezTo>
                    <a:pt x="1573" y="407"/>
                    <a:pt x="1573" y="407"/>
                    <a:pt x="1573" y="407"/>
                  </a:cubicBezTo>
                  <a:cubicBezTo>
                    <a:pt x="1565" y="388"/>
                    <a:pt x="1565" y="388"/>
                    <a:pt x="1565" y="388"/>
                  </a:cubicBezTo>
                  <a:cubicBezTo>
                    <a:pt x="1558" y="374"/>
                    <a:pt x="1558" y="374"/>
                    <a:pt x="1558" y="374"/>
                  </a:cubicBezTo>
                  <a:cubicBezTo>
                    <a:pt x="1569" y="435"/>
                    <a:pt x="1483" y="494"/>
                    <a:pt x="1319" y="535"/>
                  </a:cubicBezTo>
                  <a:cubicBezTo>
                    <a:pt x="1336" y="587"/>
                    <a:pt x="1351" y="640"/>
                    <a:pt x="1361" y="694"/>
                  </a:cubicBezTo>
                  <a:cubicBezTo>
                    <a:pt x="1382" y="688"/>
                    <a:pt x="1402" y="683"/>
                    <a:pt x="1420" y="677"/>
                  </a:cubicBezTo>
                  <a:cubicBezTo>
                    <a:pt x="1422" y="683"/>
                    <a:pt x="1423" y="689"/>
                    <a:pt x="1424" y="695"/>
                  </a:cubicBezTo>
                  <a:cubicBezTo>
                    <a:pt x="1433" y="693"/>
                    <a:pt x="1433" y="693"/>
                    <a:pt x="1433" y="693"/>
                  </a:cubicBezTo>
                  <a:cubicBezTo>
                    <a:pt x="1462" y="732"/>
                    <a:pt x="1462" y="732"/>
                    <a:pt x="1462" y="732"/>
                  </a:cubicBezTo>
                  <a:cubicBezTo>
                    <a:pt x="1466" y="720"/>
                    <a:pt x="1466" y="720"/>
                    <a:pt x="1466" y="720"/>
                  </a:cubicBezTo>
                  <a:cubicBezTo>
                    <a:pt x="1473" y="708"/>
                    <a:pt x="1473" y="708"/>
                    <a:pt x="1473" y="708"/>
                  </a:cubicBezTo>
                  <a:cubicBezTo>
                    <a:pt x="1478" y="729"/>
                    <a:pt x="1480" y="751"/>
                    <a:pt x="1483" y="773"/>
                  </a:cubicBezTo>
                  <a:cubicBezTo>
                    <a:pt x="1497" y="826"/>
                    <a:pt x="1497" y="826"/>
                    <a:pt x="1497" y="826"/>
                  </a:cubicBezTo>
                  <a:cubicBezTo>
                    <a:pt x="1507" y="850"/>
                    <a:pt x="1507" y="850"/>
                    <a:pt x="1507" y="850"/>
                  </a:cubicBezTo>
                  <a:cubicBezTo>
                    <a:pt x="1514" y="899"/>
                    <a:pt x="1514" y="899"/>
                    <a:pt x="1514" y="899"/>
                  </a:cubicBezTo>
                  <a:cubicBezTo>
                    <a:pt x="1533" y="848"/>
                    <a:pt x="1533" y="848"/>
                    <a:pt x="1533" y="848"/>
                  </a:cubicBezTo>
                  <a:cubicBezTo>
                    <a:pt x="1531" y="784"/>
                    <a:pt x="1531" y="784"/>
                    <a:pt x="1531" y="784"/>
                  </a:cubicBezTo>
                  <a:cubicBezTo>
                    <a:pt x="1549" y="734"/>
                    <a:pt x="1549" y="734"/>
                    <a:pt x="1549" y="734"/>
                  </a:cubicBezTo>
                  <a:cubicBezTo>
                    <a:pt x="1551" y="715"/>
                    <a:pt x="1559" y="672"/>
                    <a:pt x="1560" y="667"/>
                  </a:cubicBezTo>
                  <a:cubicBezTo>
                    <a:pt x="1563" y="665"/>
                    <a:pt x="1566" y="663"/>
                    <a:pt x="1569" y="661"/>
                  </a:cubicBezTo>
                  <a:cubicBezTo>
                    <a:pt x="1573" y="650"/>
                    <a:pt x="1573" y="650"/>
                    <a:pt x="1573" y="650"/>
                  </a:cubicBezTo>
                  <a:cubicBezTo>
                    <a:pt x="1593" y="685"/>
                    <a:pt x="1593" y="685"/>
                    <a:pt x="1593" y="685"/>
                  </a:cubicBezTo>
                  <a:cubicBezTo>
                    <a:pt x="1587" y="668"/>
                    <a:pt x="1579" y="645"/>
                    <a:pt x="1572" y="629"/>
                  </a:cubicBezTo>
                  <a:cubicBezTo>
                    <a:pt x="1565" y="643"/>
                    <a:pt x="1565" y="643"/>
                    <a:pt x="1565" y="643"/>
                  </a:cubicBezTo>
                  <a:cubicBezTo>
                    <a:pt x="1572" y="629"/>
                    <a:pt x="1572" y="629"/>
                    <a:pt x="1572" y="629"/>
                  </a:cubicBezTo>
                  <a:cubicBezTo>
                    <a:pt x="1578" y="645"/>
                    <a:pt x="1588" y="668"/>
                    <a:pt x="1593" y="685"/>
                  </a:cubicBezTo>
                  <a:cubicBezTo>
                    <a:pt x="1607" y="725"/>
                    <a:pt x="1607" y="725"/>
                    <a:pt x="1607" y="725"/>
                  </a:cubicBezTo>
                  <a:cubicBezTo>
                    <a:pt x="1609" y="711"/>
                    <a:pt x="1609" y="711"/>
                    <a:pt x="1609" y="711"/>
                  </a:cubicBezTo>
                  <a:cubicBezTo>
                    <a:pt x="1616" y="738"/>
                    <a:pt x="1616" y="738"/>
                    <a:pt x="1616" y="738"/>
                  </a:cubicBezTo>
                  <a:cubicBezTo>
                    <a:pt x="1616" y="741"/>
                    <a:pt x="1617" y="744"/>
                    <a:pt x="1617" y="747"/>
                  </a:cubicBezTo>
                  <a:cubicBezTo>
                    <a:pt x="1620" y="754"/>
                    <a:pt x="1620" y="754"/>
                    <a:pt x="1620" y="754"/>
                  </a:cubicBezTo>
                  <a:cubicBezTo>
                    <a:pt x="1620" y="760"/>
                    <a:pt x="1621" y="767"/>
                    <a:pt x="1621" y="773"/>
                  </a:cubicBezTo>
                  <a:cubicBezTo>
                    <a:pt x="1623" y="738"/>
                    <a:pt x="1623" y="738"/>
                    <a:pt x="1623" y="738"/>
                  </a:cubicBezTo>
                  <a:cubicBezTo>
                    <a:pt x="1628" y="751"/>
                    <a:pt x="1634" y="768"/>
                    <a:pt x="1638" y="782"/>
                  </a:cubicBezTo>
                  <a:cubicBezTo>
                    <a:pt x="1644" y="762"/>
                    <a:pt x="1644" y="762"/>
                    <a:pt x="1644" y="762"/>
                  </a:cubicBezTo>
                  <a:cubicBezTo>
                    <a:pt x="1645" y="741"/>
                    <a:pt x="1645" y="741"/>
                    <a:pt x="1645" y="741"/>
                  </a:cubicBezTo>
                  <a:cubicBezTo>
                    <a:pt x="1644" y="762"/>
                    <a:pt x="1644" y="762"/>
                    <a:pt x="1644" y="762"/>
                  </a:cubicBezTo>
                  <a:cubicBezTo>
                    <a:pt x="1646" y="748"/>
                    <a:pt x="1646" y="748"/>
                    <a:pt x="1646" y="748"/>
                  </a:cubicBezTo>
                  <a:cubicBezTo>
                    <a:pt x="1646" y="742"/>
                    <a:pt x="1645" y="735"/>
                    <a:pt x="1645" y="729"/>
                  </a:cubicBezTo>
                  <a:cubicBezTo>
                    <a:pt x="1644" y="717"/>
                    <a:pt x="1644" y="711"/>
                    <a:pt x="1643" y="704"/>
                  </a:cubicBezTo>
                  <a:cubicBezTo>
                    <a:pt x="1642" y="700"/>
                    <a:pt x="1642" y="697"/>
                    <a:pt x="1641" y="694"/>
                  </a:cubicBezTo>
                  <a:cubicBezTo>
                    <a:pt x="1640" y="690"/>
                    <a:pt x="1640" y="690"/>
                    <a:pt x="1640" y="690"/>
                  </a:cubicBezTo>
                  <a:cubicBezTo>
                    <a:pt x="1627" y="643"/>
                    <a:pt x="1627" y="643"/>
                    <a:pt x="1627" y="613"/>
                  </a:cubicBezTo>
                  <a:cubicBezTo>
                    <a:pt x="1628" y="615"/>
                    <a:pt x="1630" y="618"/>
                    <a:pt x="1631" y="620"/>
                  </a:cubicBezTo>
                  <a:cubicBezTo>
                    <a:pt x="1630" y="608"/>
                    <a:pt x="1630" y="608"/>
                    <a:pt x="1630" y="608"/>
                  </a:cubicBezTo>
                  <a:cubicBezTo>
                    <a:pt x="1624" y="603"/>
                    <a:pt x="1624" y="603"/>
                    <a:pt x="1624" y="603"/>
                  </a:cubicBezTo>
                  <a:cubicBezTo>
                    <a:pt x="1625" y="609"/>
                    <a:pt x="1625" y="609"/>
                    <a:pt x="1625" y="609"/>
                  </a:cubicBezTo>
                  <a:cubicBezTo>
                    <a:pt x="1625" y="635"/>
                    <a:pt x="1626" y="639"/>
                    <a:pt x="1629" y="659"/>
                  </a:cubicBezTo>
                  <a:cubicBezTo>
                    <a:pt x="1628" y="656"/>
                    <a:pt x="1628" y="653"/>
                    <a:pt x="1627" y="650"/>
                  </a:cubicBezTo>
                  <a:cubicBezTo>
                    <a:pt x="1626" y="638"/>
                    <a:pt x="1626" y="638"/>
                    <a:pt x="1624" y="603"/>
                  </a:cubicBezTo>
                  <a:cubicBezTo>
                    <a:pt x="1626" y="604"/>
                    <a:pt x="1628" y="607"/>
                    <a:pt x="1630" y="608"/>
                  </a:cubicBezTo>
                  <a:cubicBezTo>
                    <a:pt x="1630" y="606"/>
                    <a:pt x="1630" y="605"/>
                    <a:pt x="1631" y="603"/>
                  </a:cubicBezTo>
                  <a:cubicBezTo>
                    <a:pt x="1629" y="579"/>
                    <a:pt x="1629" y="579"/>
                    <a:pt x="1629" y="579"/>
                  </a:cubicBezTo>
                  <a:cubicBezTo>
                    <a:pt x="1630" y="576"/>
                    <a:pt x="1630" y="573"/>
                    <a:pt x="1630" y="571"/>
                  </a:cubicBezTo>
                  <a:cubicBezTo>
                    <a:pt x="1624" y="542"/>
                    <a:pt x="1614" y="506"/>
                    <a:pt x="1606" y="478"/>
                  </a:cubicBezTo>
                  <a:cubicBezTo>
                    <a:pt x="1614" y="506"/>
                    <a:pt x="1624" y="542"/>
                    <a:pt x="1630" y="571"/>
                  </a:cubicBezTo>
                  <a:cubicBezTo>
                    <a:pt x="1623" y="542"/>
                    <a:pt x="1615" y="504"/>
                    <a:pt x="1605" y="476"/>
                  </a:cubicBezTo>
                  <a:moveTo>
                    <a:pt x="1565" y="388"/>
                  </a:moveTo>
                  <a:cubicBezTo>
                    <a:pt x="1557" y="371"/>
                    <a:pt x="1557" y="371"/>
                    <a:pt x="1557" y="371"/>
                  </a:cubicBezTo>
                  <a:cubicBezTo>
                    <a:pt x="1557" y="372"/>
                    <a:pt x="1558" y="373"/>
                    <a:pt x="1558" y="374"/>
                  </a:cubicBezTo>
                  <a:cubicBezTo>
                    <a:pt x="1565" y="388"/>
                    <a:pt x="1565" y="388"/>
                    <a:pt x="1565" y="388"/>
                  </a:cubicBezTo>
                  <a:moveTo>
                    <a:pt x="1552" y="356"/>
                  </a:moveTo>
                  <a:cubicBezTo>
                    <a:pt x="1550" y="353"/>
                    <a:pt x="1550" y="353"/>
                    <a:pt x="1550" y="353"/>
                  </a:cubicBezTo>
                  <a:cubicBezTo>
                    <a:pt x="1551" y="355"/>
                    <a:pt x="1552" y="356"/>
                    <a:pt x="1553" y="357"/>
                  </a:cubicBezTo>
                  <a:cubicBezTo>
                    <a:pt x="1553" y="359"/>
                    <a:pt x="1554" y="361"/>
                    <a:pt x="1555" y="363"/>
                  </a:cubicBezTo>
                  <a:cubicBezTo>
                    <a:pt x="1560" y="370"/>
                    <a:pt x="1564" y="378"/>
                    <a:pt x="1568" y="386"/>
                  </a:cubicBezTo>
                  <a:cubicBezTo>
                    <a:pt x="1567" y="385"/>
                    <a:pt x="1567" y="385"/>
                    <a:pt x="1567" y="384"/>
                  </a:cubicBezTo>
                  <a:cubicBezTo>
                    <a:pt x="1552" y="356"/>
                    <a:pt x="1552" y="356"/>
                    <a:pt x="1552" y="356"/>
                  </a:cubicBezTo>
                  <a:moveTo>
                    <a:pt x="631" y="580"/>
                  </a:moveTo>
                  <a:cubicBezTo>
                    <a:pt x="637" y="580"/>
                    <a:pt x="642" y="581"/>
                    <a:pt x="647" y="581"/>
                  </a:cubicBezTo>
                  <a:cubicBezTo>
                    <a:pt x="642" y="576"/>
                    <a:pt x="642" y="576"/>
                    <a:pt x="642" y="576"/>
                  </a:cubicBezTo>
                  <a:cubicBezTo>
                    <a:pt x="628" y="576"/>
                    <a:pt x="628" y="576"/>
                    <a:pt x="628" y="576"/>
                  </a:cubicBezTo>
                  <a:cubicBezTo>
                    <a:pt x="631" y="580"/>
                    <a:pt x="631" y="580"/>
                    <a:pt x="631" y="580"/>
                  </a:cubicBezTo>
                  <a:moveTo>
                    <a:pt x="880" y="584"/>
                  </a:moveTo>
                  <a:cubicBezTo>
                    <a:pt x="880" y="580"/>
                    <a:pt x="875" y="577"/>
                    <a:pt x="873" y="575"/>
                  </a:cubicBezTo>
                  <a:cubicBezTo>
                    <a:pt x="865" y="575"/>
                    <a:pt x="858" y="575"/>
                    <a:pt x="851" y="575"/>
                  </a:cubicBezTo>
                  <a:cubicBezTo>
                    <a:pt x="851" y="575"/>
                    <a:pt x="855" y="580"/>
                    <a:pt x="861" y="588"/>
                  </a:cubicBezTo>
                  <a:cubicBezTo>
                    <a:pt x="867" y="588"/>
                    <a:pt x="874" y="587"/>
                    <a:pt x="880" y="587"/>
                  </a:cubicBezTo>
                  <a:cubicBezTo>
                    <a:pt x="880" y="586"/>
                    <a:pt x="880" y="585"/>
                    <a:pt x="880" y="584"/>
                  </a:cubicBezTo>
                  <a:moveTo>
                    <a:pt x="880" y="583"/>
                  </a:moveTo>
                  <a:cubicBezTo>
                    <a:pt x="894" y="574"/>
                    <a:pt x="894" y="574"/>
                    <a:pt x="894" y="574"/>
                  </a:cubicBezTo>
                  <a:cubicBezTo>
                    <a:pt x="879" y="557"/>
                    <a:pt x="879" y="557"/>
                    <a:pt x="879" y="557"/>
                  </a:cubicBezTo>
                  <a:cubicBezTo>
                    <a:pt x="873" y="575"/>
                    <a:pt x="873" y="575"/>
                    <a:pt x="873" y="575"/>
                  </a:cubicBezTo>
                  <a:cubicBezTo>
                    <a:pt x="880" y="583"/>
                    <a:pt x="880" y="583"/>
                    <a:pt x="880" y="583"/>
                  </a:cubicBezTo>
                  <a:moveTo>
                    <a:pt x="816" y="566"/>
                  </a:moveTo>
                  <a:cubicBezTo>
                    <a:pt x="816" y="557"/>
                    <a:pt x="816" y="548"/>
                    <a:pt x="816" y="539"/>
                  </a:cubicBezTo>
                  <a:cubicBezTo>
                    <a:pt x="814" y="539"/>
                    <a:pt x="811" y="539"/>
                    <a:pt x="810" y="539"/>
                  </a:cubicBezTo>
                  <a:cubicBezTo>
                    <a:pt x="809" y="548"/>
                    <a:pt x="809" y="557"/>
                    <a:pt x="809" y="566"/>
                  </a:cubicBezTo>
                  <a:cubicBezTo>
                    <a:pt x="811" y="566"/>
                    <a:pt x="814" y="566"/>
                    <a:pt x="816" y="566"/>
                  </a:cubicBezTo>
                  <a:moveTo>
                    <a:pt x="954" y="545"/>
                  </a:moveTo>
                  <a:cubicBezTo>
                    <a:pt x="968" y="535"/>
                    <a:pt x="968" y="535"/>
                    <a:pt x="968" y="535"/>
                  </a:cubicBezTo>
                  <a:cubicBezTo>
                    <a:pt x="961" y="536"/>
                    <a:pt x="954" y="536"/>
                    <a:pt x="947" y="537"/>
                  </a:cubicBezTo>
                  <a:cubicBezTo>
                    <a:pt x="948" y="566"/>
                    <a:pt x="948" y="566"/>
                    <a:pt x="948" y="566"/>
                  </a:cubicBezTo>
                  <a:cubicBezTo>
                    <a:pt x="920" y="547"/>
                    <a:pt x="920" y="547"/>
                    <a:pt x="920" y="547"/>
                  </a:cubicBezTo>
                  <a:cubicBezTo>
                    <a:pt x="946" y="585"/>
                    <a:pt x="946" y="585"/>
                    <a:pt x="946" y="585"/>
                  </a:cubicBezTo>
                  <a:cubicBezTo>
                    <a:pt x="949" y="585"/>
                    <a:pt x="952" y="585"/>
                    <a:pt x="956" y="584"/>
                  </a:cubicBezTo>
                  <a:cubicBezTo>
                    <a:pt x="965" y="581"/>
                    <a:pt x="965" y="581"/>
                    <a:pt x="965" y="581"/>
                  </a:cubicBezTo>
                  <a:cubicBezTo>
                    <a:pt x="954" y="545"/>
                    <a:pt x="954" y="545"/>
                    <a:pt x="954" y="545"/>
                  </a:cubicBezTo>
                  <a:moveTo>
                    <a:pt x="912" y="557"/>
                  </a:moveTo>
                  <a:cubicBezTo>
                    <a:pt x="912" y="556"/>
                    <a:pt x="913" y="556"/>
                    <a:pt x="914" y="556"/>
                  </a:cubicBezTo>
                  <a:cubicBezTo>
                    <a:pt x="909" y="550"/>
                    <a:pt x="903" y="543"/>
                    <a:pt x="899" y="538"/>
                  </a:cubicBezTo>
                  <a:cubicBezTo>
                    <a:pt x="897" y="538"/>
                    <a:pt x="894" y="538"/>
                    <a:pt x="892" y="538"/>
                  </a:cubicBezTo>
                  <a:cubicBezTo>
                    <a:pt x="885" y="548"/>
                    <a:pt x="885" y="548"/>
                    <a:pt x="885" y="548"/>
                  </a:cubicBezTo>
                  <a:cubicBezTo>
                    <a:pt x="871" y="539"/>
                    <a:pt x="871" y="539"/>
                    <a:pt x="871" y="539"/>
                  </a:cubicBezTo>
                  <a:cubicBezTo>
                    <a:pt x="850" y="530"/>
                    <a:pt x="850" y="530"/>
                    <a:pt x="850" y="530"/>
                  </a:cubicBezTo>
                  <a:cubicBezTo>
                    <a:pt x="872" y="548"/>
                    <a:pt x="872" y="548"/>
                    <a:pt x="872" y="548"/>
                  </a:cubicBezTo>
                  <a:cubicBezTo>
                    <a:pt x="879" y="557"/>
                    <a:pt x="879" y="557"/>
                    <a:pt x="879" y="557"/>
                  </a:cubicBezTo>
                  <a:cubicBezTo>
                    <a:pt x="894" y="574"/>
                    <a:pt x="894" y="574"/>
                    <a:pt x="894" y="574"/>
                  </a:cubicBezTo>
                  <a:cubicBezTo>
                    <a:pt x="892" y="556"/>
                    <a:pt x="892" y="556"/>
                    <a:pt x="892" y="556"/>
                  </a:cubicBezTo>
                  <a:cubicBezTo>
                    <a:pt x="894" y="574"/>
                    <a:pt x="894" y="574"/>
                    <a:pt x="894" y="574"/>
                  </a:cubicBezTo>
                  <a:cubicBezTo>
                    <a:pt x="898" y="568"/>
                    <a:pt x="900" y="564"/>
                    <a:pt x="902" y="560"/>
                  </a:cubicBezTo>
                  <a:cubicBezTo>
                    <a:pt x="898" y="561"/>
                    <a:pt x="900" y="559"/>
                    <a:pt x="900" y="559"/>
                  </a:cubicBezTo>
                  <a:cubicBezTo>
                    <a:pt x="901" y="557"/>
                    <a:pt x="902" y="557"/>
                    <a:pt x="903" y="557"/>
                  </a:cubicBezTo>
                  <a:cubicBezTo>
                    <a:pt x="903" y="557"/>
                    <a:pt x="903" y="558"/>
                    <a:pt x="902" y="560"/>
                  </a:cubicBezTo>
                  <a:cubicBezTo>
                    <a:pt x="903" y="560"/>
                    <a:pt x="905" y="560"/>
                    <a:pt x="912" y="557"/>
                  </a:cubicBezTo>
                  <a:moveTo>
                    <a:pt x="910" y="522"/>
                  </a:moveTo>
                  <a:cubicBezTo>
                    <a:pt x="919" y="529"/>
                    <a:pt x="919" y="529"/>
                    <a:pt x="919" y="529"/>
                  </a:cubicBezTo>
                  <a:cubicBezTo>
                    <a:pt x="912" y="519"/>
                    <a:pt x="912" y="519"/>
                    <a:pt x="912" y="519"/>
                  </a:cubicBezTo>
                  <a:cubicBezTo>
                    <a:pt x="904" y="511"/>
                    <a:pt x="904" y="511"/>
                    <a:pt x="904" y="511"/>
                  </a:cubicBezTo>
                  <a:cubicBezTo>
                    <a:pt x="910" y="522"/>
                    <a:pt x="910" y="522"/>
                    <a:pt x="910" y="522"/>
                  </a:cubicBezTo>
                  <a:moveTo>
                    <a:pt x="816" y="566"/>
                  </a:moveTo>
                  <a:cubicBezTo>
                    <a:pt x="816" y="557"/>
                    <a:pt x="816" y="548"/>
                    <a:pt x="816" y="539"/>
                  </a:cubicBezTo>
                  <a:cubicBezTo>
                    <a:pt x="816" y="548"/>
                    <a:pt x="816" y="557"/>
                    <a:pt x="816" y="566"/>
                  </a:cubicBezTo>
                  <a:moveTo>
                    <a:pt x="816" y="539"/>
                  </a:moveTo>
                  <a:cubicBezTo>
                    <a:pt x="823" y="522"/>
                    <a:pt x="823" y="522"/>
                    <a:pt x="823" y="522"/>
                  </a:cubicBezTo>
                  <a:cubicBezTo>
                    <a:pt x="810" y="512"/>
                    <a:pt x="810" y="512"/>
                    <a:pt x="810" y="512"/>
                  </a:cubicBezTo>
                  <a:cubicBezTo>
                    <a:pt x="804" y="523"/>
                    <a:pt x="804" y="523"/>
                    <a:pt x="804" y="523"/>
                  </a:cubicBezTo>
                  <a:cubicBezTo>
                    <a:pt x="810" y="539"/>
                    <a:pt x="810" y="539"/>
                    <a:pt x="810" y="539"/>
                  </a:cubicBezTo>
                  <a:cubicBezTo>
                    <a:pt x="811" y="539"/>
                    <a:pt x="814" y="539"/>
                    <a:pt x="816" y="539"/>
                  </a:cubicBezTo>
                  <a:moveTo>
                    <a:pt x="776" y="512"/>
                  </a:moveTo>
                  <a:cubicBezTo>
                    <a:pt x="776" y="509"/>
                    <a:pt x="777" y="506"/>
                    <a:pt x="777" y="503"/>
                  </a:cubicBezTo>
                  <a:cubicBezTo>
                    <a:pt x="770" y="503"/>
                    <a:pt x="763" y="503"/>
                    <a:pt x="757" y="503"/>
                  </a:cubicBezTo>
                  <a:cubicBezTo>
                    <a:pt x="747" y="528"/>
                    <a:pt x="747" y="528"/>
                    <a:pt x="747" y="528"/>
                  </a:cubicBezTo>
                  <a:cubicBezTo>
                    <a:pt x="733" y="530"/>
                    <a:pt x="726" y="533"/>
                    <a:pt x="720" y="540"/>
                  </a:cubicBezTo>
                  <a:cubicBezTo>
                    <a:pt x="716" y="544"/>
                    <a:pt x="713" y="552"/>
                    <a:pt x="710" y="559"/>
                  </a:cubicBezTo>
                  <a:cubicBezTo>
                    <a:pt x="706" y="571"/>
                    <a:pt x="703" y="576"/>
                    <a:pt x="699" y="584"/>
                  </a:cubicBezTo>
                  <a:cubicBezTo>
                    <a:pt x="700" y="584"/>
                    <a:pt x="701" y="584"/>
                    <a:pt x="703" y="584"/>
                  </a:cubicBezTo>
                  <a:cubicBezTo>
                    <a:pt x="724" y="547"/>
                    <a:pt x="724" y="547"/>
                    <a:pt x="725" y="546"/>
                  </a:cubicBezTo>
                  <a:cubicBezTo>
                    <a:pt x="730" y="539"/>
                    <a:pt x="734" y="535"/>
                    <a:pt x="739" y="537"/>
                  </a:cubicBezTo>
                  <a:cubicBezTo>
                    <a:pt x="747" y="540"/>
                    <a:pt x="748" y="540"/>
                    <a:pt x="756" y="511"/>
                  </a:cubicBezTo>
                  <a:cubicBezTo>
                    <a:pt x="763" y="512"/>
                    <a:pt x="769" y="512"/>
                    <a:pt x="776" y="512"/>
                  </a:cubicBezTo>
                  <a:moveTo>
                    <a:pt x="776" y="512"/>
                  </a:moveTo>
                  <a:cubicBezTo>
                    <a:pt x="790" y="504"/>
                    <a:pt x="790" y="504"/>
                    <a:pt x="790" y="504"/>
                  </a:cubicBezTo>
                  <a:cubicBezTo>
                    <a:pt x="785" y="504"/>
                    <a:pt x="781" y="503"/>
                    <a:pt x="777" y="503"/>
                  </a:cubicBezTo>
                  <a:cubicBezTo>
                    <a:pt x="777" y="506"/>
                    <a:pt x="776" y="509"/>
                    <a:pt x="776" y="512"/>
                  </a:cubicBezTo>
                  <a:moveTo>
                    <a:pt x="1010" y="497"/>
                  </a:moveTo>
                  <a:cubicBezTo>
                    <a:pt x="1009" y="491"/>
                    <a:pt x="1009" y="486"/>
                    <a:pt x="1008" y="480"/>
                  </a:cubicBezTo>
                  <a:cubicBezTo>
                    <a:pt x="998" y="507"/>
                    <a:pt x="998" y="507"/>
                    <a:pt x="998" y="507"/>
                  </a:cubicBezTo>
                  <a:cubicBezTo>
                    <a:pt x="1010" y="497"/>
                    <a:pt x="1010" y="497"/>
                    <a:pt x="1010" y="497"/>
                  </a:cubicBezTo>
                  <a:moveTo>
                    <a:pt x="856" y="478"/>
                  </a:moveTo>
                  <a:cubicBezTo>
                    <a:pt x="883" y="503"/>
                    <a:pt x="883" y="503"/>
                    <a:pt x="883" y="503"/>
                  </a:cubicBezTo>
                  <a:cubicBezTo>
                    <a:pt x="869" y="478"/>
                    <a:pt x="869" y="478"/>
                    <a:pt x="869" y="478"/>
                  </a:cubicBezTo>
                  <a:cubicBezTo>
                    <a:pt x="865" y="478"/>
                    <a:pt x="860" y="478"/>
                    <a:pt x="856" y="478"/>
                  </a:cubicBezTo>
                  <a:moveTo>
                    <a:pt x="1067" y="483"/>
                  </a:moveTo>
                  <a:cubicBezTo>
                    <a:pt x="1067" y="477"/>
                    <a:pt x="1065" y="472"/>
                    <a:pt x="1064" y="466"/>
                  </a:cubicBezTo>
                  <a:cubicBezTo>
                    <a:pt x="1062" y="466"/>
                    <a:pt x="1060" y="467"/>
                    <a:pt x="1057" y="467"/>
                  </a:cubicBezTo>
                  <a:cubicBezTo>
                    <a:pt x="1053" y="476"/>
                    <a:pt x="1053" y="476"/>
                    <a:pt x="1053" y="476"/>
                  </a:cubicBezTo>
                  <a:cubicBezTo>
                    <a:pt x="1067" y="483"/>
                    <a:pt x="1067" y="483"/>
                    <a:pt x="1067" y="483"/>
                  </a:cubicBezTo>
                  <a:moveTo>
                    <a:pt x="1057" y="467"/>
                  </a:moveTo>
                  <a:cubicBezTo>
                    <a:pt x="1057" y="464"/>
                    <a:pt x="1056" y="461"/>
                    <a:pt x="1055" y="458"/>
                  </a:cubicBezTo>
                  <a:cubicBezTo>
                    <a:pt x="1052" y="458"/>
                    <a:pt x="1047" y="459"/>
                    <a:pt x="1043" y="459"/>
                  </a:cubicBezTo>
                  <a:cubicBezTo>
                    <a:pt x="1053" y="476"/>
                    <a:pt x="1053" y="476"/>
                    <a:pt x="1053" y="476"/>
                  </a:cubicBezTo>
                  <a:cubicBezTo>
                    <a:pt x="1057" y="467"/>
                    <a:pt x="1057" y="467"/>
                    <a:pt x="1057" y="467"/>
                  </a:cubicBezTo>
                  <a:moveTo>
                    <a:pt x="297" y="387"/>
                  </a:moveTo>
                  <a:cubicBezTo>
                    <a:pt x="302" y="398"/>
                    <a:pt x="302" y="398"/>
                    <a:pt x="302" y="398"/>
                  </a:cubicBezTo>
                  <a:cubicBezTo>
                    <a:pt x="306" y="380"/>
                    <a:pt x="306" y="380"/>
                    <a:pt x="306" y="380"/>
                  </a:cubicBezTo>
                  <a:cubicBezTo>
                    <a:pt x="297" y="387"/>
                    <a:pt x="297" y="387"/>
                    <a:pt x="297" y="387"/>
                  </a:cubicBezTo>
                  <a:moveTo>
                    <a:pt x="297" y="387"/>
                  </a:moveTo>
                  <a:cubicBezTo>
                    <a:pt x="306" y="380"/>
                    <a:pt x="306" y="380"/>
                    <a:pt x="306" y="380"/>
                  </a:cubicBezTo>
                  <a:cubicBezTo>
                    <a:pt x="311" y="363"/>
                    <a:pt x="311" y="363"/>
                    <a:pt x="311" y="363"/>
                  </a:cubicBezTo>
                  <a:cubicBezTo>
                    <a:pt x="307" y="362"/>
                    <a:pt x="303" y="360"/>
                    <a:pt x="299" y="359"/>
                  </a:cubicBezTo>
                  <a:cubicBezTo>
                    <a:pt x="301" y="350"/>
                    <a:pt x="301" y="350"/>
                    <a:pt x="301" y="350"/>
                  </a:cubicBezTo>
                  <a:cubicBezTo>
                    <a:pt x="298" y="349"/>
                    <a:pt x="296" y="348"/>
                    <a:pt x="293" y="346"/>
                  </a:cubicBezTo>
                  <a:cubicBezTo>
                    <a:pt x="272" y="366"/>
                    <a:pt x="272" y="366"/>
                    <a:pt x="272" y="366"/>
                  </a:cubicBezTo>
                  <a:cubicBezTo>
                    <a:pt x="280" y="372"/>
                    <a:pt x="290" y="381"/>
                    <a:pt x="297" y="387"/>
                  </a:cubicBezTo>
                  <a:moveTo>
                    <a:pt x="720" y="415"/>
                  </a:moveTo>
                  <a:cubicBezTo>
                    <a:pt x="720" y="413"/>
                    <a:pt x="721" y="410"/>
                    <a:pt x="721" y="407"/>
                  </a:cubicBezTo>
                  <a:cubicBezTo>
                    <a:pt x="700" y="389"/>
                    <a:pt x="700" y="389"/>
                    <a:pt x="700" y="389"/>
                  </a:cubicBezTo>
                  <a:cubicBezTo>
                    <a:pt x="690" y="414"/>
                    <a:pt x="690" y="414"/>
                    <a:pt x="690" y="414"/>
                  </a:cubicBezTo>
                  <a:cubicBezTo>
                    <a:pt x="700" y="415"/>
                    <a:pt x="710" y="415"/>
                    <a:pt x="720" y="415"/>
                  </a:cubicBezTo>
                  <a:moveTo>
                    <a:pt x="740" y="410"/>
                  </a:moveTo>
                  <a:cubicBezTo>
                    <a:pt x="753" y="390"/>
                    <a:pt x="753" y="390"/>
                    <a:pt x="753" y="390"/>
                  </a:cubicBezTo>
                  <a:cubicBezTo>
                    <a:pt x="747" y="384"/>
                    <a:pt x="747" y="384"/>
                    <a:pt x="747" y="384"/>
                  </a:cubicBezTo>
                  <a:cubicBezTo>
                    <a:pt x="747" y="386"/>
                    <a:pt x="747" y="386"/>
                    <a:pt x="747" y="386"/>
                  </a:cubicBezTo>
                  <a:cubicBezTo>
                    <a:pt x="741" y="405"/>
                    <a:pt x="741" y="405"/>
                    <a:pt x="740" y="406"/>
                  </a:cubicBezTo>
                  <a:cubicBezTo>
                    <a:pt x="739" y="406"/>
                    <a:pt x="737" y="407"/>
                    <a:pt x="737" y="407"/>
                  </a:cubicBezTo>
                  <a:cubicBezTo>
                    <a:pt x="731" y="407"/>
                    <a:pt x="726" y="407"/>
                    <a:pt x="721" y="407"/>
                  </a:cubicBezTo>
                  <a:cubicBezTo>
                    <a:pt x="721" y="410"/>
                    <a:pt x="720" y="413"/>
                    <a:pt x="720" y="415"/>
                  </a:cubicBezTo>
                  <a:cubicBezTo>
                    <a:pt x="737" y="425"/>
                    <a:pt x="737" y="425"/>
                    <a:pt x="737" y="425"/>
                  </a:cubicBezTo>
                  <a:cubicBezTo>
                    <a:pt x="745" y="418"/>
                    <a:pt x="745" y="418"/>
                    <a:pt x="745" y="418"/>
                  </a:cubicBezTo>
                  <a:cubicBezTo>
                    <a:pt x="751" y="408"/>
                    <a:pt x="751" y="408"/>
                    <a:pt x="751" y="408"/>
                  </a:cubicBezTo>
                  <a:cubicBezTo>
                    <a:pt x="743" y="418"/>
                    <a:pt x="743" y="418"/>
                    <a:pt x="743" y="418"/>
                  </a:cubicBezTo>
                  <a:cubicBezTo>
                    <a:pt x="740" y="410"/>
                    <a:pt x="740" y="410"/>
                    <a:pt x="740" y="410"/>
                  </a:cubicBezTo>
                  <a:moveTo>
                    <a:pt x="664" y="395"/>
                  </a:moveTo>
                  <a:cubicBezTo>
                    <a:pt x="677" y="388"/>
                    <a:pt x="677" y="388"/>
                    <a:pt x="677" y="388"/>
                  </a:cubicBezTo>
                  <a:cubicBezTo>
                    <a:pt x="680" y="359"/>
                    <a:pt x="680" y="359"/>
                    <a:pt x="680" y="359"/>
                  </a:cubicBezTo>
                  <a:cubicBezTo>
                    <a:pt x="654" y="386"/>
                    <a:pt x="654" y="386"/>
                    <a:pt x="654" y="386"/>
                  </a:cubicBezTo>
                  <a:cubicBezTo>
                    <a:pt x="654" y="389"/>
                    <a:pt x="653" y="392"/>
                    <a:pt x="652" y="395"/>
                  </a:cubicBezTo>
                  <a:cubicBezTo>
                    <a:pt x="656" y="395"/>
                    <a:pt x="660" y="395"/>
                    <a:pt x="664" y="395"/>
                  </a:cubicBezTo>
                  <a:moveTo>
                    <a:pt x="687" y="364"/>
                  </a:moveTo>
                  <a:cubicBezTo>
                    <a:pt x="688" y="361"/>
                    <a:pt x="688" y="358"/>
                    <a:pt x="688" y="356"/>
                  </a:cubicBezTo>
                  <a:cubicBezTo>
                    <a:pt x="659" y="362"/>
                    <a:pt x="659" y="362"/>
                    <a:pt x="659" y="362"/>
                  </a:cubicBezTo>
                  <a:cubicBezTo>
                    <a:pt x="658" y="370"/>
                    <a:pt x="656" y="378"/>
                    <a:pt x="654" y="386"/>
                  </a:cubicBezTo>
                  <a:cubicBezTo>
                    <a:pt x="680" y="359"/>
                    <a:pt x="680" y="359"/>
                    <a:pt x="680" y="359"/>
                  </a:cubicBezTo>
                  <a:cubicBezTo>
                    <a:pt x="677" y="388"/>
                    <a:pt x="677" y="388"/>
                    <a:pt x="677" y="388"/>
                  </a:cubicBezTo>
                  <a:cubicBezTo>
                    <a:pt x="687" y="364"/>
                    <a:pt x="687" y="364"/>
                    <a:pt x="687" y="364"/>
                  </a:cubicBezTo>
                  <a:moveTo>
                    <a:pt x="301" y="350"/>
                  </a:moveTo>
                  <a:cubicBezTo>
                    <a:pt x="299" y="359"/>
                    <a:pt x="299" y="359"/>
                    <a:pt x="299" y="359"/>
                  </a:cubicBezTo>
                  <a:cubicBezTo>
                    <a:pt x="301" y="350"/>
                    <a:pt x="301" y="350"/>
                    <a:pt x="301" y="350"/>
                  </a:cubicBezTo>
                  <a:moveTo>
                    <a:pt x="301" y="350"/>
                  </a:moveTo>
                  <a:cubicBezTo>
                    <a:pt x="326" y="320"/>
                    <a:pt x="326" y="320"/>
                    <a:pt x="326" y="320"/>
                  </a:cubicBezTo>
                  <a:cubicBezTo>
                    <a:pt x="334" y="289"/>
                    <a:pt x="334" y="289"/>
                    <a:pt x="334" y="289"/>
                  </a:cubicBezTo>
                  <a:cubicBezTo>
                    <a:pt x="328" y="279"/>
                    <a:pt x="328" y="279"/>
                    <a:pt x="328" y="279"/>
                  </a:cubicBezTo>
                  <a:cubicBezTo>
                    <a:pt x="314" y="296"/>
                    <a:pt x="300" y="315"/>
                    <a:pt x="287" y="334"/>
                  </a:cubicBezTo>
                  <a:cubicBezTo>
                    <a:pt x="288" y="334"/>
                    <a:pt x="288" y="334"/>
                    <a:pt x="288" y="334"/>
                  </a:cubicBezTo>
                  <a:cubicBezTo>
                    <a:pt x="302" y="321"/>
                    <a:pt x="302" y="321"/>
                    <a:pt x="302" y="321"/>
                  </a:cubicBezTo>
                  <a:cubicBezTo>
                    <a:pt x="317" y="326"/>
                    <a:pt x="317" y="326"/>
                    <a:pt x="317" y="326"/>
                  </a:cubicBezTo>
                  <a:cubicBezTo>
                    <a:pt x="302" y="321"/>
                    <a:pt x="302" y="321"/>
                    <a:pt x="302" y="321"/>
                  </a:cubicBezTo>
                  <a:cubicBezTo>
                    <a:pt x="288" y="334"/>
                    <a:pt x="288" y="334"/>
                    <a:pt x="288" y="334"/>
                  </a:cubicBezTo>
                  <a:cubicBezTo>
                    <a:pt x="307" y="333"/>
                    <a:pt x="307" y="333"/>
                    <a:pt x="307" y="333"/>
                  </a:cubicBezTo>
                  <a:cubicBezTo>
                    <a:pt x="293" y="346"/>
                    <a:pt x="293" y="346"/>
                    <a:pt x="293" y="346"/>
                  </a:cubicBezTo>
                  <a:cubicBezTo>
                    <a:pt x="296" y="348"/>
                    <a:pt x="298" y="349"/>
                    <a:pt x="301" y="350"/>
                  </a:cubicBezTo>
                  <a:moveTo>
                    <a:pt x="723" y="350"/>
                  </a:moveTo>
                  <a:cubicBezTo>
                    <a:pt x="719" y="350"/>
                    <a:pt x="716" y="350"/>
                    <a:pt x="712" y="349"/>
                  </a:cubicBezTo>
                  <a:cubicBezTo>
                    <a:pt x="716" y="350"/>
                    <a:pt x="719" y="350"/>
                    <a:pt x="723" y="350"/>
                  </a:cubicBezTo>
                  <a:moveTo>
                    <a:pt x="712" y="349"/>
                  </a:moveTo>
                  <a:cubicBezTo>
                    <a:pt x="716" y="350"/>
                    <a:pt x="719" y="350"/>
                    <a:pt x="723" y="350"/>
                  </a:cubicBezTo>
                  <a:cubicBezTo>
                    <a:pt x="719" y="350"/>
                    <a:pt x="716" y="350"/>
                    <a:pt x="712" y="349"/>
                  </a:cubicBezTo>
                  <a:moveTo>
                    <a:pt x="727" y="358"/>
                  </a:moveTo>
                  <a:cubicBezTo>
                    <a:pt x="723" y="350"/>
                    <a:pt x="723" y="350"/>
                    <a:pt x="723" y="350"/>
                  </a:cubicBezTo>
                  <a:cubicBezTo>
                    <a:pt x="727" y="358"/>
                    <a:pt x="727" y="358"/>
                    <a:pt x="727" y="358"/>
                  </a:cubicBezTo>
                  <a:moveTo>
                    <a:pt x="732" y="366"/>
                  </a:moveTo>
                  <a:cubicBezTo>
                    <a:pt x="727" y="358"/>
                    <a:pt x="727" y="358"/>
                    <a:pt x="727" y="358"/>
                  </a:cubicBezTo>
                  <a:cubicBezTo>
                    <a:pt x="732" y="366"/>
                    <a:pt x="732" y="366"/>
                    <a:pt x="732" y="366"/>
                  </a:cubicBezTo>
                  <a:moveTo>
                    <a:pt x="732" y="366"/>
                  </a:moveTo>
                  <a:cubicBezTo>
                    <a:pt x="737" y="375"/>
                    <a:pt x="737" y="375"/>
                    <a:pt x="737" y="375"/>
                  </a:cubicBezTo>
                  <a:cubicBezTo>
                    <a:pt x="732" y="366"/>
                    <a:pt x="732" y="366"/>
                    <a:pt x="732" y="366"/>
                  </a:cubicBezTo>
                  <a:moveTo>
                    <a:pt x="746" y="388"/>
                  </a:moveTo>
                  <a:cubicBezTo>
                    <a:pt x="746" y="387"/>
                    <a:pt x="747" y="385"/>
                    <a:pt x="747" y="384"/>
                  </a:cubicBezTo>
                  <a:cubicBezTo>
                    <a:pt x="744" y="381"/>
                    <a:pt x="740" y="377"/>
                    <a:pt x="737" y="375"/>
                  </a:cubicBezTo>
                  <a:cubicBezTo>
                    <a:pt x="732" y="366"/>
                    <a:pt x="732" y="366"/>
                    <a:pt x="732" y="366"/>
                  </a:cubicBezTo>
                  <a:cubicBezTo>
                    <a:pt x="727" y="358"/>
                    <a:pt x="727" y="358"/>
                    <a:pt x="727" y="358"/>
                  </a:cubicBezTo>
                  <a:cubicBezTo>
                    <a:pt x="723" y="350"/>
                    <a:pt x="723" y="350"/>
                    <a:pt x="723" y="350"/>
                  </a:cubicBezTo>
                  <a:cubicBezTo>
                    <a:pt x="719" y="350"/>
                    <a:pt x="716" y="350"/>
                    <a:pt x="712" y="349"/>
                  </a:cubicBezTo>
                  <a:cubicBezTo>
                    <a:pt x="716" y="350"/>
                    <a:pt x="719" y="350"/>
                    <a:pt x="723" y="350"/>
                  </a:cubicBezTo>
                  <a:cubicBezTo>
                    <a:pt x="724" y="342"/>
                    <a:pt x="725" y="334"/>
                    <a:pt x="727" y="326"/>
                  </a:cubicBezTo>
                  <a:cubicBezTo>
                    <a:pt x="723" y="326"/>
                    <a:pt x="720" y="325"/>
                    <a:pt x="716" y="325"/>
                  </a:cubicBezTo>
                  <a:cubicBezTo>
                    <a:pt x="714" y="325"/>
                    <a:pt x="713" y="325"/>
                    <a:pt x="711" y="325"/>
                  </a:cubicBezTo>
                  <a:cubicBezTo>
                    <a:pt x="720" y="334"/>
                    <a:pt x="720" y="334"/>
                    <a:pt x="720" y="334"/>
                  </a:cubicBezTo>
                  <a:cubicBezTo>
                    <a:pt x="711" y="325"/>
                    <a:pt x="711" y="325"/>
                    <a:pt x="711" y="325"/>
                  </a:cubicBezTo>
                  <a:cubicBezTo>
                    <a:pt x="707" y="325"/>
                    <a:pt x="703" y="325"/>
                    <a:pt x="700" y="324"/>
                  </a:cubicBezTo>
                  <a:cubicBezTo>
                    <a:pt x="699" y="330"/>
                    <a:pt x="698" y="335"/>
                    <a:pt x="697" y="340"/>
                  </a:cubicBezTo>
                  <a:cubicBezTo>
                    <a:pt x="702" y="352"/>
                    <a:pt x="710" y="362"/>
                    <a:pt x="714" y="374"/>
                  </a:cubicBezTo>
                  <a:cubicBezTo>
                    <a:pt x="712" y="376"/>
                    <a:pt x="709" y="379"/>
                    <a:pt x="707" y="381"/>
                  </a:cubicBezTo>
                  <a:cubicBezTo>
                    <a:pt x="700" y="389"/>
                    <a:pt x="700" y="389"/>
                    <a:pt x="700" y="389"/>
                  </a:cubicBezTo>
                  <a:cubicBezTo>
                    <a:pt x="721" y="407"/>
                    <a:pt x="721" y="407"/>
                    <a:pt x="721" y="407"/>
                  </a:cubicBezTo>
                  <a:cubicBezTo>
                    <a:pt x="739" y="406"/>
                    <a:pt x="739" y="406"/>
                    <a:pt x="740" y="406"/>
                  </a:cubicBezTo>
                  <a:cubicBezTo>
                    <a:pt x="741" y="405"/>
                    <a:pt x="741" y="405"/>
                    <a:pt x="746" y="388"/>
                  </a:cubicBezTo>
                  <a:moveTo>
                    <a:pt x="700" y="324"/>
                  </a:moveTo>
                  <a:cubicBezTo>
                    <a:pt x="703" y="325"/>
                    <a:pt x="707" y="325"/>
                    <a:pt x="711" y="325"/>
                  </a:cubicBezTo>
                  <a:cubicBezTo>
                    <a:pt x="707" y="317"/>
                    <a:pt x="707" y="317"/>
                    <a:pt x="707" y="317"/>
                  </a:cubicBezTo>
                  <a:cubicBezTo>
                    <a:pt x="700" y="324"/>
                    <a:pt x="700" y="324"/>
                    <a:pt x="700" y="324"/>
                  </a:cubicBezTo>
                  <a:moveTo>
                    <a:pt x="835" y="329"/>
                  </a:moveTo>
                  <a:cubicBezTo>
                    <a:pt x="836" y="329"/>
                    <a:pt x="838" y="329"/>
                    <a:pt x="840" y="329"/>
                  </a:cubicBezTo>
                  <a:cubicBezTo>
                    <a:pt x="833" y="306"/>
                    <a:pt x="833" y="306"/>
                    <a:pt x="833" y="306"/>
                  </a:cubicBezTo>
                  <a:cubicBezTo>
                    <a:pt x="824" y="313"/>
                    <a:pt x="824" y="313"/>
                    <a:pt x="824" y="313"/>
                  </a:cubicBezTo>
                  <a:cubicBezTo>
                    <a:pt x="829" y="321"/>
                    <a:pt x="829" y="321"/>
                    <a:pt x="829" y="321"/>
                  </a:cubicBezTo>
                  <a:cubicBezTo>
                    <a:pt x="835" y="329"/>
                    <a:pt x="835" y="329"/>
                    <a:pt x="835" y="329"/>
                  </a:cubicBezTo>
                  <a:moveTo>
                    <a:pt x="818" y="314"/>
                  </a:moveTo>
                  <a:cubicBezTo>
                    <a:pt x="818" y="314"/>
                    <a:pt x="818" y="314"/>
                    <a:pt x="818" y="313"/>
                  </a:cubicBezTo>
                  <a:cubicBezTo>
                    <a:pt x="812" y="316"/>
                    <a:pt x="803" y="320"/>
                    <a:pt x="797" y="323"/>
                  </a:cubicBezTo>
                  <a:cubicBezTo>
                    <a:pt x="792" y="305"/>
                    <a:pt x="792" y="305"/>
                    <a:pt x="792" y="305"/>
                  </a:cubicBezTo>
                  <a:cubicBezTo>
                    <a:pt x="792" y="306"/>
                    <a:pt x="792" y="306"/>
                    <a:pt x="792" y="306"/>
                  </a:cubicBezTo>
                  <a:cubicBezTo>
                    <a:pt x="794" y="324"/>
                    <a:pt x="794" y="324"/>
                    <a:pt x="797" y="326"/>
                  </a:cubicBezTo>
                  <a:cubicBezTo>
                    <a:pt x="800" y="330"/>
                    <a:pt x="811" y="328"/>
                    <a:pt x="813" y="326"/>
                  </a:cubicBezTo>
                  <a:cubicBezTo>
                    <a:pt x="814" y="325"/>
                    <a:pt x="814" y="324"/>
                    <a:pt x="815" y="321"/>
                  </a:cubicBezTo>
                  <a:cubicBezTo>
                    <a:pt x="816" y="319"/>
                    <a:pt x="817" y="317"/>
                    <a:pt x="818" y="314"/>
                  </a:cubicBezTo>
                  <a:moveTo>
                    <a:pt x="654" y="244"/>
                  </a:moveTo>
                  <a:cubicBezTo>
                    <a:pt x="655" y="244"/>
                    <a:pt x="657" y="244"/>
                    <a:pt x="658" y="244"/>
                  </a:cubicBezTo>
                  <a:cubicBezTo>
                    <a:pt x="659" y="241"/>
                    <a:pt x="661" y="235"/>
                    <a:pt x="662" y="231"/>
                  </a:cubicBezTo>
                  <a:cubicBezTo>
                    <a:pt x="653" y="222"/>
                    <a:pt x="653" y="222"/>
                    <a:pt x="653" y="222"/>
                  </a:cubicBezTo>
                  <a:cubicBezTo>
                    <a:pt x="625" y="226"/>
                    <a:pt x="625" y="226"/>
                    <a:pt x="625" y="226"/>
                  </a:cubicBezTo>
                  <a:cubicBezTo>
                    <a:pt x="622" y="226"/>
                    <a:pt x="619" y="225"/>
                    <a:pt x="617" y="225"/>
                  </a:cubicBezTo>
                  <a:cubicBezTo>
                    <a:pt x="606" y="238"/>
                    <a:pt x="606" y="238"/>
                    <a:pt x="606" y="238"/>
                  </a:cubicBezTo>
                  <a:cubicBezTo>
                    <a:pt x="607" y="238"/>
                    <a:pt x="609" y="239"/>
                    <a:pt x="610" y="239"/>
                  </a:cubicBezTo>
                  <a:cubicBezTo>
                    <a:pt x="609" y="241"/>
                    <a:pt x="608" y="243"/>
                    <a:pt x="607" y="246"/>
                  </a:cubicBezTo>
                  <a:cubicBezTo>
                    <a:pt x="610" y="248"/>
                    <a:pt x="612" y="252"/>
                    <a:pt x="616" y="254"/>
                  </a:cubicBezTo>
                  <a:cubicBezTo>
                    <a:pt x="617" y="255"/>
                    <a:pt x="621" y="256"/>
                    <a:pt x="623" y="255"/>
                  </a:cubicBezTo>
                  <a:cubicBezTo>
                    <a:pt x="626" y="255"/>
                    <a:pt x="629" y="254"/>
                    <a:pt x="634" y="251"/>
                  </a:cubicBezTo>
                  <a:cubicBezTo>
                    <a:pt x="640" y="248"/>
                    <a:pt x="645" y="246"/>
                    <a:pt x="654" y="244"/>
                  </a:cubicBezTo>
                  <a:moveTo>
                    <a:pt x="1066" y="191"/>
                  </a:moveTo>
                  <a:cubicBezTo>
                    <a:pt x="1065" y="190"/>
                    <a:pt x="1065" y="189"/>
                    <a:pt x="1065" y="189"/>
                  </a:cubicBezTo>
                  <a:cubicBezTo>
                    <a:pt x="1065" y="189"/>
                    <a:pt x="1063" y="188"/>
                    <a:pt x="1063" y="189"/>
                  </a:cubicBezTo>
                  <a:cubicBezTo>
                    <a:pt x="1062" y="189"/>
                    <a:pt x="1065" y="192"/>
                    <a:pt x="1066" y="192"/>
                  </a:cubicBezTo>
                  <a:cubicBezTo>
                    <a:pt x="1067" y="192"/>
                    <a:pt x="1066" y="191"/>
                    <a:pt x="1066" y="191"/>
                  </a:cubicBezTo>
                  <a:moveTo>
                    <a:pt x="483" y="157"/>
                  </a:moveTo>
                  <a:cubicBezTo>
                    <a:pt x="498" y="146"/>
                    <a:pt x="498" y="146"/>
                    <a:pt x="498" y="146"/>
                  </a:cubicBezTo>
                  <a:cubicBezTo>
                    <a:pt x="497" y="146"/>
                    <a:pt x="497" y="145"/>
                    <a:pt x="496" y="145"/>
                  </a:cubicBezTo>
                  <a:cubicBezTo>
                    <a:pt x="493" y="144"/>
                    <a:pt x="490" y="143"/>
                    <a:pt x="488" y="142"/>
                  </a:cubicBezTo>
                  <a:cubicBezTo>
                    <a:pt x="478" y="155"/>
                    <a:pt x="478" y="155"/>
                    <a:pt x="478" y="155"/>
                  </a:cubicBezTo>
                  <a:cubicBezTo>
                    <a:pt x="483" y="157"/>
                    <a:pt x="483" y="157"/>
                    <a:pt x="483" y="157"/>
                  </a:cubicBezTo>
                  <a:moveTo>
                    <a:pt x="1193" y="530"/>
                  </a:moveTo>
                  <a:cubicBezTo>
                    <a:pt x="1191" y="524"/>
                    <a:pt x="1190" y="517"/>
                    <a:pt x="1188" y="512"/>
                  </a:cubicBezTo>
                  <a:cubicBezTo>
                    <a:pt x="1190" y="517"/>
                    <a:pt x="1191" y="524"/>
                    <a:pt x="1193" y="530"/>
                  </a:cubicBezTo>
                  <a:moveTo>
                    <a:pt x="1193" y="530"/>
                  </a:moveTo>
                  <a:cubicBezTo>
                    <a:pt x="1216" y="522"/>
                    <a:pt x="1216" y="522"/>
                    <a:pt x="1216" y="522"/>
                  </a:cubicBezTo>
                  <a:cubicBezTo>
                    <a:pt x="1193" y="530"/>
                    <a:pt x="1193" y="530"/>
                    <a:pt x="1193" y="530"/>
                  </a:cubicBezTo>
                  <a:moveTo>
                    <a:pt x="1152" y="508"/>
                  </a:moveTo>
                  <a:cubicBezTo>
                    <a:pt x="1147" y="509"/>
                    <a:pt x="1147" y="509"/>
                    <a:pt x="1147" y="509"/>
                  </a:cubicBezTo>
                  <a:cubicBezTo>
                    <a:pt x="1149" y="509"/>
                    <a:pt x="1150" y="509"/>
                    <a:pt x="1152" y="508"/>
                  </a:cubicBezTo>
                  <a:moveTo>
                    <a:pt x="1156" y="507"/>
                  </a:moveTo>
                  <a:cubicBezTo>
                    <a:pt x="1155" y="507"/>
                    <a:pt x="1153" y="508"/>
                    <a:pt x="1152" y="508"/>
                  </a:cubicBezTo>
                  <a:cubicBezTo>
                    <a:pt x="1153" y="508"/>
                    <a:pt x="1155" y="507"/>
                    <a:pt x="1156" y="507"/>
                  </a:cubicBezTo>
                  <a:moveTo>
                    <a:pt x="1159" y="507"/>
                  </a:moveTo>
                  <a:cubicBezTo>
                    <a:pt x="1158" y="507"/>
                    <a:pt x="1157" y="507"/>
                    <a:pt x="1156" y="507"/>
                  </a:cubicBezTo>
                  <a:cubicBezTo>
                    <a:pt x="1157" y="507"/>
                    <a:pt x="1158" y="507"/>
                    <a:pt x="1159" y="507"/>
                  </a:cubicBezTo>
                  <a:moveTo>
                    <a:pt x="1163" y="506"/>
                  </a:moveTo>
                  <a:cubicBezTo>
                    <a:pt x="1162" y="506"/>
                    <a:pt x="1160" y="506"/>
                    <a:pt x="1159" y="507"/>
                  </a:cubicBezTo>
                  <a:cubicBezTo>
                    <a:pt x="1160" y="506"/>
                    <a:pt x="1162" y="506"/>
                    <a:pt x="1163" y="506"/>
                  </a:cubicBezTo>
                  <a:moveTo>
                    <a:pt x="1166" y="505"/>
                  </a:moveTo>
                  <a:cubicBezTo>
                    <a:pt x="1165" y="505"/>
                    <a:pt x="1163" y="506"/>
                    <a:pt x="1163" y="506"/>
                  </a:cubicBezTo>
                  <a:cubicBezTo>
                    <a:pt x="1163" y="506"/>
                    <a:pt x="1165" y="505"/>
                    <a:pt x="1166" y="505"/>
                  </a:cubicBezTo>
                  <a:moveTo>
                    <a:pt x="1168" y="504"/>
                  </a:moveTo>
                  <a:cubicBezTo>
                    <a:pt x="1167" y="504"/>
                    <a:pt x="1166" y="504"/>
                    <a:pt x="1166" y="505"/>
                  </a:cubicBezTo>
                  <a:cubicBezTo>
                    <a:pt x="1166" y="504"/>
                    <a:pt x="1167" y="504"/>
                    <a:pt x="1168" y="504"/>
                  </a:cubicBezTo>
                  <a:moveTo>
                    <a:pt x="1170" y="502"/>
                  </a:moveTo>
                  <a:cubicBezTo>
                    <a:pt x="1170" y="503"/>
                    <a:pt x="1169" y="503"/>
                    <a:pt x="1168" y="504"/>
                  </a:cubicBezTo>
                  <a:cubicBezTo>
                    <a:pt x="1169" y="503"/>
                    <a:pt x="1170" y="503"/>
                    <a:pt x="1170" y="502"/>
                  </a:cubicBezTo>
                  <a:moveTo>
                    <a:pt x="1172" y="502"/>
                  </a:moveTo>
                  <a:cubicBezTo>
                    <a:pt x="1172" y="502"/>
                    <a:pt x="1171" y="502"/>
                    <a:pt x="1170" y="502"/>
                  </a:cubicBezTo>
                  <a:cubicBezTo>
                    <a:pt x="1171" y="502"/>
                    <a:pt x="1172" y="502"/>
                    <a:pt x="1172" y="502"/>
                  </a:cubicBezTo>
                  <a:moveTo>
                    <a:pt x="1174" y="501"/>
                  </a:moveTo>
                  <a:cubicBezTo>
                    <a:pt x="1174" y="501"/>
                    <a:pt x="1173" y="501"/>
                    <a:pt x="1172" y="502"/>
                  </a:cubicBezTo>
                  <a:cubicBezTo>
                    <a:pt x="1173" y="501"/>
                    <a:pt x="1174" y="501"/>
                    <a:pt x="1174" y="501"/>
                  </a:cubicBezTo>
                  <a:moveTo>
                    <a:pt x="1175" y="500"/>
                  </a:moveTo>
                  <a:cubicBezTo>
                    <a:pt x="1175" y="500"/>
                    <a:pt x="1175" y="500"/>
                    <a:pt x="1174" y="501"/>
                  </a:cubicBezTo>
                  <a:cubicBezTo>
                    <a:pt x="1175" y="500"/>
                    <a:pt x="1175" y="500"/>
                    <a:pt x="1175" y="500"/>
                  </a:cubicBezTo>
                  <a:moveTo>
                    <a:pt x="1175" y="500"/>
                  </a:moveTo>
                  <a:cubicBezTo>
                    <a:pt x="1176" y="499"/>
                    <a:pt x="1177" y="499"/>
                    <a:pt x="1177" y="499"/>
                  </a:cubicBezTo>
                  <a:cubicBezTo>
                    <a:pt x="1177" y="499"/>
                    <a:pt x="1176" y="499"/>
                    <a:pt x="1175" y="500"/>
                  </a:cubicBezTo>
                  <a:moveTo>
                    <a:pt x="1177" y="499"/>
                  </a:moveTo>
                  <a:cubicBezTo>
                    <a:pt x="1178" y="499"/>
                    <a:pt x="1178" y="499"/>
                    <a:pt x="1178" y="498"/>
                  </a:cubicBezTo>
                  <a:cubicBezTo>
                    <a:pt x="1178" y="499"/>
                    <a:pt x="1178" y="499"/>
                    <a:pt x="1177" y="499"/>
                  </a:cubicBezTo>
                  <a:moveTo>
                    <a:pt x="1178" y="498"/>
                  </a:moveTo>
                  <a:cubicBezTo>
                    <a:pt x="1179" y="498"/>
                    <a:pt x="1179" y="497"/>
                    <a:pt x="1179" y="497"/>
                  </a:cubicBezTo>
                  <a:cubicBezTo>
                    <a:pt x="1179" y="497"/>
                    <a:pt x="1179" y="498"/>
                    <a:pt x="1178" y="498"/>
                  </a:cubicBezTo>
                  <a:moveTo>
                    <a:pt x="1179" y="497"/>
                  </a:moveTo>
                  <a:cubicBezTo>
                    <a:pt x="1180" y="497"/>
                    <a:pt x="1180" y="497"/>
                    <a:pt x="1181" y="497"/>
                  </a:cubicBezTo>
                  <a:cubicBezTo>
                    <a:pt x="1180" y="497"/>
                    <a:pt x="1180" y="497"/>
                    <a:pt x="1179" y="497"/>
                  </a:cubicBezTo>
                  <a:moveTo>
                    <a:pt x="1181" y="497"/>
                  </a:moveTo>
                  <a:cubicBezTo>
                    <a:pt x="1181" y="497"/>
                    <a:pt x="1182" y="497"/>
                    <a:pt x="1182" y="497"/>
                  </a:cubicBezTo>
                  <a:cubicBezTo>
                    <a:pt x="1182" y="497"/>
                    <a:pt x="1181" y="497"/>
                    <a:pt x="1181" y="497"/>
                  </a:cubicBezTo>
                  <a:moveTo>
                    <a:pt x="1182" y="497"/>
                  </a:moveTo>
                  <a:cubicBezTo>
                    <a:pt x="1182" y="496"/>
                    <a:pt x="1182" y="496"/>
                    <a:pt x="1183" y="496"/>
                  </a:cubicBezTo>
                  <a:cubicBezTo>
                    <a:pt x="1182" y="496"/>
                    <a:pt x="1182" y="496"/>
                    <a:pt x="1182" y="497"/>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4" y="496"/>
                  </a:moveTo>
                  <a:cubicBezTo>
                    <a:pt x="1184" y="496"/>
                    <a:pt x="1184" y="496"/>
                    <a:pt x="1183" y="496"/>
                  </a:cubicBezTo>
                  <a:cubicBezTo>
                    <a:pt x="1184" y="496"/>
                    <a:pt x="1184" y="496"/>
                    <a:pt x="1184" y="496"/>
                  </a:cubicBezTo>
                  <a:moveTo>
                    <a:pt x="1186" y="497"/>
                  </a:moveTo>
                  <a:cubicBezTo>
                    <a:pt x="1185" y="497"/>
                    <a:pt x="1185" y="496"/>
                    <a:pt x="1184" y="496"/>
                  </a:cubicBezTo>
                  <a:cubicBezTo>
                    <a:pt x="1185" y="496"/>
                    <a:pt x="1185" y="497"/>
                    <a:pt x="1186" y="497"/>
                  </a:cubicBezTo>
                  <a:moveTo>
                    <a:pt x="1186" y="497"/>
                  </a:moveTo>
                  <a:cubicBezTo>
                    <a:pt x="1186" y="497"/>
                    <a:pt x="1186" y="497"/>
                    <a:pt x="1186" y="497"/>
                  </a:cubicBezTo>
                  <a:cubicBezTo>
                    <a:pt x="1186" y="497"/>
                    <a:pt x="1186" y="497"/>
                    <a:pt x="1186" y="497"/>
                  </a:cubicBezTo>
                  <a:moveTo>
                    <a:pt x="1188" y="498"/>
                  </a:moveTo>
                  <a:cubicBezTo>
                    <a:pt x="1188" y="498"/>
                    <a:pt x="1187" y="497"/>
                    <a:pt x="1186" y="497"/>
                  </a:cubicBezTo>
                  <a:cubicBezTo>
                    <a:pt x="1187" y="497"/>
                    <a:pt x="1188" y="498"/>
                    <a:pt x="1188" y="498"/>
                  </a:cubicBezTo>
                  <a:moveTo>
                    <a:pt x="1190" y="499"/>
                  </a:moveTo>
                  <a:cubicBezTo>
                    <a:pt x="1190" y="499"/>
                    <a:pt x="1189" y="499"/>
                    <a:pt x="1188" y="498"/>
                  </a:cubicBezTo>
                  <a:cubicBezTo>
                    <a:pt x="1189" y="499"/>
                    <a:pt x="1190" y="499"/>
                    <a:pt x="1190" y="499"/>
                  </a:cubicBezTo>
                  <a:moveTo>
                    <a:pt x="1192" y="501"/>
                  </a:moveTo>
                  <a:cubicBezTo>
                    <a:pt x="1191" y="501"/>
                    <a:pt x="1190" y="500"/>
                    <a:pt x="1190" y="499"/>
                  </a:cubicBezTo>
                  <a:cubicBezTo>
                    <a:pt x="1190" y="500"/>
                    <a:pt x="1191" y="501"/>
                    <a:pt x="1192" y="501"/>
                  </a:cubicBezTo>
                  <a:moveTo>
                    <a:pt x="1194" y="503"/>
                  </a:moveTo>
                  <a:cubicBezTo>
                    <a:pt x="1193" y="502"/>
                    <a:pt x="1192" y="502"/>
                    <a:pt x="1192" y="501"/>
                  </a:cubicBezTo>
                  <a:cubicBezTo>
                    <a:pt x="1192" y="502"/>
                    <a:pt x="1193" y="502"/>
                    <a:pt x="1194" y="503"/>
                  </a:cubicBezTo>
                  <a:moveTo>
                    <a:pt x="1196" y="506"/>
                  </a:moveTo>
                  <a:cubicBezTo>
                    <a:pt x="1196" y="505"/>
                    <a:pt x="1195" y="504"/>
                    <a:pt x="1194" y="503"/>
                  </a:cubicBezTo>
                  <a:cubicBezTo>
                    <a:pt x="1195" y="504"/>
                    <a:pt x="1196" y="505"/>
                    <a:pt x="1196" y="506"/>
                  </a:cubicBezTo>
                  <a:moveTo>
                    <a:pt x="1197" y="506"/>
                  </a:moveTo>
                  <a:cubicBezTo>
                    <a:pt x="1196" y="506"/>
                    <a:pt x="1196" y="506"/>
                    <a:pt x="1196" y="506"/>
                  </a:cubicBezTo>
                  <a:cubicBezTo>
                    <a:pt x="1196" y="506"/>
                    <a:pt x="1196" y="506"/>
                    <a:pt x="1197" y="506"/>
                  </a:cubicBezTo>
                  <a:moveTo>
                    <a:pt x="1197" y="506"/>
                  </a:moveTo>
                  <a:cubicBezTo>
                    <a:pt x="1197" y="506"/>
                    <a:pt x="1197" y="506"/>
                    <a:pt x="1197" y="506"/>
                  </a:cubicBezTo>
                  <a:cubicBezTo>
                    <a:pt x="1197" y="506"/>
                    <a:pt x="1197" y="506"/>
                    <a:pt x="1197" y="506"/>
                  </a:cubicBezTo>
                  <a:moveTo>
                    <a:pt x="1197" y="506"/>
                  </a:moveTo>
                  <a:cubicBezTo>
                    <a:pt x="1197" y="507"/>
                    <a:pt x="1197" y="507"/>
                    <a:pt x="1197" y="507"/>
                  </a:cubicBezTo>
                  <a:cubicBezTo>
                    <a:pt x="1197" y="507"/>
                    <a:pt x="1197" y="507"/>
                    <a:pt x="1197" y="506"/>
                  </a:cubicBezTo>
                  <a:moveTo>
                    <a:pt x="1198" y="507"/>
                  </a:moveTo>
                  <a:cubicBezTo>
                    <a:pt x="1197" y="507"/>
                    <a:pt x="1197" y="507"/>
                    <a:pt x="1197" y="507"/>
                  </a:cubicBezTo>
                  <a:cubicBezTo>
                    <a:pt x="1198" y="507"/>
                    <a:pt x="1198" y="507"/>
                    <a:pt x="1198" y="507"/>
                  </a:cubicBezTo>
                  <a:moveTo>
                    <a:pt x="1198" y="507"/>
                  </a:moveTo>
                  <a:cubicBezTo>
                    <a:pt x="1198" y="507"/>
                    <a:pt x="1198" y="507"/>
                    <a:pt x="1198" y="507"/>
                  </a:cubicBezTo>
                  <a:cubicBezTo>
                    <a:pt x="1198" y="507"/>
                    <a:pt x="1198" y="507"/>
                    <a:pt x="1198" y="507"/>
                  </a:cubicBezTo>
                  <a:moveTo>
                    <a:pt x="1198" y="507"/>
                  </a:moveTo>
                  <a:cubicBezTo>
                    <a:pt x="1198" y="507"/>
                    <a:pt x="1198" y="507"/>
                    <a:pt x="1198" y="508"/>
                  </a:cubicBezTo>
                  <a:cubicBezTo>
                    <a:pt x="1198" y="507"/>
                    <a:pt x="1198" y="507"/>
                    <a:pt x="1198" y="507"/>
                  </a:cubicBezTo>
                  <a:moveTo>
                    <a:pt x="1198" y="508"/>
                  </a:moveTo>
                  <a:cubicBezTo>
                    <a:pt x="1198" y="508"/>
                    <a:pt x="1199" y="508"/>
                    <a:pt x="1199" y="508"/>
                  </a:cubicBezTo>
                  <a:cubicBezTo>
                    <a:pt x="1199" y="508"/>
                    <a:pt x="1199" y="508"/>
                    <a:pt x="1199" y="508"/>
                  </a:cubicBezTo>
                  <a:moveTo>
                    <a:pt x="1199" y="509"/>
                  </a:moveTo>
                  <a:cubicBezTo>
                    <a:pt x="1199" y="509"/>
                    <a:pt x="1199" y="509"/>
                    <a:pt x="1199" y="508"/>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10"/>
                  </a:moveTo>
                  <a:cubicBezTo>
                    <a:pt x="1199" y="509"/>
                    <a:pt x="1199" y="509"/>
                    <a:pt x="1199" y="509"/>
                  </a:cubicBezTo>
                  <a:cubicBezTo>
                    <a:pt x="1199" y="509"/>
                    <a:pt x="1199" y="509"/>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200" y="510"/>
                  </a:moveTo>
                  <a:cubicBezTo>
                    <a:pt x="1199" y="510"/>
                    <a:pt x="1199" y="510"/>
                    <a:pt x="1199"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7" y="509"/>
                    <a:pt x="677" y="509"/>
                    <a:pt x="677" y="509"/>
                  </a:cubicBezTo>
                  <a:cubicBezTo>
                    <a:pt x="676" y="509"/>
                    <a:pt x="676" y="509"/>
                    <a:pt x="676"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2" y="509"/>
                  </a:moveTo>
                  <a:cubicBezTo>
                    <a:pt x="671" y="509"/>
                    <a:pt x="671" y="509"/>
                    <a:pt x="671" y="509"/>
                  </a:cubicBezTo>
                  <a:cubicBezTo>
                    <a:pt x="672" y="509"/>
                    <a:pt x="672" y="509"/>
                    <a:pt x="672" y="509"/>
                  </a:cubicBezTo>
                  <a:moveTo>
                    <a:pt x="675" y="509"/>
                  </a:moveTo>
                  <a:cubicBezTo>
                    <a:pt x="675" y="509"/>
                    <a:pt x="675" y="509"/>
                    <a:pt x="675" y="509"/>
                  </a:cubicBezTo>
                  <a:cubicBezTo>
                    <a:pt x="674" y="509"/>
                    <a:pt x="673" y="509"/>
                    <a:pt x="672" y="509"/>
                  </a:cubicBezTo>
                  <a:cubicBezTo>
                    <a:pt x="672" y="509"/>
                    <a:pt x="674"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7" y="506"/>
                  </a:moveTo>
                  <a:cubicBezTo>
                    <a:pt x="647" y="506"/>
                    <a:pt x="647" y="506"/>
                    <a:pt x="646" y="506"/>
                  </a:cubicBezTo>
                  <a:cubicBezTo>
                    <a:pt x="647" y="506"/>
                    <a:pt x="647" y="506"/>
                    <a:pt x="647" y="506"/>
                  </a:cubicBez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7" y="504"/>
                  </a:moveTo>
                  <a:cubicBezTo>
                    <a:pt x="706" y="504"/>
                    <a:pt x="706" y="504"/>
                    <a:pt x="706"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8" y="503"/>
                  </a:moveTo>
                  <a:cubicBezTo>
                    <a:pt x="708" y="503"/>
                    <a:pt x="708" y="503"/>
                    <a:pt x="708" y="503"/>
                  </a:cubicBezTo>
                  <a:cubicBezTo>
                    <a:pt x="708" y="503"/>
                    <a:pt x="708" y="503"/>
                    <a:pt x="708" y="503"/>
                  </a:cubicBezTo>
                  <a:moveTo>
                    <a:pt x="708" y="502"/>
                  </a:moveTo>
                  <a:cubicBezTo>
                    <a:pt x="708" y="503"/>
                    <a:pt x="708" y="503"/>
                    <a:pt x="708" y="503"/>
                  </a:cubicBezTo>
                  <a:cubicBezTo>
                    <a:pt x="708" y="502"/>
                    <a:pt x="708" y="502"/>
                    <a:pt x="708" y="502"/>
                  </a:cubicBezTo>
                  <a:moveTo>
                    <a:pt x="708" y="502"/>
                  </a:moveTo>
                  <a:cubicBezTo>
                    <a:pt x="708" y="502"/>
                    <a:pt x="708" y="502"/>
                    <a:pt x="708" y="502"/>
                  </a:cubicBezTo>
                  <a:cubicBezTo>
                    <a:pt x="708" y="502"/>
                    <a:pt x="708" y="502"/>
                    <a:pt x="708" y="502"/>
                  </a:cubicBezTo>
                  <a:moveTo>
                    <a:pt x="708" y="502"/>
                  </a:moveTo>
                  <a:cubicBezTo>
                    <a:pt x="708" y="502"/>
                    <a:pt x="708" y="502"/>
                    <a:pt x="708" y="502"/>
                  </a:cubicBezTo>
                  <a:cubicBezTo>
                    <a:pt x="708" y="502"/>
                    <a:pt x="708" y="502"/>
                    <a:pt x="708" y="502"/>
                  </a:cubicBezTo>
                  <a:moveTo>
                    <a:pt x="709" y="502"/>
                  </a:moveTo>
                  <a:cubicBezTo>
                    <a:pt x="708" y="502"/>
                    <a:pt x="708" y="502"/>
                    <a:pt x="708"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10" y="502"/>
                  </a:moveTo>
                  <a:cubicBezTo>
                    <a:pt x="709" y="502"/>
                    <a:pt x="709" y="502"/>
                    <a:pt x="709"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1"/>
                  </a:moveTo>
                  <a:cubicBezTo>
                    <a:pt x="710" y="502"/>
                    <a:pt x="710" y="502"/>
                    <a:pt x="710" y="502"/>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1" y="501"/>
                  </a:moveTo>
                  <a:cubicBezTo>
                    <a:pt x="711" y="501"/>
                    <a:pt x="711" y="501"/>
                    <a:pt x="711" y="501"/>
                  </a:cubicBezTo>
                  <a:cubicBezTo>
                    <a:pt x="711" y="501"/>
                    <a:pt x="711" y="501"/>
                    <a:pt x="711" y="501"/>
                  </a:cubicBezTo>
                  <a:cubicBezTo>
                    <a:pt x="711" y="501"/>
                    <a:pt x="711" y="501"/>
                    <a:pt x="711" y="501"/>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9" y="478"/>
                    <a:pt x="819" y="478"/>
                    <a:pt x="819" y="478"/>
                  </a:cubicBezTo>
                  <a:cubicBezTo>
                    <a:pt x="818" y="478"/>
                    <a:pt x="818" y="478"/>
                    <a:pt x="818" y="478"/>
                  </a:cubicBezTo>
                  <a:cubicBezTo>
                    <a:pt x="818" y="478"/>
                    <a:pt x="818" y="478"/>
                    <a:pt x="818"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6" y="478"/>
                  </a:moveTo>
                  <a:cubicBezTo>
                    <a:pt x="805" y="478"/>
                    <a:pt x="805" y="478"/>
                    <a:pt x="805"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8" y="478"/>
                    <a:pt x="808" y="478"/>
                    <a:pt x="808" y="478"/>
                  </a:cubicBezTo>
                  <a:cubicBezTo>
                    <a:pt x="807" y="478"/>
                    <a:pt x="807" y="478"/>
                    <a:pt x="807"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9" y="478"/>
                    <a:pt x="809" y="478"/>
                    <a:pt x="809" y="478"/>
                  </a:cubicBezTo>
                  <a:cubicBezTo>
                    <a:pt x="808" y="478"/>
                    <a:pt x="808" y="478"/>
                    <a:pt x="808"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10" y="478"/>
                  </a:moveTo>
                  <a:cubicBezTo>
                    <a:pt x="809" y="478"/>
                    <a:pt x="809" y="478"/>
                    <a:pt x="809"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cubicBezTo>
                    <a:pt x="810" y="478"/>
                    <a:pt x="810" y="478"/>
                    <a:pt x="810"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8" y="478"/>
                  </a:moveTo>
                  <a:cubicBezTo>
                    <a:pt x="797" y="478"/>
                    <a:pt x="797" y="478"/>
                    <a:pt x="797"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9" y="478"/>
                    <a:pt x="799" y="478"/>
                    <a:pt x="799" y="478"/>
                  </a:cubicBezTo>
                  <a:cubicBezTo>
                    <a:pt x="798" y="478"/>
                    <a:pt x="798" y="478"/>
                    <a:pt x="798"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1" y="478"/>
                    <a:pt x="801" y="478"/>
                    <a:pt x="801" y="478"/>
                  </a:cubicBezTo>
                  <a:cubicBezTo>
                    <a:pt x="800" y="478"/>
                    <a:pt x="800" y="478"/>
                    <a:pt x="800"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791" y="426"/>
                  </a:moveTo>
                  <a:cubicBezTo>
                    <a:pt x="792" y="426"/>
                    <a:pt x="792" y="426"/>
                    <a:pt x="793" y="426"/>
                  </a:cubicBezTo>
                  <a:cubicBezTo>
                    <a:pt x="792" y="426"/>
                    <a:pt x="792" y="426"/>
                    <a:pt x="791" y="426"/>
                  </a:cubicBezTo>
                  <a:moveTo>
                    <a:pt x="794" y="427"/>
                  </a:moveTo>
                  <a:cubicBezTo>
                    <a:pt x="793" y="427"/>
                    <a:pt x="793" y="426"/>
                    <a:pt x="793" y="426"/>
                  </a:cubicBezTo>
                  <a:cubicBezTo>
                    <a:pt x="793" y="426"/>
                    <a:pt x="793" y="427"/>
                    <a:pt x="794" y="427"/>
                  </a:cubicBezTo>
                  <a:moveTo>
                    <a:pt x="794" y="427"/>
                  </a:moveTo>
                  <a:cubicBezTo>
                    <a:pt x="794" y="427"/>
                    <a:pt x="795" y="427"/>
                    <a:pt x="795" y="428"/>
                  </a:cubicBezTo>
                  <a:cubicBezTo>
                    <a:pt x="795" y="427"/>
                    <a:pt x="794" y="427"/>
                    <a:pt x="794" y="427"/>
                  </a:cubicBezTo>
                  <a:moveTo>
                    <a:pt x="795" y="428"/>
                  </a:moveTo>
                  <a:cubicBezTo>
                    <a:pt x="795" y="428"/>
                    <a:pt x="796" y="428"/>
                    <a:pt x="796" y="428"/>
                  </a:cubicBezTo>
                  <a:cubicBezTo>
                    <a:pt x="796" y="428"/>
                    <a:pt x="795" y="428"/>
                    <a:pt x="795" y="428"/>
                  </a:cubicBezTo>
                  <a:moveTo>
                    <a:pt x="796" y="428"/>
                  </a:moveTo>
                  <a:cubicBezTo>
                    <a:pt x="796" y="428"/>
                    <a:pt x="797" y="429"/>
                    <a:pt x="797" y="429"/>
                  </a:cubicBezTo>
                  <a:cubicBezTo>
                    <a:pt x="797" y="429"/>
                    <a:pt x="796" y="428"/>
                    <a:pt x="796" y="428"/>
                  </a:cubicBezTo>
                  <a:moveTo>
                    <a:pt x="797" y="429"/>
                  </a:moveTo>
                  <a:cubicBezTo>
                    <a:pt x="797" y="429"/>
                    <a:pt x="798" y="429"/>
                    <a:pt x="798" y="430"/>
                  </a:cubicBezTo>
                  <a:cubicBezTo>
                    <a:pt x="798" y="429"/>
                    <a:pt x="797" y="429"/>
                    <a:pt x="797" y="429"/>
                  </a:cubicBezTo>
                  <a:moveTo>
                    <a:pt x="798" y="430"/>
                  </a:moveTo>
                  <a:cubicBezTo>
                    <a:pt x="798" y="430"/>
                    <a:pt x="799" y="430"/>
                    <a:pt x="799" y="430"/>
                  </a:cubicBezTo>
                  <a:cubicBezTo>
                    <a:pt x="799" y="430"/>
                    <a:pt x="798" y="430"/>
                    <a:pt x="798" y="430"/>
                  </a:cubicBezTo>
                  <a:moveTo>
                    <a:pt x="799" y="430"/>
                  </a:moveTo>
                  <a:cubicBezTo>
                    <a:pt x="799" y="431"/>
                    <a:pt x="800" y="431"/>
                    <a:pt x="800" y="431"/>
                  </a:cubicBezTo>
                  <a:cubicBezTo>
                    <a:pt x="800" y="431"/>
                    <a:pt x="799" y="431"/>
                    <a:pt x="799" y="430"/>
                  </a:cubicBezTo>
                  <a:moveTo>
                    <a:pt x="800" y="431"/>
                  </a:moveTo>
                  <a:cubicBezTo>
                    <a:pt x="800" y="431"/>
                    <a:pt x="800" y="432"/>
                    <a:pt x="800" y="432"/>
                  </a:cubicBezTo>
                  <a:cubicBezTo>
                    <a:pt x="800" y="432"/>
                    <a:pt x="800" y="431"/>
                    <a:pt x="800" y="431"/>
                  </a:cubicBezTo>
                  <a:moveTo>
                    <a:pt x="800" y="432"/>
                  </a:moveTo>
                  <a:cubicBezTo>
                    <a:pt x="801" y="432"/>
                    <a:pt x="801" y="432"/>
                    <a:pt x="801" y="432"/>
                  </a:cubicBezTo>
                  <a:cubicBezTo>
                    <a:pt x="801" y="432"/>
                    <a:pt x="801" y="432"/>
                    <a:pt x="800" y="432"/>
                  </a:cubicBezTo>
                  <a:moveTo>
                    <a:pt x="802" y="433"/>
                  </a:moveTo>
                  <a:cubicBezTo>
                    <a:pt x="801" y="432"/>
                    <a:pt x="801" y="432"/>
                    <a:pt x="801" y="432"/>
                  </a:cubicBezTo>
                  <a:cubicBezTo>
                    <a:pt x="802" y="433"/>
                    <a:pt x="802" y="433"/>
                    <a:pt x="802" y="433"/>
                  </a:cubicBezTo>
                  <a:moveTo>
                    <a:pt x="802" y="433"/>
                  </a:moveTo>
                  <a:cubicBezTo>
                    <a:pt x="802" y="433"/>
                    <a:pt x="802" y="433"/>
                    <a:pt x="802" y="433"/>
                  </a:cubicBezTo>
                  <a:cubicBezTo>
                    <a:pt x="802" y="433"/>
                    <a:pt x="802" y="433"/>
                    <a:pt x="802" y="433"/>
                  </a:cubicBezTo>
                  <a:moveTo>
                    <a:pt x="802" y="433"/>
                  </a:moveTo>
                  <a:cubicBezTo>
                    <a:pt x="803" y="434"/>
                    <a:pt x="803" y="434"/>
                    <a:pt x="803" y="434"/>
                  </a:cubicBezTo>
                  <a:cubicBezTo>
                    <a:pt x="803" y="434"/>
                    <a:pt x="803" y="434"/>
                    <a:pt x="802" y="433"/>
                  </a:cubicBezTo>
                  <a:moveTo>
                    <a:pt x="803" y="434"/>
                  </a:moveTo>
                  <a:cubicBezTo>
                    <a:pt x="803" y="434"/>
                    <a:pt x="803" y="434"/>
                    <a:pt x="803" y="435"/>
                  </a:cubicBezTo>
                  <a:cubicBezTo>
                    <a:pt x="803" y="434"/>
                    <a:pt x="803" y="434"/>
                    <a:pt x="803" y="434"/>
                  </a:cubicBezTo>
                  <a:moveTo>
                    <a:pt x="803" y="435"/>
                  </a:moveTo>
                  <a:cubicBezTo>
                    <a:pt x="803" y="435"/>
                    <a:pt x="804" y="435"/>
                    <a:pt x="804" y="435"/>
                  </a:cubicBezTo>
                  <a:cubicBezTo>
                    <a:pt x="804" y="435"/>
                    <a:pt x="803" y="435"/>
                    <a:pt x="803" y="435"/>
                  </a:cubicBezTo>
                  <a:moveTo>
                    <a:pt x="804" y="435"/>
                  </a:moveTo>
                  <a:cubicBezTo>
                    <a:pt x="804" y="435"/>
                    <a:pt x="804" y="436"/>
                    <a:pt x="804" y="436"/>
                  </a:cubicBezTo>
                  <a:cubicBezTo>
                    <a:pt x="804" y="436"/>
                    <a:pt x="804" y="435"/>
                    <a:pt x="804" y="435"/>
                  </a:cubicBezTo>
                  <a:moveTo>
                    <a:pt x="804" y="436"/>
                  </a:moveTo>
                  <a:cubicBezTo>
                    <a:pt x="804" y="436"/>
                    <a:pt x="804" y="436"/>
                    <a:pt x="804" y="436"/>
                  </a:cubicBezTo>
                  <a:cubicBezTo>
                    <a:pt x="804" y="436"/>
                    <a:pt x="804" y="436"/>
                    <a:pt x="804" y="436"/>
                  </a:cubicBezTo>
                  <a:moveTo>
                    <a:pt x="804" y="436"/>
                  </a:moveTo>
                  <a:cubicBezTo>
                    <a:pt x="804" y="436"/>
                    <a:pt x="805" y="436"/>
                    <a:pt x="805" y="437"/>
                  </a:cubicBezTo>
                  <a:cubicBezTo>
                    <a:pt x="805" y="436"/>
                    <a:pt x="804" y="436"/>
                    <a:pt x="804" y="436"/>
                  </a:cubicBezTo>
                  <a:moveTo>
                    <a:pt x="805" y="437"/>
                  </a:moveTo>
                  <a:cubicBezTo>
                    <a:pt x="805" y="437"/>
                    <a:pt x="805" y="437"/>
                    <a:pt x="805" y="437"/>
                  </a:cubicBezTo>
                  <a:cubicBezTo>
                    <a:pt x="805" y="437"/>
                    <a:pt x="805" y="437"/>
                    <a:pt x="805" y="437"/>
                  </a:cubicBezTo>
                  <a:moveTo>
                    <a:pt x="805" y="437"/>
                  </a:moveTo>
                  <a:cubicBezTo>
                    <a:pt x="805" y="437"/>
                    <a:pt x="805" y="437"/>
                    <a:pt x="805" y="437"/>
                  </a:cubicBezTo>
                  <a:cubicBezTo>
                    <a:pt x="805" y="437"/>
                    <a:pt x="805" y="437"/>
                    <a:pt x="805" y="437"/>
                  </a:cubicBezTo>
                  <a:moveTo>
                    <a:pt x="805" y="437"/>
                  </a:moveTo>
                  <a:cubicBezTo>
                    <a:pt x="805" y="438"/>
                    <a:pt x="805" y="438"/>
                    <a:pt x="805" y="438"/>
                  </a:cubicBezTo>
                  <a:cubicBezTo>
                    <a:pt x="805" y="437"/>
                    <a:pt x="805" y="437"/>
                    <a:pt x="805" y="437"/>
                  </a:cubicBezTo>
                  <a:moveTo>
                    <a:pt x="806" y="438"/>
                  </a:moveTo>
                  <a:cubicBezTo>
                    <a:pt x="806" y="438"/>
                    <a:pt x="805" y="438"/>
                    <a:pt x="805" y="438"/>
                  </a:cubicBezTo>
                  <a:cubicBezTo>
                    <a:pt x="805" y="438"/>
                    <a:pt x="806" y="438"/>
                    <a:pt x="806" y="438"/>
                  </a:cubicBezTo>
                  <a:moveTo>
                    <a:pt x="806" y="439"/>
                  </a:moveTo>
                  <a:cubicBezTo>
                    <a:pt x="806" y="439"/>
                    <a:pt x="806" y="439"/>
                    <a:pt x="806" y="438"/>
                  </a:cubicBezTo>
                  <a:cubicBezTo>
                    <a:pt x="806" y="439"/>
                    <a:pt x="806" y="439"/>
                    <a:pt x="806" y="439"/>
                  </a:cubicBezTo>
                  <a:moveTo>
                    <a:pt x="806" y="439"/>
                  </a:moveTo>
                  <a:cubicBezTo>
                    <a:pt x="806" y="439"/>
                    <a:pt x="806" y="439"/>
                    <a:pt x="806" y="439"/>
                  </a:cubicBezTo>
                  <a:cubicBezTo>
                    <a:pt x="806" y="439"/>
                    <a:pt x="806" y="439"/>
                    <a:pt x="806" y="439"/>
                  </a:cubicBezTo>
                  <a:moveTo>
                    <a:pt x="806" y="440"/>
                  </a:moveTo>
                  <a:cubicBezTo>
                    <a:pt x="806" y="440"/>
                    <a:pt x="806" y="439"/>
                    <a:pt x="806" y="439"/>
                  </a:cubicBezTo>
                  <a:cubicBezTo>
                    <a:pt x="806" y="439"/>
                    <a:pt x="806" y="440"/>
                    <a:pt x="806" y="440"/>
                  </a:cubicBezTo>
                  <a:moveTo>
                    <a:pt x="806" y="440"/>
                  </a:moveTo>
                  <a:cubicBezTo>
                    <a:pt x="806" y="440"/>
                    <a:pt x="806" y="440"/>
                    <a:pt x="806" y="440"/>
                  </a:cubicBezTo>
                  <a:cubicBezTo>
                    <a:pt x="806" y="440"/>
                    <a:pt x="806" y="440"/>
                    <a:pt x="806" y="440"/>
                  </a:cubicBezTo>
                  <a:moveTo>
                    <a:pt x="806" y="440"/>
                  </a:moveTo>
                  <a:cubicBezTo>
                    <a:pt x="806" y="440"/>
                    <a:pt x="806" y="440"/>
                    <a:pt x="806" y="440"/>
                  </a:cubicBezTo>
                  <a:cubicBezTo>
                    <a:pt x="806" y="440"/>
                    <a:pt x="806" y="440"/>
                    <a:pt x="806" y="440"/>
                  </a:cubicBezTo>
                  <a:moveTo>
                    <a:pt x="806" y="440"/>
                  </a:moveTo>
                  <a:cubicBezTo>
                    <a:pt x="806" y="441"/>
                    <a:pt x="806" y="441"/>
                    <a:pt x="806" y="441"/>
                  </a:cubicBezTo>
                  <a:cubicBezTo>
                    <a:pt x="806" y="440"/>
                    <a:pt x="806" y="440"/>
                    <a:pt x="806" y="440"/>
                  </a:cubicBezTo>
                  <a:moveTo>
                    <a:pt x="806" y="441"/>
                  </a:moveTo>
                  <a:cubicBezTo>
                    <a:pt x="806" y="441"/>
                    <a:pt x="806" y="441"/>
                    <a:pt x="806" y="441"/>
                  </a:cubicBezTo>
                  <a:cubicBezTo>
                    <a:pt x="806" y="441"/>
                    <a:pt x="806" y="441"/>
                    <a:pt x="806" y="441"/>
                  </a:cubicBezTo>
                  <a:moveTo>
                    <a:pt x="806" y="442"/>
                  </a:moveTo>
                  <a:cubicBezTo>
                    <a:pt x="806" y="442"/>
                    <a:pt x="806" y="442"/>
                    <a:pt x="806" y="441"/>
                  </a:cubicBezTo>
                  <a:cubicBezTo>
                    <a:pt x="806" y="442"/>
                    <a:pt x="806" y="442"/>
                    <a:pt x="806" y="442"/>
                  </a:cubicBezTo>
                  <a:moveTo>
                    <a:pt x="806" y="442"/>
                  </a:moveTo>
                  <a:cubicBezTo>
                    <a:pt x="806" y="442"/>
                    <a:pt x="806" y="442"/>
                    <a:pt x="806" y="442"/>
                  </a:cubicBezTo>
                  <a:cubicBezTo>
                    <a:pt x="806" y="442"/>
                    <a:pt x="806" y="442"/>
                    <a:pt x="806" y="442"/>
                  </a:cubicBezTo>
                  <a:moveTo>
                    <a:pt x="806" y="443"/>
                  </a:moveTo>
                  <a:cubicBezTo>
                    <a:pt x="806" y="442"/>
                    <a:pt x="806" y="442"/>
                    <a:pt x="806" y="442"/>
                  </a:cubicBezTo>
                  <a:cubicBezTo>
                    <a:pt x="806" y="443"/>
                    <a:pt x="806" y="443"/>
                    <a:pt x="806" y="443"/>
                  </a:cubicBezTo>
                  <a:moveTo>
                    <a:pt x="807" y="443"/>
                  </a:moveTo>
                  <a:cubicBezTo>
                    <a:pt x="807" y="443"/>
                    <a:pt x="807" y="443"/>
                    <a:pt x="807" y="443"/>
                  </a:cubicBezTo>
                  <a:cubicBezTo>
                    <a:pt x="807" y="443"/>
                    <a:pt x="807" y="443"/>
                    <a:pt x="807" y="443"/>
                  </a:cubicBezTo>
                  <a:moveTo>
                    <a:pt x="807" y="444"/>
                  </a:moveTo>
                  <a:cubicBezTo>
                    <a:pt x="807" y="443"/>
                    <a:pt x="807" y="443"/>
                    <a:pt x="807" y="443"/>
                  </a:cubicBezTo>
                  <a:cubicBezTo>
                    <a:pt x="807" y="443"/>
                    <a:pt x="807" y="443"/>
                    <a:pt x="807" y="443"/>
                  </a:cubicBezTo>
                  <a:moveTo>
                    <a:pt x="807" y="444"/>
                  </a:moveTo>
                  <a:cubicBezTo>
                    <a:pt x="807" y="444"/>
                    <a:pt x="807" y="444"/>
                    <a:pt x="807" y="444"/>
                  </a:cubicBezTo>
                  <a:cubicBezTo>
                    <a:pt x="807" y="444"/>
                    <a:pt x="807" y="444"/>
                    <a:pt x="807" y="444"/>
                  </a:cubicBezTo>
                  <a:moveTo>
                    <a:pt x="807" y="444"/>
                  </a:moveTo>
                  <a:cubicBezTo>
                    <a:pt x="807" y="444"/>
                    <a:pt x="807" y="444"/>
                    <a:pt x="807" y="444"/>
                  </a:cubicBezTo>
                  <a:cubicBezTo>
                    <a:pt x="807" y="444"/>
                    <a:pt x="807" y="444"/>
                    <a:pt x="807" y="444"/>
                  </a:cubicBezTo>
                  <a:moveTo>
                    <a:pt x="807" y="445"/>
                  </a:moveTo>
                  <a:cubicBezTo>
                    <a:pt x="807" y="444"/>
                    <a:pt x="807" y="444"/>
                    <a:pt x="807" y="444"/>
                  </a:cubicBezTo>
                  <a:cubicBezTo>
                    <a:pt x="807" y="445"/>
                    <a:pt x="807" y="445"/>
                    <a:pt x="807" y="445"/>
                  </a:cubicBezTo>
                  <a:moveTo>
                    <a:pt x="807" y="445"/>
                  </a:moveTo>
                  <a:cubicBezTo>
                    <a:pt x="807" y="445"/>
                    <a:pt x="807" y="445"/>
                    <a:pt x="807" y="445"/>
                  </a:cubicBezTo>
                  <a:cubicBezTo>
                    <a:pt x="807" y="445"/>
                    <a:pt x="807" y="445"/>
                    <a:pt x="807" y="445"/>
                  </a:cubicBezTo>
                  <a:moveTo>
                    <a:pt x="807" y="445"/>
                  </a:moveTo>
                  <a:cubicBezTo>
                    <a:pt x="807" y="445"/>
                    <a:pt x="807" y="445"/>
                    <a:pt x="807" y="445"/>
                  </a:cubicBezTo>
                  <a:cubicBezTo>
                    <a:pt x="807" y="445"/>
                    <a:pt x="807" y="445"/>
                    <a:pt x="807" y="445"/>
                  </a:cubicBezTo>
                  <a:moveTo>
                    <a:pt x="807" y="446"/>
                  </a:moveTo>
                  <a:cubicBezTo>
                    <a:pt x="807" y="445"/>
                    <a:pt x="807" y="445"/>
                    <a:pt x="807" y="445"/>
                  </a:cubicBezTo>
                  <a:cubicBezTo>
                    <a:pt x="807" y="446"/>
                    <a:pt x="807" y="446"/>
                    <a:pt x="807" y="446"/>
                  </a:cubicBezTo>
                  <a:moveTo>
                    <a:pt x="808" y="446"/>
                  </a:moveTo>
                  <a:cubicBezTo>
                    <a:pt x="807" y="446"/>
                    <a:pt x="807" y="446"/>
                    <a:pt x="807" y="446"/>
                  </a:cubicBezTo>
                  <a:cubicBezTo>
                    <a:pt x="807" y="446"/>
                    <a:pt x="807" y="446"/>
                    <a:pt x="808" y="446"/>
                  </a:cubicBezTo>
                  <a:moveTo>
                    <a:pt x="808" y="446"/>
                  </a:moveTo>
                  <a:cubicBezTo>
                    <a:pt x="808" y="446"/>
                    <a:pt x="808" y="446"/>
                    <a:pt x="808" y="446"/>
                  </a:cubicBezTo>
                  <a:cubicBezTo>
                    <a:pt x="808" y="446"/>
                    <a:pt x="808" y="446"/>
                    <a:pt x="808" y="446"/>
                  </a:cubicBezTo>
                  <a:moveTo>
                    <a:pt x="808" y="447"/>
                  </a:moveTo>
                  <a:cubicBezTo>
                    <a:pt x="808" y="446"/>
                    <a:pt x="808" y="446"/>
                    <a:pt x="808" y="446"/>
                  </a:cubicBezTo>
                  <a:cubicBezTo>
                    <a:pt x="808" y="447"/>
                    <a:pt x="808" y="447"/>
                    <a:pt x="808" y="447"/>
                  </a:cubicBezTo>
                  <a:moveTo>
                    <a:pt x="809" y="447"/>
                  </a:moveTo>
                  <a:cubicBezTo>
                    <a:pt x="808" y="447"/>
                    <a:pt x="808" y="447"/>
                    <a:pt x="808" y="447"/>
                  </a:cubicBezTo>
                  <a:cubicBezTo>
                    <a:pt x="809" y="447"/>
                    <a:pt x="809" y="447"/>
                    <a:pt x="809" y="447"/>
                  </a:cubicBezTo>
                  <a:moveTo>
                    <a:pt x="809" y="447"/>
                  </a:moveTo>
                  <a:cubicBezTo>
                    <a:pt x="809" y="447"/>
                    <a:pt x="809" y="447"/>
                    <a:pt x="809" y="447"/>
                  </a:cubicBezTo>
                  <a:cubicBezTo>
                    <a:pt x="809" y="447"/>
                    <a:pt x="809" y="447"/>
                    <a:pt x="809" y="447"/>
                  </a:cubicBezTo>
                  <a:moveTo>
                    <a:pt x="810" y="447"/>
                  </a:moveTo>
                  <a:cubicBezTo>
                    <a:pt x="809" y="447"/>
                    <a:pt x="809" y="447"/>
                    <a:pt x="809" y="447"/>
                  </a:cubicBezTo>
                  <a:cubicBezTo>
                    <a:pt x="809" y="447"/>
                    <a:pt x="809" y="447"/>
                    <a:pt x="810" y="447"/>
                  </a:cubicBezTo>
                  <a:moveTo>
                    <a:pt x="810" y="447"/>
                  </a:moveTo>
                  <a:cubicBezTo>
                    <a:pt x="810" y="447"/>
                    <a:pt x="810" y="447"/>
                    <a:pt x="810" y="447"/>
                  </a:cubicBezTo>
                  <a:cubicBezTo>
                    <a:pt x="810" y="447"/>
                    <a:pt x="810" y="447"/>
                    <a:pt x="810" y="447"/>
                  </a:cubicBezTo>
                  <a:moveTo>
                    <a:pt x="811" y="448"/>
                  </a:moveTo>
                  <a:cubicBezTo>
                    <a:pt x="810" y="448"/>
                    <a:pt x="810" y="448"/>
                    <a:pt x="810" y="447"/>
                  </a:cubicBezTo>
                  <a:cubicBezTo>
                    <a:pt x="810" y="448"/>
                    <a:pt x="810" y="448"/>
                    <a:pt x="811" y="448"/>
                  </a:cubicBezTo>
                  <a:moveTo>
                    <a:pt x="811" y="448"/>
                  </a:moveTo>
                  <a:cubicBezTo>
                    <a:pt x="811" y="448"/>
                    <a:pt x="811" y="448"/>
                    <a:pt x="811" y="448"/>
                  </a:cubicBezTo>
                  <a:cubicBezTo>
                    <a:pt x="811" y="448"/>
                    <a:pt x="811" y="448"/>
                    <a:pt x="811" y="448"/>
                  </a:cubicBezTo>
                  <a:moveTo>
                    <a:pt x="812" y="448"/>
                  </a:moveTo>
                  <a:cubicBezTo>
                    <a:pt x="811" y="448"/>
                    <a:pt x="811" y="448"/>
                    <a:pt x="811" y="448"/>
                  </a:cubicBezTo>
                  <a:cubicBezTo>
                    <a:pt x="811" y="448"/>
                    <a:pt x="811" y="448"/>
                    <a:pt x="812" y="448"/>
                  </a:cubicBezTo>
                  <a:moveTo>
                    <a:pt x="812" y="448"/>
                  </a:moveTo>
                  <a:cubicBezTo>
                    <a:pt x="812" y="448"/>
                    <a:pt x="812" y="448"/>
                    <a:pt x="812" y="448"/>
                  </a:cubicBezTo>
                  <a:cubicBezTo>
                    <a:pt x="812" y="448"/>
                    <a:pt x="812" y="448"/>
                    <a:pt x="812" y="448"/>
                  </a:cubicBezTo>
                  <a:moveTo>
                    <a:pt x="813" y="449"/>
                  </a:moveTo>
                  <a:cubicBezTo>
                    <a:pt x="813" y="449"/>
                    <a:pt x="813" y="449"/>
                    <a:pt x="812" y="448"/>
                  </a:cubicBezTo>
                  <a:cubicBezTo>
                    <a:pt x="813" y="449"/>
                    <a:pt x="813" y="449"/>
                    <a:pt x="813" y="449"/>
                  </a:cubicBezTo>
                  <a:moveTo>
                    <a:pt x="814" y="449"/>
                  </a:moveTo>
                  <a:cubicBezTo>
                    <a:pt x="814" y="449"/>
                    <a:pt x="814" y="449"/>
                    <a:pt x="813" y="449"/>
                  </a:cubicBezTo>
                  <a:cubicBezTo>
                    <a:pt x="814" y="449"/>
                    <a:pt x="814" y="449"/>
                    <a:pt x="814" y="449"/>
                  </a:cubicBezTo>
                  <a:moveTo>
                    <a:pt x="815" y="449"/>
                  </a:moveTo>
                  <a:cubicBezTo>
                    <a:pt x="815" y="449"/>
                    <a:pt x="815" y="449"/>
                    <a:pt x="814" y="449"/>
                  </a:cubicBezTo>
                  <a:cubicBezTo>
                    <a:pt x="815" y="449"/>
                    <a:pt x="815" y="449"/>
                    <a:pt x="815" y="449"/>
                  </a:cubicBezTo>
                  <a:moveTo>
                    <a:pt x="816" y="450"/>
                  </a:moveTo>
                  <a:cubicBezTo>
                    <a:pt x="816" y="450"/>
                    <a:pt x="815" y="449"/>
                    <a:pt x="815" y="449"/>
                  </a:cubicBezTo>
                  <a:cubicBezTo>
                    <a:pt x="815" y="449"/>
                    <a:pt x="816" y="450"/>
                    <a:pt x="816" y="450"/>
                  </a:cubicBezTo>
                  <a:moveTo>
                    <a:pt x="817" y="450"/>
                  </a:moveTo>
                  <a:cubicBezTo>
                    <a:pt x="817" y="450"/>
                    <a:pt x="817" y="450"/>
                    <a:pt x="816" y="450"/>
                  </a:cubicBezTo>
                  <a:cubicBezTo>
                    <a:pt x="817" y="450"/>
                    <a:pt x="817" y="450"/>
                    <a:pt x="817" y="450"/>
                  </a:cubicBezTo>
                  <a:moveTo>
                    <a:pt x="819" y="450"/>
                  </a:moveTo>
                  <a:cubicBezTo>
                    <a:pt x="818" y="450"/>
                    <a:pt x="818" y="450"/>
                    <a:pt x="817" y="450"/>
                  </a:cubicBezTo>
                  <a:cubicBezTo>
                    <a:pt x="818" y="450"/>
                    <a:pt x="818" y="450"/>
                    <a:pt x="819" y="450"/>
                  </a:cubicBezTo>
                  <a:moveTo>
                    <a:pt x="820" y="451"/>
                  </a:moveTo>
                  <a:cubicBezTo>
                    <a:pt x="819" y="450"/>
                    <a:pt x="819" y="450"/>
                    <a:pt x="819" y="450"/>
                  </a:cubicBezTo>
                  <a:cubicBezTo>
                    <a:pt x="819" y="450"/>
                    <a:pt x="819" y="450"/>
                    <a:pt x="820" y="451"/>
                  </a:cubicBezTo>
                  <a:moveTo>
                    <a:pt x="821" y="451"/>
                  </a:moveTo>
                  <a:cubicBezTo>
                    <a:pt x="821" y="451"/>
                    <a:pt x="820" y="451"/>
                    <a:pt x="820" y="451"/>
                  </a:cubicBezTo>
                  <a:cubicBezTo>
                    <a:pt x="820" y="451"/>
                    <a:pt x="821" y="451"/>
                    <a:pt x="821" y="451"/>
                  </a:cubicBezTo>
                  <a:moveTo>
                    <a:pt x="823" y="451"/>
                  </a:moveTo>
                  <a:cubicBezTo>
                    <a:pt x="822" y="451"/>
                    <a:pt x="822" y="451"/>
                    <a:pt x="821" y="451"/>
                  </a:cubicBezTo>
                  <a:cubicBezTo>
                    <a:pt x="822" y="451"/>
                    <a:pt x="822" y="451"/>
                    <a:pt x="823" y="451"/>
                  </a:cubicBezTo>
                  <a:moveTo>
                    <a:pt x="824" y="451"/>
                  </a:moveTo>
                  <a:cubicBezTo>
                    <a:pt x="824" y="451"/>
                    <a:pt x="823" y="451"/>
                    <a:pt x="823" y="451"/>
                  </a:cubicBezTo>
                  <a:cubicBezTo>
                    <a:pt x="823" y="451"/>
                    <a:pt x="824" y="451"/>
                    <a:pt x="824" y="451"/>
                  </a:cubicBezTo>
                  <a:moveTo>
                    <a:pt x="826" y="452"/>
                  </a:moveTo>
                  <a:cubicBezTo>
                    <a:pt x="825" y="451"/>
                    <a:pt x="825" y="451"/>
                    <a:pt x="824" y="451"/>
                  </a:cubicBezTo>
                  <a:cubicBezTo>
                    <a:pt x="825" y="451"/>
                    <a:pt x="825" y="451"/>
                    <a:pt x="826" y="452"/>
                  </a:cubicBezTo>
                  <a:moveTo>
                    <a:pt x="828" y="452"/>
                  </a:moveTo>
                  <a:cubicBezTo>
                    <a:pt x="827" y="452"/>
                    <a:pt x="827" y="452"/>
                    <a:pt x="826" y="452"/>
                  </a:cubicBezTo>
                  <a:cubicBezTo>
                    <a:pt x="827" y="452"/>
                    <a:pt x="827" y="452"/>
                    <a:pt x="828" y="452"/>
                  </a:cubicBezTo>
                  <a:moveTo>
                    <a:pt x="828" y="452"/>
                  </a:moveTo>
                  <a:cubicBezTo>
                    <a:pt x="830" y="452"/>
                    <a:pt x="830" y="452"/>
                    <a:pt x="830" y="452"/>
                  </a:cubicBezTo>
                  <a:cubicBezTo>
                    <a:pt x="829" y="452"/>
                    <a:pt x="828" y="452"/>
                    <a:pt x="828" y="452"/>
                  </a:cubicBezTo>
                  <a:moveTo>
                    <a:pt x="936" y="311"/>
                  </a:moveTo>
                  <a:cubicBezTo>
                    <a:pt x="936" y="311"/>
                    <a:pt x="936" y="311"/>
                    <a:pt x="936" y="311"/>
                  </a:cubicBezTo>
                  <a:cubicBezTo>
                    <a:pt x="936" y="311"/>
                    <a:pt x="936" y="311"/>
                    <a:pt x="936" y="311"/>
                  </a:cubicBezTo>
                  <a:moveTo>
                    <a:pt x="936" y="311"/>
                  </a:moveTo>
                  <a:cubicBezTo>
                    <a:pt x="936" y="311"/>
                    <a:pt x="936" y="311"/>
                    <a:pt x="936" y="311"/>
                  </a:cubicBezTo>
                  <a:cubicBezTo>
                    <a:pt x="936" y="311"/>
                    <a:pt x="936" y="311"/>
                    <a:pt x="936" y="311"/>
                  </a:cubicBezTo>
                  <a:moveTo>
                    <a:pt x="936" y="312"/>
                  </a:moveTo>
                  <a:cubicBezTo>
                    <a:pt x="936" y="312"/>
                    <a:pt x="936" y="312"/>
                    <a:pt x="936" y="311"/>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7" y="312"/>
                  </a:moveTo>
                  <a:cubicBezTo>
                    <a:pt x="936" y="312"/>
                    <a:pt x="936" y="312"/>
                    <a:pt x="936" y="312"/>
                  </a:cubicBezTo>
                  <a:cubicBezTo>
                    <a:pt x="936" y="312"/>
                    <a:pt x="936" y="312"/>
                    <a:pt x="936" y="312"/>
                  </a:cubicBezTo>
                  <a:moveTo>
                    <a:pt x="937" y="312"/>
                  </a:moveTo>
                  <a:cubicBezTo>
                    <a:pt x="937" y="312"/>
                    <a:pt x="937" y="312"/>
                    <a:pt x="937" y="312"/>
                  </a:cubicBezTo>
                  <a:cubicBezTo>
                    <a:pt x="937" y="312"/>
                    <a:pt x="937" y="312"/>
                    <a:pt x="937" y="312"/>
                  </a:cubicBezTo>
                  <a:moveTo>
                    <a:pt x="937" y="313"/>
                  </a:moveTo>
                  <a:cubicBezTo>
                    <a:pt x="937" y="312"/>
                    <a:pt x="937" y="312"/>
                    <a:pt x="937" y="312"/>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4"/>
                    <a:pt x="937" y="314"/>
                    <a:pt x="937" y="314"/>
                  </a:cubicBezTo>
                  <a:cubicBezTo>
                    <a:pt x="937" y="313"/>
                    <a:pt x="937" y="313"/>
                    <a:pt x="937" y="313"/>
                  </a:cubicBezTo>
                  <a:moveTo>
                    <a:pt x="938" y="315"/>
                  </a:moveTo>
                  <a:cubicBezTo>
                    <a:pt x="938" y="314"/>
                    <a:pt x="937" y="314"/>
                    <a:pt x="937" y="314"/>
                  </a:cubicBezTo>
                  <a:cubicBezTo>
                    <a:pt x="937" y="314"/>
                    <a:pt x="938" y="314"/>
                    <a:pt x="938" y="315"/>
                  </a:cubicBezTo>
                  <a:moveTo>
                    <a:pt x="938" y="315"/>
                  </a:moveTo>
                  <a:cubicBezTo>
                    <a:pt x="938" y="315"/>
                    <a:pt x="938" y="316"/>
                    <a:pt x="938" y="316"/>
                  </a:cubicBezTo>
                  <a:cubicBezTo>
                    <a:pt x="938" y="316"/>
                    <a:pt x="938" y="315"/>
                    <a:pt x="938" y="315"/>
                  </a:cubicBezTo>
                  <a:moveTo>
                    <a:pt x="938" y="316"/>
                  </a:moveTo>
                  <a:cubicBezTo>
                    <a:pt x="938" y="316"/>
                    <a:pt x="939" y="317"/>
                    <a:pt x="939" y="317"/>
                  </a:cubicBezTo>
                  <a:cubicBezTo>
                    <a:pt x="939" y="317"/>
                    <a:pt x="938" y="316"/>
                    <a:pt x="938" y="316"/>
                  </a:cubicBezTo>
                  <a:moveTo>
                    <a:pt x="939" y="317"/>
                  </a:moveTo>
                  <a:cubicBezTo>
                    <a:pt x="939" y="317"/>
                    <a:pt x="939" y="318"/>
                    <a:pt x="939" y="318"/>
                  </a:cubicBezTo>
                  <a:cubicBezTo>
                    <a:pt x="939" y="318"/>
                    <a:pt x="939" y="317"/>
                    <a:pt x="939" y="317"/>
                  </a:cubicBezTo>
                  <a:moveTo>
                    <a:pt x="939" y="318"/>
                  </a:moveTo>
                  <a:cubicBezTo>
                    <a:pt x="940" y="319"/>
                    <a:pt x="940" y="319"/>
                    <a:pt x="940" y="320"/>
                  </a:cubicBezTo>
                  <a:cubicBezTo>
                    <a:pt x="940" y="319"/>
                    <a:pt x="940" y="319"/>
                    <a:pt x="939" y="318"/>
                  </a:cubicBezTo>
                  <a:moveTo>
                    <a:pt x="941" y="321"/>
                  </a:moveTo>
                  <a:cubicBezTo>
                    <a:pt x="940" y="321"/>
                    <a:pt x="940" y="320"/>
                    <a:pt x="940" y="320"/>
                  </a:cubicBezTo>
                  <a:cubicBezTo>
                    <a:pt x="940" y="320"/>
                    <a:pt x="940" y="321"/>
                    <a:pt x="941" y="321"/>
                  </a:cubicBezTo>
                  <a:moveTo>
                    <a:pt x="941" y="322"/>
                  </a:moveTo>
                  <a:cubicBezTo>
                    <a:pt x="941" y="322"/>
                    <a:pt x="941" y="321"/>
                    <a:pt x="941" y="321"/>
                  </a:cubicBezTo>
                  <a:cubicBezTo>
                    <a:pt x="941" y="321"/>
                    <a:pt x="941" y="322"/>
                    <a:pt x="941" y="322"/>
                  </a:cubicBezTo>
                  <a:moveTo>
                    <a:pt x="941" y="323"/>
                  </a:moveTo>
                  <a:cubicBezTo>
                    <a:pt x="941" y="323"/>
                    <a:pt x="941" y="322"/>
                    <a:pt x="941" y="322"/>
                  </a:cubicBezTo>
                  <a:cubicBezTo>
                    <a:pt x="941" y="322"/>
                    <a:pt x="941" y="323"/>
                    <a:pt x="941" y="323"/>
                  </a:cubicBezTo>
                  <a:moveTo>
                    <a:pt x="941" y="323"/>
                  </a:moveTo>
                  <a:cubicBezTo>
                    <a:pt x="941" y="323"/>
                    <a:pt x="941" y="324"/>
                    <a:pt x="942" y="324"/>
                  </a:cubicBezTo>
                  <a:cubicBezTo>
                    <a:pt x="941" y="324"/>
                    <a:pt x="941" y="323"/>
                    <a:pt x="941" y="323"/>
                  </a:cubicBezTo>
                  <a:moveTo>
                    <a:pt x="942" y="324"/>
                  </a:moveTo>
                  <a:cubicBezTo>
                    <a:pt x="942" y="324"/>
                    <a:pt x="942" y="324"/>
                    <a:pt x="942" y="325"/>
                  </a:cubicBezTo>
                  <a:cubicBezTo>
                    <a:pt x="942" y="324"/>
                    <a:pt x="942" y="324"/>
                    <a:pt x="942" y="324"/>
                  </a:cubicBezTo>
                  <a:moveTo>
                    <a:pt x="942" y="325"/>
                  </a:moveTo>
                  <a:cubicBezTo>
                    <a:pt x="942" y="325"/>
                    <a:pt x="942" y="325"/>
                    <a:pt x="942" y="325"/>
                  </a:cubicBezTo>
                  <a:cubicBezTo>
                    <a:pt x="942" y="325"/>
                    <a:pt x="942" y="325"/>
                    <a:pt x="942" y="325"/>
                  </a:cubicBezTo>
                  <a:moveTo>
                    <a:pt x="943" y="327"/>
                  </a:moveTo>
                  <a:cubicBezTo>
                    <a:pt x="942" y="326"/>
                    <a:pt x="942" y="326"/>
                    <a:pt x="942" y="325"/>
                  </a:cubicBezTo>
                  <a:cubicBezTo>
                    <a:pt x="942" y="326"/>
                    <a:pt x="942" y="326"/>
                    <a:pt x="943" y="327"/>
                  </a:cubicBezTo>
                  <a:moveTo>
                    <a:pt x="943" y="328"/>
                  </a:moveTo>
                  <a:cubicBezTo>
                    <a:pt x="943" y="327"/>
                    <a:pt x="943" y="327"/>
                    <a:pt x="943" y="327"/>
                  </a:cubicBezTo>
                  <a:cubicBezTo>
                    <a:pt x="943" y="327"/>
                    <a:pt x="943" y="327"/>
                    <a:pt x="943" y="328"/>
                  </a:cubicBezTo>
                  <a:moveTo>
                    <a:pt x="943" y="328"/>
                  </a:moveTo>
                  <a:cubicBezTo>
                    <a:pt x="943" y="328"/>
                    <a:pt x="943" y="328"/>
                    <a:pt x="943" y="328"/>
                  </a:cubicBezTo>
                  <a:cubicBezTo>
                    <a:pt x="943" y="328"/>
                    <a:pt x="943" y="328"/>
                    <a:pt x="943" y="328"/>
                  </a:cubicBezTo>
                  <a:moveTo>
                    <a:pt x="943" y="329"/>
                  </a:moveTo>
                  <a:cubicBezTo>
                    <a:pt x="943" y="329"/>
                    <a:pt x="943" y="328"/>
                    <a:pt x="943" y="328"/>
                  </a:cubicBezTo>
                  <a:cubicBezTo>
                    <a:pt x="943" y="329"/>
                    <a:pt x="943" y="329"/>
                    <a:pt x="943" y="330"/>
                  </a:cubicBezTo>
                  <a:cubicBezTo>
                    <a:pt x="943" y="330"/>
                    <a:pt x="943" y="329"/>
                    <a:pt x="943" y="329"/>
                  </a:cubicBezTo>
                  <a:moveTo>
                    <a:pt x="975" y="276"/>
                  </a:moveTo>
                  <a:cubicBezTo>
                    <a:pt x="976" y="278"/>
                    <a:pt x="976" y="278"/>
                    <a:pt x="976" y="278"/>
                  </a:cubicBezTo>
                  <a:cubicBezTo>
                    <a:pt x="975" y="277"/>
                    <a:pt x="975" y="277"/>
                    <a:pt x="975" y="276"/>
                  </a:cubicBezTo>
                  <a:moveTo>
                    <a:pt x="976" y="279"/>
                  </a:moveTo>
                  <a:cubicBezTo>
                    <a:pt x="976" y="279"/>
                    <a:pt x="976" y="278"/>
                    <a:pt x="976" y="278"/>
                  </a:cubicBezTo>
                  <a:cubicBezTo>
                    <a:pt x="976" y="278"/>
                    <a:pt x="976" y="279"/>
                    <a:pt x="976" y="279"/>
                  </a:cubicBezTo>
                  <a:moveTo>
                    <a:pt x="976" y="280"/>
                  </a:moveTo>
                  <a:cubicBezTo>
                    <a:pt x="976" y="280"/>
                    <a:pt x="976" y="279"/>
                    <a:pt x="976" y="279"/>
                  </a:cubicBezTo>
                  <a:cubicBezTo>
                    <a:pt x="976" y="279"/>
                    <a:pt x="976" y="280"/>
                    <a:pt x="976" y="280"/>
                  </a:cubicBezTo>
                  <a:moveTo>
                    <a:pt x="976" y="280"/>
                  </a:moveTo>
                  <a:cubicBezTo>
                    <a:pt x="976" y="280"/>
                    <a:pt x="977" y="281"/>
                    <a:pt x="977" y="281"/>
                  </a:cubicBezTo>
                  <a:cubicBezTo>
                    <a:pt x="977" y="281"/>
                    <a:pt x="976" y="280"/>
                    <a:pt x="976" y="280"/>
                  </a:cubicBezTo>
                  <a:moveTo>
                    <a:pt x="977" y="281"/>
                  </a:moveTo>
                  <a:cubicBezTo>
                    <a:pt x="977" y="281"/>
                    <a:pt x="977" y="282"/>
                    <a:pt x="977" y="282"/>
                  </a:cubicBezTo>
                  <a:cubicBezTo>
                    <a:pt x="977" y="282"/>
                    <a:pt x="977" y="281"/>
                    <a:pt x="977" y="281"/>
                  </a:cubicBezTo>
                  <a:moveTo>
                    <a:pt x="978" y="283"/>
                  </a:moveTo>
                  <a:cubicBezTo>
                    <a:pt x="977" y="283"/>
                    <a:pt x="977" y="282"/>
                    <a:pt x="977" y="282"/>
                  </a:cubicBezTo>
                  <a:cubicBezTo>
                    <a:pt x="977" y="282"/>
                    <a:pt x="977" y="283"/>
                    <a:pt x="978" y="283"/>
                  </a:cubicBezTo>
                  <a:moveTo>
                    <a:pt x="978" y="284"/>
                  </a:moveTo>
                  <a:cubicBezTo>
                    <a:pt x="978" y="283"/>
                    <a:pt x="978" y="283"/>
                    <a:pt x="978" y="283"/>
                  </a:cubicBezTo>
                  <a:cubicBezTo>
                    <a:pt x="978" y="283"/>
                    <a:pt x="978" y="283"/>
                    <a:pt x="978" y="284"/>
                  </a:cubicBezTo>
                  <a:moveTo>
                    <a:pt x="978" y="285"/>
                  </a:moveTo>
                  <a:cubicBezTo>
                    <a:pt x="978" y="284"/>
                    <a:pt x="978" y="284"/>
                    <a:pt x="978" y="284"/>
                  </a:cubicBezTo>
                  <a:cubicBezTo>
                    <a:pt x="978" y="284"/>
                    <a:pt x="978" y="284"/>
                    <a:pt x="978" y="285"/>
                  </a:cubicBezTo>
                  <a:moveTo>
                    <a:pt x="979" y="286"/>
                  </a:moveTo>
                  <a:cubicBezTo>
                    <a:pt x="979" y="285"/>
                    <a:pt x="979" y="285"/>
                    <a:pt x="978" y="285"/>
                  </a:cubicBezTo>
                  <a:cubicBezTo>
                    <a:pt x="979" y="285"/>
                    <a:pt x="979" y="285"/>
                    <a:pt x="979" y="286"/>
                  </a:cubicBezTo>
                  <a:moveTo>
                    <a:pt x="979" y="287"/>
                  </a:moveTo>
                  <a:cubicBezTo>
                    <a:pt x="979" y="286"/>
                    <a:pt x="979" y="286"/>
                    <a:pt x="979" y="286"/>
                  </a:cubicBezTo>
                  <a:cubicBezTo>
                    <a:pt x="979" y="286"/>
                    <a:pt x="979" y="286"/>
                    <a:pt x="979" y="287"/>
                  </a:cubicBezTo>
                  <a:moveTo>
                    <a:pt x="980" y="288"/>
                  </a:moveTo>
                  <a:cubicBezTo>
                    <a:pt x="979" y="288"/>
                    <a:pt x="979" y="287"/>
                    <a:pt x="979" y="287"/>
                  </a:cubicBezTo>
                  <a:cubicBezTo>
                    <a:pt x="979" y="287"/>
                    <a:pt x="979" y="288"/>
                    <a:pt x="980" y="288"/>
                  </a:cubicBezTo>
                  <a:moveTo>
                    <a:pt x="980" y="289"/>
                  </a:moveTo>
                  <a:cubicBezTo>
                    <a:pt x="980" y="288"/>
                    <a:pt x="980" y="288"/>
                    <a:pt x="980" y="288"/>
                  </a:cubicBezTo>
                  <a:cubicBezTo>
                    <a:pt x="980" y="288"/>
                    <a:pt x="980" y="288"/>
                    <a:pt x="980" y="289"/>
                  </a:cubicBezTo>
                  <a:moveTo>
                    <a:pt x="980" y="289"/>
                  </a:moveTo>
                  <a:cubicBezTo>
                    <a:pt x="980" y="289"/>
                    <a:pt x="980" y="289"/>
                    <a:pt x="980" y="289"/>
                  </a:cubicBezTo>
                  <a:cubicBezTo>
                    <a:pt x="980" y="289"/>
                    <a:pt x="980" y="289"/>
                    <a:pt x="980" y="289"/>
                  </a:cubicBezTo>
                  <a:moveTo>
                    <a:pt x="981" y="290"/>
                  </a:moveTo>
                  <a:cubicBezTo>
                    <a:pt x="981" y="290"/>
                    <a:pt x="980" y="290"/>
                    <a:pt x="980" y="289"/>
                  </a:cubicBezTo>
                  <a:cubicBezTo>
                    <a:pt x="980" y="290"/>
                    <a:pt x="981" y="290"/>
                    <a:pt x="981" y="290"/>
                  </a:cubicBezTo>
                  <a:moveTo>
                    <a:pt x="981" y="291"/>
                  </a:moveTo>
                  <a:cubicBezTo>
                    <a:pt x="981" y="291"/>
                    <a:pt x="981" y="291"/>
                    <a:pt x="981" y="290"/>
                  </a:cubicBezTo>
                  <a:cubicBezTo>
                    <a:pt x="981" y="291"/>
                    <a:pt x="981" y="291"/>
                    <a:pt x="981" y="291"/>
                  </a:cubicBezTo>
                  <a:moveTo>
                    <a:pt x="981" y="292"/>
                  </a:moveTo>
                  <a:cubicBezTo>
                    <a:pt x="981" y="292"/>
                    <a:pt x="981" y="292"/>
                    <a:pt x="981" y="291"/>
                  </a:cubicBezTo>
                  <a:cubicBezTo>
                    <a:pt x="981" y="292"/>
                    <a:pt x="981" y="292"/>
                    <a:pt x="981" y="292"/>
                  </a:cubicBezTo>
                  <a:moveTo>
                    <a:pt x="982" y="293"/>
                  </a:moveTo>
                  <a:cubicBezTo>
                    <a:pt x="982" y="292"/>
                    <a:pt x="982" y="292"/>
                    <a:pt x="981" y="292"/>
                  </a:cubicBezTo>
                  <a:cubicBezTo>
                    <a:pt x="982" y="292"/>
                    <a:pt x="982" y="292"/>
                    <a:pt x="982" y="293"/>
                  </a:cubicBezTo>
                  <a:moveTo>
                    <a:pt x="983" y="294"/>
                  </a:moveTo>
                  <a:cubicBezTo>
                    <a:pt x="982" y="293"/>
                    <a:pt x="982" y="293"/>
                    <a:pt x="982" y="293"/>
                  </a:cubicBezTo>
                  <a:cubicBezTo>
                    <a:pt x="982" y="293"/>
                    <a:pt x="982" y="293"/>
                    <a:pt x="983" y="294"/>
                  </a:cubicBezTo>
                  <a:moveTo>
                    <a:pt x="983" y="294"/>
                  </a:moveTo>
                  <a:cubicBezTo>
                    <a:pt x="983" y="294"/>
                    <a:pt x="983" y="294"/>
                    <a:pt x="983" y="294"/>
                  </a:cubicBezTo>
                  <a:cubicBezTo>
                    <a:pt x="983" y="294"/>
                    <a:pt x="983" y="294"/>
                    <a:pt x="983" y="294"/>
                  </a:cubicBezTo>
                  <a:moveTo>
                    <a:pt x="984" y="295"/>
                  </a:moveTo>
                  <a:cubicBezTo>
                    <a:pt x="983" y="294"/>
                    <a:pt x="983" y="294"/>
                    <a:pt x="983" y="294"/>
                  </a:cubicBezTo>
                  <a:cubicBezTo>
                    <a:pt x="983" y="294"/>
                    <a:pt x="983" y="294"/>
                    <a:pt x="984" y="295"/>
                  </a:cubicBezTo>
                  <a:moveTo>
                    <a:pt x="984" y="295"/>
                  </a:moveTo>
                  <a:cubicBezTo>
                    <a:pt x="984" y="295"/>
                    <a:pt x="984" y="295"/>
                    <a:pt x="984" y="295"/>
                  </a:cubicBezTo>
                  <a:cubicBezTo>
                    <a:pt x="984" y="295"/>
                    <a:pt x="984" y="295"/>
                    <a:pt x="984" y="295"/>
                  </a:cubicBezTo>
                  <a:moveTo>
                    <a:pt x="984" y="296"/>
                  </a:moveTo>
                  <a:cubicBezTo>
                    <a:pt x="984" y="296"/>
                    <a:pt x="984" y="296"/>
                    <a:pt x="984" y="295"/>
                  </a:cubicBezTo>
                  <a:cubicBezTo>
                    <a:pt x="984" y="296"/>
                    <a:pt x="984" y="296"/>
                    <a:pt x="984" y="296"/>
                  </a:cubicBezTo>
                  <a:moveTo>
                    <a:pt x="985" y="296"/>
                  </a:moveTo>
                  <a:cubicBezTo>
                    <a:pt x="985" y="296"/>
                    <a:pt x="985" y="296"/>
                    <a:pt x="984" y="296"/>
                  </a:cubicBezTo>
                  <a:cubicBezTo>
                    <a:pt x="985" y="296"/>
                    <a:pt x="985" y="296"/>
                    <a:pt x="985" y="296"/>
                  </a:cubicBezTo>
                  <a:moveTo>
                    <a:pt x="986" y="297"/>
                  </a:moveTo>
                  <a:cubicBezTo>
                    <a:pt x="986" y="297"/>
                    <a:pt x="985" y="296"/>
                    <a:pt x="985" y="296"/>
                  </a:cubicBezTo>
                  <a:cubicBezTo>
                    <a:pt x="985" y="296"/>
                    <a:pt x="986" y="297"/>
                    <a:pt x="986" y="297"/>
                  </a:cubicBezTo>
                  <a:moveTo>
                    <a:pt x="986" y="297"/>
                  </a:moveTo>
                  <a:cubicBezTo>
                    <a:pt x="986" y="297"/>
                    <a:pt x="986" y="297"/>
                    <a:pt x="986" y="297"/>
                  </a:cubicBezTo>
                  <a:cubicBezTo>
                    <a:pt x="986" y="297"/>
                    <a:pt x="986" y="297"/>
                    <a:pt x="986" y="297"/>
                  </a:cubicBezTo>
                  <a:moveTo>
                    <a:pt x="987" y="298"/>
                  </a:moveTo>
                  <a:cubicBezTo>
                    <a:pt x="987" y="297"/>
                    <a:pt x="987" y="297"/>
                    <a:pt x="986" y="297"/>
                  </a:cubicBezTo>
                  <a:cubicBezTo>
                    <a:pt x="987" y="297"/>
                    <a:pt x="987" y="297"/>
                    <a:pt x="987" y="298"/>
                  </a:cubicBezTo>
                  <a:moveTo>
                    <a:pt x="987" y="298"/>
                  </a:moveTo>
                  <a:cubicBezTo>
                    <a:pt x="987" y="298"/>
                    <a:pt x="987" y="298"/>
                    <a:pt x="987" y="298"/>
                  </a:cubicBezTo>
                  <a:cubicBezTo>
                    <a:pt x="987" y="298"/>
                    <a:pt x="987" y="298"/>
                    <a:pt x="987" y="298"/>
                  </a:cubicBezTo>
                  <a:moveTo>
                    <a:pt x="988" y="298"/>
                  </a:moveTo>
                  <a:cubicBezTo>
                    <a:pt x="988" y="298"/>
                    <a:pt x="988" y="298"/>
                    <a:pt x="987" y="298"/>
                  </a:cubicBezTo>
                  <a:cubicBezTo>
                    <a:pt x="988" y="298"/>
                    <a:pt x="988" y="298"/>
                    <a:pt x="988" y="298"/>
                  </a:cubicBezTo>
                  <a:moveTo>
                    <a:pt x="989" y="298"/>
                  </a:moveTo>
                  <a:cubicBezTo>
                    <a:pt x="989" y="298"/>
                    <a:pt x="989" y="298"/>
                    <a:pt x="988" y="298"/>
                  </a:cubicBezTo>
                  <a:cubicBezTo>
                    <a:pt x="989" y="298"/>
                    <a:pt x="989" y="298"/>
                    <a:pt x="989" y="298"/>
                  </a:cubicBezTo>
                  <a:moveTo>
                    <a:pt x="990" y="298"/>
                  </a:moveTo>
                  <a:cubicBezTo>
                    <a:pt x="990" y="298"/>
                    <a:pt x="989" y="298"/>
                    <a:pt x="989" y="298"/>
                  </a:cubicBezTo>
                  <a:cubicBezTo>
                    <a:pt x="989" y="298"/>
                    <a:pt x="990" y="298"/>
                    <a:pt x="990" y="298"/>
                  </a:cubicBezTo>
                  <a:moveTo>
                    <a:pt x="991" y="298"/>
                  </a:moveTo>
                  <a:cubicBezTo>
                    <a:pt x="991" y="298"/>
                    <a:pt x="990" y="298"/>
                    <a:pt x="990" y="298"/>
                  </a:cubicBezTo>
                  <a:cubicBezTo>
                    <a:pt x="990" y="298"/>
                    <a:pt x="991" y="298"/>
                    <a:pt x="991" y="298"/>
                  </a:cubicBezTo>
                  <a:moveTo>
                    <a:pt x="991" y="298"/>
                  </a:moveTo>
                  <a:cubicBezTo>
                    <a:pt x="991" y="298"/>
                    <a:pt x="991" y="298"/>
                    <a:pt x="991" y="298"/>
                  </a:cubicBezTo>
                  <a:cubicBezTo>
                    <a:pt x="991" y="298"/>
                    <a:pt x="991" y="298"/>
                    <a:pt x="991" y="298"/>
                  </a:cubicBezTo>
                  <a:moveTo>
                    <a:pt x="993" y="298"/>
                  </a:moveTo>
                  <a:cubicBezTo>
                    <a:pt x="992" y="298"/>
                    <a:pt x="992" y="298"/>
                    <a:pt x="991" y="298"/>
                  </a:cubicBezTo>
                  <a:cubicBezTo>
                    <a:pt x="992" y="298"/>
                    <a:pt x="992" y="298"/>
                    <a:pt x="993" y="298"/>
                  </a:cubicBezTo>
                  <a:moveTo>
                    <a:pt x="994" y="298"/>
                  </a:moveTo>
                  <a:cubicBezTo>
                    <a:pt x="994" y="298"/>
                    <a:pt x="993" y="298"/>
                    <a:pt x="993" y="298"/>
                  </a:cubicBezTo>
                  <a:cubicBezTo>
                    <a:pt x="993" y="298"/>
                    <a:pt x="994" y="298"/>
                    <a:pt x="994" y="298"/>
                  </a:cubicBezTo>
                  <a:moveTo>
                    <a:pt x="995" y="298"/>
                  </a:moveTo>
                  <a:cubicBezTo>
                    <a:pt x="995" y="298"/>
                    <a:pt x="994" y="298"/>
                    <a:pt x="994" y="298"/>
                  </a:cubicBezTo>
                  <a:cubicBezTo>
                    <a:pt x="994" y="298"/>
                    <a:pt x="995" y="298"/>
                    <a:pt x="995" y="298"/>
                  </a:cubicBezTo>
                  <a:moveTo>
                    <a:pt x="996" y="298"/>
                  </a:moveTo>
                  <a:cubicBezTo>
                    <a:pt x="996" y="298"/>
                    <a:pt x="995" y="298"/>
                    <a:pt x="995" y="298"/>
                  </a:cubicBezTo>
                  <a:cubicBezTo>
                    <a:pt x="995" y="298"/>
                    <a:pt x="996" y="298"/>
                    <a:pt x="996" y="298"/>
                  </a:cubicBezTo>
                  <a:moveTo>
                    <a:pt x="997" y="298"/>
                  </a:moveTo>
                  <a:cubicBezTo>
                    <a:pt x="997" y="298"/>
                    <a:pt x="997" y="298"/>
                    <a:pt x="996" y="298"/>
                  </a:cubicBezTo>
                  <a:cubicBezTo>
                    <a:pt x="997" y="298"/>
                    <a:pt x="997" y="298"/>
                    <a:pt x="997" y="298"/>
                  </a:cubicBezTo>
                  <a:moveTo>
                    <a:pt x="998" y="297"/>
                  </a:moveTo>
                  <a:cubicBezTo>
                    <a:pt x="997" y="297"/>
                    <a:pt x="997" y="297"/>
                    <a:pt x="997" y="298"/>
                  </a:cubicBezTo>
                  <a:cubicBezTo>
                    <a:pt x="997" y="297"/>
                    <a:pt x="997" y="297"/>
                    <a:pt x="998" y="297"/>
                  </a:cubicBezTo>
                  <a:moveTo>
                    <a:pt x="998" y="297"/>
                  </a:moveTo>
                  <a:cubicBezTo>
                    <a:pt x="998" y="297"/>
                    <a:pt x="998" y="297"/>
                    <a:pt x="998" y="297"/>
                  </a:cubicBezTo>
                  <a:cubicBezTo>
                    <a:pt x="998" y="297"/>
                    <a:pt x="998" y="297"/>
                    <a:pt x="998" y="297"/>
                  </a:cubicBezTo>
                  <a:moveTo>
                    <a:pt x="999" y="297"/>
                  </a:moveTo>
                  <a:cubicBezTo>
                    <a:pt x="999" y="297"/>
                    <a:pt x="999" y="297"/>
                    <a:pt x="998" y="297"/>
                  </a:cubicBezTo>
                  <a:cubicBezTo>
                    <a:pt x="999" y="297"/>
                    <a:pt x="999" y="297"/>
                    <a:pt x="999" y="297"/>
                  </a:cubicBezTo>
                  <a:moveTo>
                    <a:pt x="999" y="296"/>
                  </a:moveTo>
                  <a:cubicBezTo>
                    <a:pt x="999" y="296"/>
                    <a:pt x="999" y="297"/>
                    <a:pt x="999" y="297"/>
                  </a:cubicBezTo>
                  <a:cubicBezTo>
                    <a:pt x="999" y="297"/>
                    <a:pt x="999" y="297"/>
                    <a:pt x="999" y="297"/>
                  </a:cubicBezTo>
                  <a:moveTo>
                    <a:pt x="1000" y="296"/>
                  </a:moveTo>
                  <a:cubicBezTo>
                    <a:pt x="1000" y="296"/>
                    <a:pt x="1000" y="296"/>
                    <a:pt x="1000" y="296"/>
                  </a:cubicBezTo>
                  <a:cubicBezTo>
                    <a:pt x="1000" y="296"/>
                    <a:pt x="1000" y="296"/>
                    <a:pt x="1000" y="296"/>
                  </a:cubicBezTo>
                  <a:moveTo>
                    <a:pt x="1000" y="296"/>
                  </a:moveTo>
                  <a:cubicBezTo>
                    <a:pt x="1000" y="296"/>
                    <a:pt x="1000" y="296"/>
                    <a:pt x="1000" y="296"/>
                  </a:cubicBezTo>
                  <a:cubicBezTo>
                    <a:pt x="1000" y="296"/>
                    <a:pt x="1000" y="296"/>
                    <a:pt x="1000" y="296"/>
                  </a:cubicBezTo>
                  <a:moveTo>
                    <a:pt x="1001" y="296"/>
                  </a:moveTo>
                  <a:cubicBezTo>
                    <a:pt x="1000" y="296"/>
                    <a:pt x="1000" y="296"/>
                    <a:pt x="1000" y="296"/>
                  </a:cubicBezTo>
                  <a:cubicBezTo>
                    <a:pt x="1001" y="296"/>
                    <a:pt x="1001" y="296"/>
                    <a:pt x="1001" y="296"/>
                  </a:cubicBezTo>
                  <a:moveTo>
                    <a:pt x="1001" y="295"/>
                  </a:moveTo>
                  <a:cubicBezTo>
                    <a:pt x="1001" y="296"/>
                    <a:pt x="1001" y="296"/>
                    <a:pt x="1001" y="296"/>
                  </a:cubicBezTo>
                  <a:cubicBezTo>
                    <a:pt x="1001" y="295"/>
                    <a:pt x="1001" y="295"/>
                    <a:pt x="1001" y="295"/>
                  </a:cubicBezTo>
                  <a:moveTo>
                    <a:pt x="1001" y="295"/>
                  </a:moveTo>
                  <a:cubicBezTo>
                    <a:pt x="1001" y="295"/>
                    <a:pt x="1001" y="295"/>
                    <a:pt x="1001" y="295"/>
                  </a:cubicBezTo>
                  <a:cubicBezTo>
                    <a:pt x="1001" y="295"/>
                    <a:pt x="1001" y="295"/>
                    <a:pt x="1001" y="295"/>
                  </a:cubicBezTo>
                  <a:moveTo>
                    <a:pt x="1001" y="294"/>
                  </a:moveTo>
                  <a:cubicBezTo>
                    <a:pt x="1001" y="295"/>
                    <a:pt x="1001" y="295"/>
                    <a:pt x="1001" y="295"/>
                  </a:cubicBezTo>
                  <a:cubicBezTo>
                    <a:pt x="1001" y="295"/>
                    <a:pt x="1001" y="295"/>
                    <a:pt x="1001" y="294"/>
                  </a:cubicBezTo>
                  <a:moveTo>
                    <a:pt x="1002" y="294"/>
                  </a:moveTo>
                  <a:cubicBezTo>
                    <a:pt x="1002" y="294"/>
                    <a:pt x="1001" y="294"/>
                    <a:pt x="1001" y="294"/>
                  </a:cubicBezTo>
                  <a:cubicBezTo>
                    <a:pt x="1001" y="294"/>
                    <a:pt x="1002" y="294"/>
                    <a:pt x="1002" y="294"/>
                  </a:cubicBezTo>
                  <a:moveTo>
                    <a:pt x="1002" y="294"/>
                  </a:moveTo>
                  <a:cubicBezTo>
                    <a:pt x="1002" y="294"/>
                    <a:pt x="1002" y="294"/>
                    <a:pt x="1002" y="294"/>
                  </a:cubicBezTo>
                  <a:cubicBezTo>
                    <a:pt x="1002" y="294"/>
                    <a:pt x="1002" y="294"/>
                    <a:pt x="1002" y="294"/>
                  </a:cubicBezTo>
                  <a:moveTo>
                    <a:pt x="1002" y="293"/>
                  </a:moveTo>
                  <a:cubicBezTo>
                    <a:pt x="1002" y="293"/>
                    <a:pt x="1002" y="294"/>
                    <a:pt x="1002" y="294"/>
                  </a:cubicBezTo>
                  <a:cubicBezTo>
                    <a:pt x="1002" y="294"/>
                    <a:pt x="1002" y="293"/>
                    <a:pt x="1002" y="293"/>
                  </a:cubicBezTo>
                  <a:moveTo>
                    <a:pt x="1002" y="292"/>
                  </a:moveTo>
                  <a:cubicBezTo>
                    <a:pt x="1002" y="292"/>
                    <a:pt x="1002" y="293"/>
                    <a:pt x="1002" y="293"/>
                  </a:cubicBezTo>
                  <a:cubicBezTo>
                    <a:pt x="1002" y="293"/>
                    <a:pt x="1002" y="292"/>
                    <a:pt x="1002" y="292"/>
                  </a:cubicBezTo>
                  <a:moveTo>
                    <a:pt x="1002" y="292"/>
                  </a:moveTo>
                  <a:cubicBezTo>
                    <a:pt x="1002" y="292"/>
                    <a:pt x="1002" y="292"/>
                    <a:pt x="1002" y="292"/>
                  </a:cubicBezTo>
                  <a:cubicBezTo>
                    <a:pt x="1002" y="292"/>
                    <a:pt x="1002" y="292"/>
                    <a:pt x="1002" y="292"/>
                  </a:cubicBezTo>
                  <a:moveTo>
                    <a:pt x="1002" y="291"/>
                  </a:moveTo>
                  <a:cubicBezTo>
                    <a:pt x="1002" y="291"/>
                    <a:pt x="1002" y="292"/>
                    <a:pt x="1002" y="292"/>
                  </a:cubicBezTo>
                  <a:cubicBezTo>
                    <a:pt x="1002" y="292"/>
                    <a:pt x="1002" y="291"/>
                    <a:pt x="1002" y="291"/>
                  </a:cubicBezTo>
                  <a:moveTo>
                    <a:pt x="1002" y="290"/>
                  </a:moveTo>
                  <a:cubicBezTo>
                    <a:pt x="1002" y="291"/>
                    <a:pt x="1002" y="291"/>
                    <a:pt x="1002" y="291"/>
                  </a:cubicBezTo>
                  <a:cubicBezTo>
                    <a:pt x="1002" y="291"/>
                    <a:pt x="1002" y="291"/>
                    <a:pt x="1002" y="290"/>
                  </a:cubicBezTo>
                  <a:moveTo>
                    <a:pt x="1002" y="290"/>
                  </a:moveTo>
                  <a:cubicBezTo>
                    <a:pt x="1002" y="290"/>
                    <a:pt x="1002" y="290"/>
                    <a:pt x="1002" y="289"/>
                  </a:cubicBezTo>
                  <a:cubicBezTo>
                    <a:pt x="1002" y="290"/>
                    <a:pt x="1002" y="290"/>
                    <a:pt x="1002" y="290"/>
                  </a:cubicBezTo>
                  <a:moveTo>
                    <a:pt x="1002" y="289"/>
                  </a:moveTo>
                  <a:cubicBezTo>
                    <a:pt x="1002" y="289"/>
                    <a:pt x="1002" y="289"/>
                    <a:pt x="1002" y="289"/>
                  </a:cubicBezTo>
                  <a:cubicBezTo>
                    <a:pt x="1002" y="289"/>
                    <a:pt x="1002" y="289"/>
                    <a:pt x="1002" y="289"/>
                  </a:cubicBezTo>
                  <a:moveTo>
                    <a:pt x="1002" y="288"/>
                  </a:moveTo>
                  <a:cubicBezTo>
                    <a:pt x="1002" y="288"/>
                    <a:pt x="1002" y="288"/>
                    <a:pt x="1002" y="289"/>
                  </a:cubicBezTo>
                  <a:cubicBezTo>
                    <a:pt x="1002" y="288"/>
                    <a:pt x="1002" y="288"/>
                    <a:pt x="1002" y="288"/>
                  </a:cubicBezTo>
                  <a:moveTo>
                    <a:pt x="1002" y="288"/>
                  </a:moveTo>
                  <a:cubicBezTo>
                    <a:pt x="1002" y="288"/>
                    <a:pt x="1002" y="287"/>
                    <a:pt x="1002" y="287"/>
                  </a:cubicBezTo>
                  <a:cubicBezTo>
                    <a:pt x="1002" y="287"/>
                    <a:pt x="1002" y="288"/>
                    <a:pt x="1002" y="288"/>
                  </a:cubicBezTo>
                  <a:moveTo>
                    <a:pt x="1002" y="286"/>
                  </a:moveTo>
                  <a:cubicBezTo>
                    <a:pt x="1002" y="286"/>
                    <a:pt x="1002" y="286"/>
                    <a:pt x="1002" y="287"/>
                  </a:cubicBezTo>
                  <a:cubicBezTo>
                    <a:pt x="1002" y="286"/>
                    <a:pt x="1002" y="286"/>
                    <a:pt x="1002" y="286"/>
                  </a:cubicBezTo>
                  <a:moveTo>
                    <a:pt x="1002" y="286"/>
                  </a:moveTo>
                  <a:cubicBezTo>
                    <a:pt x="1002" y="285"/>
                    <a:pt x="1002" y="285"/>
                    <a:pt x="1002" y="284"/>
                  </a:cubicBezTo>
                  <a:cubicBezTo>
                    <a:pt x="1002" y="285"/>
                    <a:pt x="1002" y="285"/>
                    <a:pt x="1002" y="286"/>
                  </a:cubicBezTo>
                  <a:moveTo>
                    <a:pt x="1002" y="283"/>
                  </a:moveTo>
                  <a:cubicBezTo>
                    <a:pt x="1002" y="284"/>
                    <a:pt x="1002" y="284"/>
                    <a:pt x="1002" y="284"/>
                  </a:cubicBezTo>
                  <a:cubicBezTo>
                    <a:pt x="1002" y="284"/>
                    <a:pt x="1002" y="284"/>
                    <a:pt x="1002" y="283"/>
                  </a:cubicBezTo>
                  <a:moveTo>
                    <a:pt x="1002" y="283"/>
                  </a:moveTo>
                  <a:cubicBezTo>
                    <a:pt x="1002" y="283"/>
                    <a:pt x="1002" y="283"/>
                    <a:pt x="1002" y="283"/>
                  </a:cubicBezTo>
                  <a:cubicBezTo>
                    <a:pt x="1002" y="283"/>
                    <a:pt x="1002" y="283"/>
                    <a:pt x="1002" y="283"/>
                  </a:cubicBezTo>
                  <a:moveTo>
                    <a:pt x="1002" y="281"/>
                  </a:moveTo>
                  <a:cubicBezTo>
                    <a:pt x="1002" y="281"/>
                    <a:pt x="1002" y="280"/>
                    <a:pt x="1002" y="280"/>
                  </a:cubicBezTo>
                  <a:cubicBezTo>
                    <a:pt x="1002" y="280"/>
                    <a:pt x="1002" y="282"/>
                    <a:pt x="1002" y="281"/>
                  </a:cubicBezTo>
                  <a:cubicBezTo>
                    <a:pt x="1002" y="282"/>
                    <a:pt x="1002" y="282"/>
                    <a:pt x="1002" y="283"/>
                  </a:cubicBezTo>
                  <a:cubicBezTo>
                    <a:pt x="1002" y="282"/>
                    <a:pt x="1002" y="282"/>
                    <a:pt x="1002" y="281"/>
                  </a:cubicBezTo>
                  <a:moveTo>
                    <a:pt x="1017" y="280"/>
                  </a:moveTo>
                  <a:cubicBezTo>
                    <a:pt x="1005" y="273"/>
                    <a:pt x="1005" y="273"/>
                    <a:pt x="1005" y="273"/>
                  </a:cubicBezTo>
                  <a:cubicBezTo>
                    <a:pt x="1008" y="257"/>
                    <a:pt x="1008" y="257"/>
                    <a:pt x="1008" y="257"/>
                  </a:cubicBezTo>
                  <a:cubicBezTo>
                    <a:pt x="1020" y="272"/>
                    <a:pt x="1020" y="272"/>
                    <a:pt x="1020" y="272"/>
                  </a:cubicBezTo>
                  <a:cubicBezTo>
                    <a:pt x="1017" y="280"/>
                    <a:pt x="1017" y="280"/>
                    <a:pt x="1017" y="280"/>
                  </a:cubicBezTo>
                  <a:cubicBezTo>
                    <a:pt x="1030" y="286"/>
                    <a:pt x="1030" y="286"/>
                    <a:pt x="1030" y="286"/>
                  </a:cubicBezTo>
                  <a:cubicBezTo>
                    <a:pt x="1017" y="280"/>
                    <a:pt x="1017" y="280"/>
                    <a:pt x="1017" y="280"/>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8"/>
                  </a:moveTo>
                  <a:cubicBezTo>
                    <a:pt x="1032" y="229"/>
                    <a:pt x="1032" y="229"/>
                    <a:pt x="1032" y="229"/>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7"/>
                  </a:moveTo>
                  <a:cubicBezTo>
                    <a:pt x="1031" y="228"/>
                    <a:pt x="1031" y="228"/>
                    <a:pt x="1031" y="228"/>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28" y="233"/>
                  </a:moveTo>
                  <a:cubicBezTo>
                    <a:pt x="1024" y="234"/>
                    <a:pt x="1019" y="235"/>
                    <a:pt x="1015" y="235"/>
                  </a:cubicBezTo>
                  <a:cubicBezTo>
                    <a:pt x="1013" y="235"/>
                    <a:pt x="1010" y="236"/>
                    <a:pt x="1009" y="237"/>
                  </a:cubicBezTo>
                  <a:cubicBezTo>
                    <a:pt x="1008" y="237"/>
                    <a:pt x="1008" y="237"/>
                    <a:pt x="1004" y="244"/>
                  </a:cubicBezTo>
                  <a:cubicBezTo>
                    <a:pt x="1005" y="246"/>
                    <a:pt x="1006" y="249"/>
                    <a:pt x="1007" y="251"/>
                  </a:cubicBezTo>
                  <a:cubicBezTo>
                    <a:pt x="1006" y="249"/>
                    <a:pt x="1005" y="246"/>
                    <a:pt x="1004" y="244"/>
                  </a:cubicBezTo>
                  <a:cubicBezTo>
                    <a:pt x="1002" y="244"/>
                    <a:pt x="1001" y="244"/>
                    <a:pt x="999" y="244"/>
                  </a:cubicBezTo>
                  <a:cubicBezTo>
                    <a:pt x="997" y="240"/>
                    <a:pt x="996" y="235"/>
                    <a:pt x="994" y="230"/>
                  </a:cubicBezTo>
                  <a:cubicBezTo>
                    <a:pt x="992" y="230"/>
                    <a:pt x="991" y="230"/>
                    <a:pt x="989" y="230"/>
                  </a:cubicBezTo>
                  <a:cubicBezTo>
                    <a:pt x="991" y="230"/>
                    <a:pt x="992" y="230"/>
                    <a:pt x="994" y="230"/>
                  </a:cubicBezTo>
                  <a:cubicBezTo>
                    <a:pt x="1004" y="229"/>
                    <a:pt x="1015" y="228"/>
                    <a:pt x="1025" y="226"/>
                  </a:cubicBezTo>
                  <a:cubicBezTo>
                    <a:pt x="1026" y="229"/>
                    <a:pt x="1027" y="231"/>
                    <a:pt x="1028" y="233"/>
                  </a:cubicBezTo>
                  <a:moveTo>
                    <a:pt x="1032" y="226"/>
                  </a:moveTo>
                  <a:cubicBezTo>
                    <a:pt x="1032" y="226"/>
                    <a:pt x="1032" y="225"/>
                    <a:pt x="1032" y="225"/>
                  </a:cubicBezTo>
                  <a:cubicBezTo>
                    <a:pt x="1032" y="225"/>
                    <a:pt x="1032" y="226"/>
                    <a:pt x="1032" y="226"/>
                  </a:cubicBezTo>
                  <a:cubicBezTo>
                    <a:pt x="1032" y="226"/>
                    <a:pt x="1032" y="226"/>
                    <a:pt x="1032" y="226"/>
                  </a:cubicBezTo>
                  <a:moveTo>
                    <a:pt x="1031" y="225"/>
                  </a:moveTo>
                  <a:cubicBezTo>
                    <a:pt x="1031" y="225"/>
                    <a:pt x="1030" y="226"/>
                    <a:pt x="1031" y="227"/>
                  </a:cubicBezTo>
                  <a:cubicBezTo>
                    <a:pt x="1031" y="226"/>
                    <a:pt x="1030" y="226"/>
                    <a:pt x="1031" y="225"/>
                  </a:cubicBezTo>
                  <a:cubicBezTo>
                    <a:pt x="1031" y="225"/>
                    <a:pt x="1031" y="225"/>
                    <a:pt x="1031" y="225"/>
                  </a:cubicBezTo>
                  <a:moveTo>
                    <a:pt x="829" y="337"/>
                  </a:moveTo>
                  <a:cubicBezTo>
                    <a:pt x="829" y="334"/>
                    <a:pt x="829" y="331"/>
                    <a:pt x="829" y="329"/>
                  </a:cubicBezTo>
                  <a:cubicBezTo>
                    <a:pt x="819" y="329"/>
                    <a:pt x="819" y="329"/>
                    <a:pt x="819" y="329"/>
                  </a:cubicBezTo>
                  <a:cubicBezTo>
                    <a:pt x="812" y="345"/>
                    <a:pt x="812" y="345"/>
                    <a:pt x="812" y="345"/>
                  </a:cubicBezTo>
                  <a:cubicBezTo>
                    <a:pt x="823" y="337"/>
                    <a:pt x="823" y="337"/>
                    <a:pt x="823" y="337"/>
                  </a:cubicBezTo>
                  <a:cubicBezTo>
                    <a:pt x="823" y="342"/>
                    <a:pt x="823" y="347"/>
                    <a:pt x="823" y="353"/>
                  </a:cubicBezTo>
                  <a:cubicBezTo>
                    <a:pt x="829" y="337"/>
                    <a:pt x="829" y="337"/>
                    <a:pt x="829" y="337"/>
                  </a:cubicBezTo>
                  <a:moveTo>
                    <a:pt x="1008" y="578"/>
                  </a:moveTo>
                  <a:cubicBezTo>
                    <a:pt x="999" y="560"/>
                    <a:pt x="999" y="560"/>
                    <a:pt x="999" y="560"/>
                  </a:cubicBezTo>
                  <a:cubicBezTo>
                    <a:pt x="1008" y="578"/>
                    <a:pt x="1008" y="578"/>
                    <a:pt x="1008" y="578"/>
                  </a:cubicBezTo>
                  <a:moveTo>
                    <a:pt x="1008" y="480"/>
                  </a:moveTo>
                  <a:cubicBezTo>
                    <a:pt x="1013" y="470"/>
                    <a:pt x="1013" y="470"/>
                    <a:pt x="1013" y="470"/>
                  </a:cubicBezTo>
                  <a:cubicBezTo>
                    <a:pt x="1008" y="480"/>
                    <a:pt x="1008" y="480"/>
                    <a:pt x="1008" y="480"/>
                  </a:cubicBezTo>
                  <a:moveTo>
                    <a:pt x="1024" y="461"/>
                  </a:moveTo>
                  <a:cubicBezTo>
                    <a:pt x="1013" y="470"/>
                    <a:pt x="1013" y="470"/>
                    <a:pt x="1013" y="470"/>
                  </a:cubicBezTo>
                  <a:cubicBezTo>
                    <a:pt x="1024" y="461"/>
                    <a:pt x="1024" y="461"/>
                    <a:pt x="1024" y="461"/>
                  </a:cubicBezTo>
                  <a:moveTo>
                    <a:pt x="1273" y="419"/>
                  </a:moveTo>
                  <a:cubicBezTo>
                    <a:pt x="1233" y="329"/>
                    <a:pt x="1182" y="248"/>
                    <a:pt x="1124" y="179"/>
                  </a:cubicBezTo>
                  <a:cubicBezTo>
                    <a:pt x="1123" y="179"/>
                    <a:pt x="1122" y="179"/>
                    <a:pt x="1120" y="179"/>
                  </a:cubicBezTo>
                  <a:cubicBezTo>
                    <a:pt x="1114" y="181"/>
                    <a:pt x="1107" y="182"/>
                    <a:pt x="1100" y="184"/>
                  </a:cubicBezTo>
                  <a:cubicBezTo>
                    <a:pt x="1091" y="186"/>
                    <a:pt x="1081" y="188"/>
                    <a:pt x="1072" y="190"/>
                  </a:cubicBezTo>
                  <a:cubicBezTo>
                    <a:pt x="1068" y="186"/>
                    <a:pt x="1066" y="181"/>
                    <a:pt x="1063" y="177"/>
                  </a:cubicBezTo>
                  <a:cubicBezTo>
                    <a:pt x="1060" y="178"/>
                    <a:pt x="1058" y="178"/>
                    <a:pt x="1055" y="178"/>
                  </a:cubicBezTo>
                  <a:cubicBezTo>
                    <a:pt x="1065" y="189"/>
                    <a:pt x="1065" y="189"/>
                    <a:pt x="1075" y="197"/>
                  </a:cubicBezTo>
                  <a:cubicBezTo>
                    <a:pt x="1075" y="197"/>
                    <a:pt x="1073" y="197"/>
                    <a:pt x="1072" y="197"/>
                  </a:cubicBezTo>
                  <a:cubicBezTo>
                    <a:pt x="1056" y="207"/>
                    <a:pt x="1056" y="207"/>
                    <a:pt x="1056" y="207"/>
                  </a:cubicBezTo>
                  <a:cubicBezTo>
                    <a:pt x="1054" y="203"/>
                    <a:pt x="1051" y="198"/>
                    <a:pt x="1048" y="194"/>
                  </a:cubicBezTo>
                  <a:cubicBezTo>
                    <a:pt x="1053" y="208"/>
                    <a:pt x="1053" y="208"/>
                    <a:pt x="1053" y="208"/>
                  </a:cubicBezTo>
                  <a:cubicBezTo>
                    <a:pt x="1048" y="194"/>
                    <a:pt x="1048" y="194"/>
                    <a:pt x="1048" y="194"/>
                  </a:cubicBezTo>
                  <a:cubicBezTo>
                    <a:pt x="1046" y="194"/>
                    <a:pt x="1043" y="195"/>
                    <a:pt x="1040" y="195"/>
                  </a:cubicBezTo>
                  <a:cubicBezTo>
                    <a:pt x="1045" y="202"/>
                    <a:pt x="1048" y="209"/>
                    <a:pt x="1052" y="215"/>
                  </a:cubicBezTo>
                  <a:cubicBezTo>
                    <a:pt x="1047" y="216"/>
                    <a:pt x="1041" y="217"/>
                    <a:pt x="1035" y="218"/>
                  </a:cubicBezTo>
                  <a:cubicBezTo>
                    <a:pt x="1034" y="218"/>
                    <a:pt x="1032" y="218"/>
                    <a:pt x="1031" y="218"/>
                  </a:cubicBezTo>
                  <a:cubicBezTo>
                    <a:pt x="1031" y="218"/>
                    <a:pt x="1031" y="218"/>
                    <a:pt x="1031" y="218"/>
                  </a:cubicBezTo>
                  <a:cubicBezTo>
                    <a:pt x="1018" y="220"/>
                    <a:pt x="1004" y="222"/>
                    <a:pt x="991" y="223"/>
                  </a:cubicBezTo>
                  <a:cubicBezTo>
                    <a:pt x="989" y="230"/>
                    <a:pt x="989" y="230"/>
                    <a:pt x="989" y="230"/>
                  </a:cubicBezTo>
                  <a:cubicBezTo>
                    <a:pt x="991" y="223"/>
                    <a:pt x="991" y="223"/>
                    <a:pt x="991" y="223"/>
                  </a:cubicBezTo>
                  <a:cubicBezTo>
                    <a:pt x="971" y="221"/>
                    <a:pt x="971" y="221"/>
                    <a:pt x="971" y="221"/>
                  </a:cubicBezTo>
                  <a:cubicBezTo>
                    <a:pt x="991" y="223"/>
                    <a:pt x="991" y="223"/>
                    <a:pt x="991" y="223"/>
                  </a:cubicBezTo>
                  <a:cubicBezTo>
                    <a:pt x="1004" y="222"/>
                    <a:pt x="1018" y="220"/>
                    <a:pt x="1031" y="218"/>
                  </a:cubicBezTo>
                  <a:cubicBezTo>
                    <a:pt x="999" y="201"/>
                    <a:pt x="999" y="201"/>
                    <a:pt x="999" y="201"/>
                  </a:cubicBezTo>
                  <a:cubicBezTo>
                    <a:pt x="988" y="195"/>
                    <a:pt x="988" y="195"/>
                    <a:pt x="988" y="195"/>
                  </a:cubicBezTo>
                  <a:cubicBezTo>
                    <a:pt x="966" y="196"/>
                    <a:pt x="944" y="187"/>
                    <a:pt x="922" y="187"/>
                  </a:cubicBezTo>
                  <a:cubicBezTo>
                    <a:pt x="921" y="187"/>
                    <a:pt x="919" y="187"/>
                    <a:pt x="918" y="187"/>
                  </a:cubicBezTo>
                  <a:cubicBezTo>
                    <a:pt x="911" y="188"/>
                    <a:pt x="911" y="188"/>
                    <a:pt x="902" y="193"/>
                  </a:cubicBezTo>
                  <a:cubicBezTo>
                    <a:pt x="908" y="196"/>
                    <a:pt x="916" y="199"/>
                    <a:pt x="922" y="201"/>
                  </a:cubicBezTo>
                  <a:cubicBezTo>
                    <a:pt x="899" y="195"/>
                    <a:pt x="899" y="195"/>
                    <a:pt x="899" y="195"/>
                  </a:cubicBezTo>
                  <a:cubicBezTo>
                    <a:pt x="872" y="210"/>
                    <a:pt x="872" y="210"/>
                    <a:pt x="872" y="210"/>
                  </a:cubicBezTo>
                  <a:cubicBezTo>
                    <a:pt x="868" y="217"/>
                    <a:pt x="868" y="217"/>
                    <a:pt x="868" y="217"/>
                  </a:cubicBezTo>
                  <a:cubicBezTo>
                    <a:pt x="860" y="224"/>
                    <a:pt x="860" y="224"/>
                    <a:pt x="860" y="224"/>
                  </a:cubicBezTo>
                  <a:cubicBezTo>
                    <a:pt x="851" y="224"/>
                    <a:pt x="851" y="224"/>
                    <a:pt x="851" y="224"/>
                  </a:cubicBezTo>
                  <a:cubicBezTo>
                    <a:pt x="847" y="231"/>
                    <a:pt x="847" y="231"/>
                    <a:pt x="847" y="231"/>
                  </a:cubicBezTo>
                  <a:cubicBezTo>
                    <a:pt x="843" y="246"/>
                    <a:pt x="843" y="246"/>
                    <a:pt x="843" y="246"/>
                  </a:cubicBezTo>
                  <a:cubicBezTo>
                    <a:pt x="829" y="253"/>
                    <a:pt x="829" y="253"/>
                    <a:pt x="829" y="253"/>
                  </a:cubicBezTo>
                  <a:cubicBezTo>
                    <a:pt x="823" y="259"/>
                    <a:pt x="823" y="259"/>
                    <a:pt x="823" y="259"/>
                  </a:cubicBezTo>
                  <a:cubicBezTo>
                    <a:pt x="819" y="268"/>
                    <a:pt x="819" y="268"/>
                    <a:pt x="819" y="268"/>
                  </a:cubicBezTo>
                  <a:cubicBezTo>
                    <a:pt x="809" y="275"/>
                    <a:pt x="809" y="275"/>
                    <a:pt x="809" y="275"/>
                  </a:cubicBezTo>
                  <a:cubicBezTo>
                    <a:pt x="806" y="275"/>
                    <a:pt x="802" y="275"/>
                    <a:pt x="799" y="275"/>
                  </a:cubicBezTo>
                  <a:cubicBezTo>
                    <a:pt x="789" y="283"/>
                    <a:pt x="789" y="283"/>
                    <a:pt x="789" y="283"/>
                  </a:cubicBezTo>
                  <a:cubicBezTo>
                    <a:pt x="788" y="297"/>
                    <a:pt x="788" y="297"/>
                    <a:pt x="788" y="297"/>
                  </a:cubicBezTo>
                  <a:cubicBezTo>
                    <a:pt x="789" y="297"/>
                    <a:pt x="791" y="297"/>
                    <a:pt x="793" y="297"/>
                  </a:cubicBezTo>
                  <a:cubicBezTo>
                    <a:pt x="793" y="300"/>
                    <a:pt x="793" y="302"/>
                    <a:pt x="792" y="305"/>
                  </a:cubicBezTo>
                  <a:cubicBezTo>
                    <a:pt x="797" y="323"/>
                    <a:pt x="797" y="323"/>
                    <a:pt x="797" y="323"/>
                  </a:cubicBezTo>
                  <a:cubicBezTo>
                    <a:pt x="818" y="313"/>
                    <a:pt x="818" y="313"/>
                    <a:pt x="818" y="313"/>
                  </a:cubicBezTo>
                  <a:cubicBezTo>
                    <a:pt x="820" y="313"/>
                    <a:pt x="822" y="313"/>
                    <a:pt x="824" y="313"/>
                  </a:cubicBezTo>
                  <a:cubicBezTo>
                    <a:pt x="833" y="306"/>
                    <a:pt x="833" y="306"/>
                    <a:pt x="833" y="306"/>
                  </a:cubicBezTo>
                  <a:cubicBezTo>
                    <a:pt x="840" y="329"/>
                    <a:pt x="840" y="329"/>
                    <a:pt x="840" y="329"/>
                  </a:cubicBezTo>
                  <a:cubicBezTo>
                    <a:pt x="840" y="331"/>
                    <a:pt x="840" y="334"/>
                    <a:pt x="840" y="337"/>
                  </a:cubicBezTo>
                  <a:cubicBezTo>
                    <a:pt x="846" y="353"/>
                    <a:pt x="846" y="353"/>
                    <a:pt x="846" y="353"/>
                  </a:cubicBezTo>
                  <a:cubicBezTo>
                    <a:pt x="872" y="343"/>
                    <a:pt x="872" y="343"/>
                    <a:pt x="872" y="343"/>
                  </a:cubicBezTo>
                  <a:cubicBezTo>
                    <a:pt x="881" y="305"/>
                    <a:pt x="881" y="305"/>
                    <a:pt x="881" y="305"/>
                  </a:cubicBezTo>
                  <a:cubicBezTo>
                    <a:pt x="872" y="343"/>
                    <a:pt x="872" y="343"/>
                    <a:pt x="872" y="343"/>
                  </a:cubicBezTo>
                  <a:cubicBezTo>
                    <a:pt x="846" y="353"/>
                    <a:pt x="846" y="353"/>
                    <a:pt x="846" y="353"/>
                  </a:cubicBezTo>
                  <a:cubicBezTo>
                    <a:pt x="840" y="337"/>
                    <a:pt x="840" y="337"/>
                    <a:pt x="840" y="337"/>
                  </a:cubicBezTo>
                  <a:cubicBezTo>
                    <a:pt x="829" y="361"/>
                    <a:pt x="829" y="361"/>
                    <a:pt x="829" y="361"/>
                  </a:cubicBezTo>
                  <a:cubicBezTo>
                    <a:pt x="870" y="357"/>
                    <a:pt x="875" y="355"/>
                    <a:pt x="878" y="333"/>
                  </a:cubicBezTo>
                  <a:cubicBezTo>
                    <a:pt x="880" y="321"/>
                    <a:pt x="882" y="320"/>
                    <a:pt x="893" y="312"/>
                  </a:cubicBezTo>
                  <a:cubicBezTo>
                    <a:pt x="893" y="307"/>
                    <a:pt x="892" y="302"/>
                    <a:pt x="891" y="296"/>
                  </a:cubicBezTo>
                  <a:cubicBezTo>
                    <a:pt x="880" y="296"/>
                    <a:pt x="880" y="296"/>
                    <a:pt x="880" y="296"/>
                  </a:cubicBezTo>
                  <a:cubicBezTo>
                    <a:pt x="883" y="267"/>
                    <a:pt x="883" y="267"/>
                    <a:pt x="883" y="267"/>
                  </a:cubicBezTo>
                  <a:cubicBezTo>
                    <a:pt x="874" y="275"/>
                    <a:pt x="874" y="275"/>
                    <a:pt x="874" y="275"/>
                  </a:cubicBezTo>
                  <a:cubicBezTo>
                    <a:pt x="883" y="267"/>
                    <a:pt x="883" y="267"/>
                    <a:pt x="883" y="267"/>
                  </a:cubicBezTo>
                  <a:cubicBezTo>
                    <a:pt x="900" y="251"/>
                    <a:pt x="900" y="251"/>
                    <a:pt x="900" y="251"/>
                  </a:cubicBezTo>
                  <a:cubicBezTo>
                    <a:pt x="903" y="237"/>
                    <a:pt x="903" y="237"/>
                    <a:pt x="903" y="237"/>
                  </a:cubicBezTo>
                  <a:cubicBezTo>
                    <a:pt x="921" y="236"/>
                    <a:pt x="921" y="236"/>
                    <a:pt x="921" y="236"/>
                  </a:cubicBezTo>
                  <a:cubicBezTo>
                    <a:pt x="924" y="236"/>
                    <a:pt x="927" y="235"/>
                    <a:pt x="930" y="235"/>
                  </a:cubicBezTo>
                  <a:cubicBezTo>
                    <a:pt x="931" y="240"/>
                    <a:pt x="932" y="245"/>
                    <a:pt x="934" y="250"/>
                  </a:cubicBezTo>
                  <a:cubicBezTo>
                    <a:pt x="932" y="245"/>
                    <a:pt x="931" y="240"/>
                    <a:pt x="930" y="235"/>
                  </a:cubicBezTo>
                  <a:cubicBezTo>
                    <a:pt x="927" y="235"/>
                    <a:pt x="924" y="236"/>
                    <a:pt x="921" y="236"/>
                  </a:cubicBezTo>
                  <a:cubicBezTo>
                    <a:pt x="903" y="237"/>
                    <a:pt x="903" y="237"/>
                    <a:pt x="903" y="237"/>
                  </a:cubicBezTo>
                  <a:cubicBezTo>
                    <a:pt x="900" y="251"/>
                    <a:pt x="900" y="251"/>
                    <a:pt x="900" y="251"/>
                  </a:cubicBezTo>
                  <a:cubicBezTo>
                    <a:pt x="902" y="250"/>
                    <a:pt x="902" y="250"/>
                    <a:pt x="902" y="250"/>
                  </a:cubicBezTo>
                  <a:cubicBezTo>
                    <a:pt x="910" y="241"/>
                    <a:pt x="913" y="239"/>
                    <a:pt x="922" y="248"/>
                  </a:cubicBezTo>
                  <a:cubicBezTo>
                    <a:pt x="922" y="251"/>
                    <a:pt x="921" y="255"/>
                    <a:pt x="921" y="258"/>
                  </a:cubicBezTo>
                  <a:cubicBezTo>
                    <a:pt x="908" y="267"/>
                    <a:pt x="908" y="267"/>
                    <a:pt x="908" y="267"/>
                  </a:cubicBezTo>
                  <a:cubicBezTo>
                    <a:pt x="912" y="296"/>
                    <a:pt x="912" y="296"/>
                    <a:pt x="912" y="296"/>
                  </a:cubicBezTo>
                  <a:cubicBezTo>
                    <a:pt x="915" y="296"/>
                    <a:pt x="919" y="296"/>
                    <a:pt x="922" y="295"/>
                  </a:cubicBezTo>
                  <a:cubicBezTo>
                    <a:pt x="929" y="295"/>
                    <a:pt x="936" y="295"/>
                    <a:pt x="943" y="294"/>
                  </a:cubicBezTo>
                  <a:cubicBezTo>
                    <a:pt x="952" y="294"/>
                    <a:pt x="960" y="293"/>
                    <a:pt x="969" y="292"/>
                  </a:cubicBezTo>
                  <a:cubicBezTo>
                    <a:pt x="970" y="295"/>
                    <a:pt x="970" y="297"/>
                    <a:pt x="971" y="300"/>
                  </a:cubicBezTo>
                  <a:cubicBezTo>
                    <a:pt x="943" y="294"/>
                    <a:pt x="943" y="294"/>
                    <a:pt x="943" y="294"/>
                  </a:cubicBezTo>
                  <a:cubicBezTo>
                    <a:pt x="936" y="295"/>
                    <a:pt x="929" y="295"/>
                    <a:pt x="922" y="295"/>
                  </a:cubicBezTo>
                  <a:cubicBezTo>
                    <a:pt x="941" y="332"/>
                    <a:pt x="941" y="332"/>
                    <a:pt x="941" y="332"/>
                  </a:cubicBezTo>
                  <a:cubicBezTo>
                    <a:pt x="917" y="326"/>
                    <a:pt x="917" y="326"/>
                    <a:pt x="917" y="326"/>
                  </a:cubicBezTo>
                  <a:cubicBezTo>
                    <a:pt x="911" y="367"/>
                    <a:pt x="911" y="367"/>
                    <a:pt x="911" y="367"/>
                  </a:cubicBezTo>
                  <a:cubicBezTo>
                    <a:pt x="881" y="368"/>
                    <a:pt x="881" y="368"/>
                    <a:pt x="881" y="368"/>
                  </a:cubicBezTo>
                  <a:cubicBezTo>
                    <a:pt x="879" y="368"/>
                    <a:pt x="878" y="368"/>
                    <a:pt x="876" y="368"/>
                  </a:cubicBezTo>
                  <a:cubicBezTo>
                    <a:pt x="859" y="376"/>
                    <a:pt x="859" y="376"/>
                    <a:pt x="859" y="376"/>
                  </a:cubicBezTo>
                  <a:cubicBezTo>
                    <a:pt x="857" y="376"/>
                    <a:pt x="855" y="376"/>
                    <a:pt x="853" y="377"/>
                  </a:cubicBezTo>
                  <a:cubicBezTo>
                    <a:pt x="829" y="369"/>
                    <a:pt x="829" y="369"/>
                    <a:pt x="829" y="369"/>
                  </a:cubicBezTo>
                  <a:cubicBezTo>
                    <a:pt x="827" y="369"/>
                    <a:pt x="825" y="369"/>
                    <a:pt x="823" y="369"/>
                  </a:cubicBezTo>
                  <a:cubicBezTo>
                    <a:pt x="823" y="363"/>
                    <a:pt x="823" y="358"/>
                    <a:pt x="823" y="353"/>
                  </a:cubicBezTo>
                  <a:cubicBezTo>
                    <a:pt x="823" y="347"/>
                    <a:pt x="823" y="342"/>
                    <a:pt x="823" y="337"/>
                  </a:cubicBezTo>
                  <a:cubicBezTo>
                    <a:pt x="812" y="345"/>
                    <a:pt x="812" y="345"/>
                    <a:pt x="812" y="345"/>
                  </a:cubicBezTo>
                  <a:cubicBezTo>
                    <a:pt x="812" y="347"/>
                    <a:pt x="812" y="350"/>
                    <a:pt x="812" y="353"/>
                  </a:cubicBezTo>
                  <a:cubicBezTo>
                    <a:pt x="812" y="355"/>
                    <a:pt x="812" y="357"/>
                    <a:pt x="812" y="361"/>
                  </a:cubicBezTo>
                  <a:cubicBezTo>
                    <a:pt x="812" y="366"/>
                    <a:pt x="812" y="371"/>
                    <a:pt x="812" y="377"/>
                  </a:cubicBezTo>
                  <a:cubicBezTo>
                    <a:pt x="789" y="377"/>
                    <a:pt x="789" y="377"/>
                    <a:pt x="789" y="377"/>
                  </a:cubicBezTo>
                  <a:cubicBezTo>
                    <a:pt x="782" y="393"/>
                    <a:pt x="782" y="393"/>
                    <a:pt x="782" y="393"/>
                  </a:cubicBezTo>
                  <a:cubicBezTo>
                    <a:pt x="800" y="385"/>
                    <a:pt x="800" y="385"/>
                    <a:pt x="800" y="385"/>
                  </a:cubicBezTo>
                  <a:cubicBezTo>
                    <a:pt x="782" y="393"/>
                    <a:pt x="782" y="393"/>
                    <a:pt x="782" y="393"/>
                  </a:cubicBezTo>
                  <a:cubicBezTo>
                    <a:pt x="778" y="393"/>
                    <a:pt x="774" y="393"/>
                    <a:pt x="770" y="392"/>
                  </a:cubicBezTo>
                  <a:cubicBezTo>
                    <a:pt x="770" y="398"/>
                    <a:pt x="769" y="403"/>
                    <a:pt x="769" y="409"/>
                  </a:cubicBezTo>
                  <a:cubicBezTo>
                    <a:pt x="782" y="412"/>
                    <a:pt x="782" y="412"/>
                    <a:pt x="782" y="412"/>
                  </a:cubicBezTo>
                  <a:cubicBezTo>
                    <a:pt x="769" y="409"/>
                    <a:pt x="769" y="409"/>
                    <a:pt x="769" y="409"/>
                  </a:cubicBezTo>
                  <a:cubicBezTo>
                    <a:pt x="763" y="409"/>
                    <a:pt x="757" y="408"/>
                    <a:pt x="751" y="408"/>
                  </a:cubicBezTo>
                  <a:cubicBezTo>
                    <a:pt x="745" y="418"/>
                    <a:pt x="745" y="418"/>
                    <a:pt x="745" y="418"/>
                  </a:cubicBezTo>
                  <a:cubicBezTo>
                    <a:pt x="737" y="425"/>
                    <a:pt x="737" y="425"/>
                    <a:pt x="737" y="425"/>
                  </a:cubicBezTo>
                  <a:cubicBezTo>
                    <a:pt x="718" y="432"/>
                    <a:pt x="718" y="432"/>
                    <a:pt x="718" y="432"/>
                  </a:cubicBezTo>
                  <a:cubicBezTo>
                    <a:pt x="687" y="431"/>
                    <a:pt x="687" y="431"/>
                    <a:pt x="687" y="431"/>
                  </a:cubicBezTo>
                  <a:cubicBezTo>
                    <a:pt x="691" y="448"/>
                    <a:pt x="691" y="448"/>
                    <a:pt x="691" y="448"/>
                  </a:cubicBezTo>
                  <a:cubicBezTo>
                    <a:pt x="695" y="448"/>
                    <a:pt x="700" y="448"/>
                    <a:pt x="704" y="448"/>
                  </a:cubicBezTo>
                  <a:cubicBezTo>
                    <a:pt x="705" y="450"/>
                    <a:pt x="705" y="450"/>
                    <a:pt x="705" y="450"/>
                  </a:cubicBezTo>
                  <a:cubicBezTo>
                    <a:pt x="721" y="472"/>
                    <a:pt x="722" y="480"/>
                    <a:pt x="722" y="486"/>
                  </a:cubicBezTo>
                  <a:cubicBezTo>
                    <a:pt x="722" y="484"/>
                    <a:pt x="722" y="482"/>
                    <a:pt x="722" y="481"/>
                  </a:cubicBezTo>
                  <a:cubicBezTo>
                    <a:pt x="720" y="474"/>
                    <a:pt x="717" y="467"/>
                    <a:pt x="705" y="450"/>
                  </a:cubicBezTo>
                  <a:cubicBezTo>
                    <a:pt x="708" y="458"/>
                    <a:pt x="711" y="467"/>
                    <a:pt x="713" y="475"/>
                  </a:cubicBezTo>
                  <a:cubicBezTo>
                    <a:pt x="713" y="481"/>
                    <a:pt x="712" y="486"/>
                    <a:pt x="712" y="492"/>
                  </a:cubicBezTo>
                  <a:cubicBezTo>
                    <a:pt x="711" y="495"/>
                    <a:pt x="711" y="498"/>
                    <a:pt x="711" y="501"/>
                  </a:cubicBezTo>
                  <a:cubicBezTo>
                    <a:pt x="687" y="500"/>
                    <a:pt x="663" y="499"/>
                    <a:pt x="640" y="497"/>
                  </a:cubicBezTo>
                  <a:cubicBezTo>
                    <a:pt x="627" y="562"/>
                    <a:pt x="627" y="562"/>
                    <a:pt x="629" y="567"/>
                  </a:cubicBezTo>
                  <a:cubicBezTo>
                    <a:pt x="629" y="570"/>
                    <a:pt x="628" y="573"/>
                    <a:pt x="628" y="576"/>
                  </a:cubicBezTo>
                  <a:cubicBezTo>
                    <a:pt x="642" y="576"/>
                    <a:pt x="642" y="576"/>
                    <a:pt x="642" y="576"/>
                  </a:cubicBezTo>
                  <a:cubicBezTo>
                    <a:pt x="647" y="581"/>
                    <a:pt x="647" y="581"/>
                    <a:pt x="647" y="581"/>
                  </a:cubicBezTo>
                  <a:cubicBezTo>
                    <a:pt x="664" y="582"/>
                    <a:pt x="681" y="583"/>
                    <a:pt x="699" y="584"/>
                  </a:cubicBezTo>
                  <a:cubicBezTo>
                    <a:pt x="725" y="532"/>
                    <a:pt x="725" y="532"/>
                    <a:pt x="747" y="528"/>
                  </a:cubicBezTo>
                  <a:cubicBezTo>
                    <a:pt x="750" y="521"/>
                    <a:pt x="754" y="510"/>
                    <a:pt x="757" y="503"/>
                  </a:cubicBezTo>
                  <a:cubicBezTo>
                    <a:pt x="763" y="503"/>
                    <a:pt x="770" y="503"/>
                    <a:pt x="777" y="503"/>
                  </a:cubicBezTo>
                  <a:cubicBezTo>
                    <a:pt x="781" y="503"/>
                    <a:pt x="785" y="504"/>
                    <a:pt x="790" y="504"/>
                  </a:cubicBezTo>
                  <a:cubicBezTo>
                    <a:pt x="785" y="468"/>
                    <a:pt x="785" y="468"/>
                    <a:pt x="785" y="468"/>
                  </a:cubicBezTo>
                  <a:cubicBezTo>
                    <a:pt x="790" y="504"/>
                    <a:pt x="790" y="504"/>
                    <a:pt x="790" y="504"/>
                  </a:cubicBezTo>
                  <a:cubicBezTo>
                    <a:pt x="803" y="495"/>
                    <a:pt x="803" y="495"/>
                    <a:pt x="803" y="495"/>
                  </a:cubicBezTo>
                  <a:cubicBezTo>
                    <a:pt x="797" y="478"/>
                    <a:pt x="797" y="478"/>
                    <a:pt x="797" y="478"/>
                  </a:cubicBezTo>
                  <a:cubicBezTo>
                    <a:pt x="803" y="495"/>
                    <a:pt x="803" y="495"/>
                    <a:pt x="803" y="495"/>
                  </a:cubicBezTo>
                  <a:cubicBezTo>
                    <a:pt x="810" y="495"/>
                    <a:pt x="817" y="495"/>
                    <a:pt x="823" y="495"/>
                  </a:cubicBezTo>
                  <a:cubicBezTo>
                    <a:pt x="850" y="530"/>
                    <a:pt x="850" y="530"/>
                    <a:pt x="850" y="530"/>
                  </a:cubicBezTo>
                  <a:cubicBezTo>
                    <a:pt x="871" y="539"/>
                    <a:pt x="871" y="539"/>
                    <a:pt x="871" y="539"/>
                  </a:cubicBezTo>
                  <a:cubicBezTo>
                    <a:pt x="885" y="548"/>
                    <a:pt x="885" y="548"/>
                    <a:pt x="885" y="548"/>
                  </a:cubicBezTo>
                  <a:cubicBezTo>
                    <a:pt x="892" y="538"/>
                    <a:pt x="892" y="538"/>
                    <a:pt x="892" y="538"/>
                  </a:cubicBezTo>
                  <a:cubicBezTo>
                    <a:pt x="894" y="538"/>
                    <a:pt x="897" y="538"/>
                    <a:pt x="899" y="538"/>
                  </a:cubicBezTo>
                  <a:cubicBezTo>
                    <a:pt x="885" y="530"/>
                    <a:pt x="885" y="530"/>
                    <a:pt x="885" y="530"/>
                  </a:cubicBezTo>
                  <a:cubicBezTo>
                    <a:pt x="882" y="530"/>
                    <a:pt x="880" y="530"/>
                    <a:pt x="878" y="530"/>
                  </a:cubicBezTo>
                  <a:cubicBezTo>
                    <a:pt x="866" y="515"/>
                    <a:pt x="851" y="497"/>
                    <a:pt x="839" y="482"/>
                  </a:cubicBezTo>
                  <a:cubicBezTo>
                    <a:pt x="856" y="478"/>
                    <a:pt x="856" y="478"/>
                    <a:pt x="856" y="478"/>
                  </a:cubicBezTo>
                  <a:cubicBezTo>
                    <a:pt x="860" y="478"/>
                    <a:pt x="865" y="478"/>
                    <a:pt x="869" y="478"/>
                  </a:cubicBezTo>
                  <a:cubicBezTo>
                    <a:pt x="883" y="503"/>
                    <a:pt x="883" y="503"/>
                    <a:pt x="883" y="503"/>
                  </a:cubicBezTo>
                  <a:cubicBezTo>
                    <a:pt x="904" y="511"/>
                    <a:pt x="904" y="511"/>
                    <a:pt x="904" y="511"/>
                  </a:cubicBezTo>
                  <a:cubicBezTo>
                    <a:pt x="912" y="519"/>
                    <a:pt x="912" y="519"/>
                    <a:pt x="912" y="519"/>
                  </a:cubicBezTo>
                  <a:cubicBezTo>
                    <a:pt x="919" y="529"/>
                    <a:pt x="919" y="529"/>
                    <a:pt x="919" y="529"/>
                  </a:cubicBezTo>
                  <a:cubicBezTo>
                    <a:pt x="919" y="535"/>
                    <a:pt x="920" y="540"/>
                    <a:pt x="920" y="547"/>
                  </a:cubicBezTo>
                  <a:cubicBezTo>
                    <a:pt x="948" y="566"/>
                    <a:pt x="948" y="566"/>
                    <a:pt x="948" y="566"/>
                  </a:cubicBezTo>
                  <a:cubicBezTo>
                    <a:pt x="947" y="537"/>
                    <a:pt x="947" y="537"/>
                    <a:pt x="947" y="537"/>
                  </a:cubicBezTo>
                  <a:cubicBezTo>
                    <a:pt x="954" y="536"/>
                    <a:pt x="961" y="536"/>
                    <a:pt x="968" y="535"/>
                  </a:cubicBezTo>
                  <a:cubicBezTo>
                    <a:pt x="970" y="535"/>
                    <a:pt x="972" y="535"/>
                    <a:pt x="975" y="535"/>
                  </a:cubicBezTo>
                  <a:cubicBezTo>
                    <a:pt x="998" y="507"/>
                    <a:pt x="998" y="507"/>
                    <a:pt x="998" y="507"/>
                  </a:cubicBezTo>
                  <a:cubicBezTo>
                    <a:pt x="1008" y="480"/>
                    <a:pt x="1008" y="480"/>
                    <a:pt x="1008" y="480"/>
                  </a:cubicBezTo>
                  <a:cubicBezTo>
                    <a:pt x="1013" y="470"/>
                    <a:pt x="1013" y="470"/>
                    <a:pt x="1013" y="470"/>
                  </a:cubicBezTo>
                  <a:cubicBezTo>
                    <a:pt x="1024" y="461"/>
                    <a:pt x="1024" y="461"/>
                    <a:pt x="1024" y="461"/>
                  </a:cubicBezTo>
                  <a:cubicBezTo>
                    <a:pt x="1028" y="452"/>
                    <a:pt x="1028" y="452"/>
                    <a:pt x="1028" y="452"/>
                  </a:cubicBezTo>
                  <a:cubicBezTo>
                    <a:pt x="1024" y="461"/>
                    <a:pt x="1024" y="461"/>
                    <a:pt x="1024" y="461"/>
                  </a:cubicBezTo>
                  <a:cubicBezTo>
                    <a:pt x="1028" y="452"/>
                    <a:pt x="1028" y="452"/>
                    <a:pt x="1028" y="452"/>
                  </a:cubicBezTo>
                  <a:cubicBezTo>
                    <a:pt x="1043" y="459"/>
                    <a:pt x="1043" y="459"/>
                    <a:pt x="1043" y="459"/>
                  </a:cubicBezTo>
                  <a:cubicBezTo>
                    <a:pt x="1047" y="459"/>
                    <a:pt x="1052" y="458"/>
                    <a:pt x="1055" y="458"/>
                  </a:cubicBezTo>
                  <a:cubicBezTo>
                    <a:pt x="1058" y="458"/>
                    <a:pt x="1060" y="458"/>
                    <a:pt x="1062" y="458"/>
                  </a:cubicBezTo>
                  <a:cubicBezTo>
                    <a:pt x="1091" y="444"/>
                    <a:pt x="1091" y="444"/>
                    <a:pt x="1091" y="444"/>
                  </a:cubicBezTo>
                  <a:cubicBezTo>
                    <a:pt x="1092" y="480"/>
                    <a:pt x="1092" y="480"/>
                    <a:pt x="1092" y="480"/>
                  </a:cubicBezTo>
                  <a:cubicBezTo>
                    <a:pt x="1122" y="486"/>
                    <a:pt x="1122" y="486"/>
                    <a:pt x="1122" y="486"/>
                  </a:cubicBezTo>
                  <a:cubicBezTo>
                    <a:pt x="1137" y="487"/>
                    <a:pt x="1159" y="489"/>
                    <a:pt x="1175" y="489"/>
                  </a:cubicBezTo>
                  <a:cubicBezTo>
                    <a:pt x="1159" y="489"/>
                    <a:pt x="1137" y="487"/>
                    <a:pt x="1122" y="486"/>
                  </a:cubicBezTo>
                  <a:cubicBezTo>
                    <a:pt x="1138" y="503"/>
                    <a:pt x="1138" y="503"/>
                    <a:pt x="1138" y="503"/>
                  </a:cubicBezTo>
                  <a:cubicBezTo>
                    <a:pt x="1137" y="519"/>
                    <a:pt x="1137" y="519"/>
                    <a:pt x="1137" y="519"/>
                  </a:cubicBezTo>
                  <a:cubicBezTo>
                    <a:pt x="1106" y="524"/>
                    <a:pt x="1075" y="527"/>
                    <a:pt x="1043" y="530"/>
                  </a:cubicBezTo>
                  <a:cubicBezTo>
                    <a:pt x="1003" y="542"/>
                    <a:pt x="1003" y="542"/>
                    <a:pt x="1003" y="542"/>
                  </a:cubicBezTo>
                  <a:cubicBezTo>
                    <a:pt x="1008" y="531"/>
                    <a:pt x="1008" y="531"/>
                    <a:pt x="1008" y="531"/>
                  </a:cubicBezTo>
                  <a:cubicBezTo>
                    <a:pt x="998" y="507"/>
                    <a:pt x="998" y="507"/>
                    <a:pt x="998" y="507"/>
                  </a:cubicBezTo>
                  <a:cubicBezTo>
                    <a:pt x="975" y="535"/>
                    <a:pt x="975" y="535"/>
                    <a:pt x="975" y="535"/>
                  </a:cubicBezTo>
                  <a:cubicBezTo>
                    <a:pt x="979" y="535"/>
                    <a:pt x="984" y="534"/>
                    <a:pt x="988" y="534"/>
                  </a:cubicBezTo>
                  <a:cubicBezTo>
                    <a:pt x="999" y="560"/>
                    <a:pt x="999" y="560"/>
                    <a:pt x="999" y="560"/>
                  </a:cubicBezTo>
                  <a:cubicBezTo>
                    <a:pt x="1008" y="578"/>
                    <a:pt x="1008" y="578"/>
                    <a:pt x="1008" y="578"/>
                  </a:cubicBezTo>
                  <a:cubicBezTo>
                    <a:pt x="1011" y="581"/>
                    <a:pt x="1011" y="581"/>
                    <a:pt x="1011" y="581"/>
                  </a:cubicBezTo>
                  <a:cubicBezTo>
                    <a:pt x="1008" y="578"/>
                    <a:pt x="1008" y="578"/>
                    <a:pt x="1008" y="578"/>
                  </a:cubicBezTo>
                  <a:cubicBezTo>
                    <a:pt x="1011" y="581"/>
                    <a:pt x="1011" y="581"/>
                    <a:pt x="1011" y="581"/>
                  </a:cubicBezTo>
                  <a:cubicBezTo>
                    <a:pt x="1057" y="578"/>
                    <a:pt x="1103" y="573"/>
                    <a:pt x="1148" y="568"/>
                  </a:cubicBezTo>
                  <a:cubicBezTo>
                    <a:pt x="1166" y="565"/>
                    <a:pt x="1183" y="562"/>
                    <a:pt x="1200" y="560"/>
                  </a:cubicBezTo>
                  <a:cubicBezTo>
                    <a:pt x="1199" y="555"/>
                    <a:pt x="1199" y="551"/>
                    <a:pt x="1197" y="547"/>
                  </a:cubicBezTo>
                  <a:cubicBezTo>
                    <a:pt x="1193" y="548"/>
                    <a:pt x="1189" y="549"/>
                    <a:pt x="1184" y="549"/>
                  </a:cubicBezTo>
                  <a:cubicBezTo>
                    <a:pt x="1189" y="549"/>
                    <a:pt x="1193" y="548"/>
                    <a:pt x="1197" y="547"/>
                  </a:cubicBezTo>
                  <a:cubicBezTo>
                    <a:pt x="1199" y="551"/>
                    <a:pt x="1199" y="555"/>
                    <a:pt x="1200" y="560"/>
                  </a:cubicBezTo>
                  <a:cubicBezTo>
                    <a:pt x="1212" y="558"/>
                    <a:pt x="1225" y="555"/>
                    <a:pt x="1236" y="553"/>
                  </a:cubicBezTo>
                  <a:cubicBezTo>
                    <a:pt x="1225" y="547"/>
                    <a:pt x="1223" y="527"/>
                    <a:pt x="1219" y="515"/>
                  </a:cubicBezTo>
                  <a:cubicBezTo>
                    <a:pt x="1184" y="477"/>
                    <a:pt x="1184" y="477"/>
                    <a:pt x="1184" y="477"/>
                  </a:cubicBezTo>
                  <a:cubicBezTo>
                    <a:pt x="1181" y="468"/>
                    <a:pt x="1178" y="459"/>
                    <a:pt x="1175" y="451"/>
                  </a:cubicBezTo>
                  <a:cubicBezTo>
                    <a:pt x="1188" y="443"/>
                    <a:pt x="1206" y="433"/>
                    <a:pt x="1219" y="425"/>
                  </a:cubicBezTo>
                  <a:cubicBezTo>
                    <a:pt x="1228" y="431"/>
                    <a:pt x="1228" y="431"/>
                    <a:pt x="1228" y="431"/>
                  </a:cubicBezTo>
                  <a:cubicBezTo>
                    <a:pt x="1219" y="425"/>
                    <a:pt x="1219" y="425"/>
                    <a:pt x="1219" y="425"/>
                  </a:cubicBezTo>
                  <a:cubicBezTo>
                    <a:pt x="1221" y="430"/>
                    <a:pt x="1223" y="435"/>
                    <a:pt x="1225" y="440"/>
                  </a:cubicBezTo>
                  <a:cubicBezTo>
                    <a:pt x="1225" y="440"/>
                    <a:pt x="1226" y="441"/>
                    <a:pt x="1226" y="442"/>
                  </a:cubicBezTo>
                  <a:cubicBezTo>
                    <a:pt x="1219" y="446"/>
                    <a:pt x="1219" y="446"/>
                    <a:pt x="1219" y="446"/>
                  </a:cubicBezTo>
                  <a:cubicBezTo>
                    <a:pt x="1218" y="447"/>
                    <a:pt x="1215" y="450"/>
                    <a:pt x="1214" y="452"/>
                  </a:cubicBezTo>
                  <a:cubicBezTo>
                    <a:pt x="1215" y="456"/>
                    <a:pt x="1215" y="456"/>
                    <a:pt x="1221" y="477"/>
                  </a:cubicBezTo>
                  <a:cubicBezTo>
                    <a:pt x="1228" y="479"/>
                    <a:pt x="1235" y="482"/>
                    <a:pt x="1241" y="484"/>
                  </a:cubicBezTo>
                  <a:cubicBezTo>
                    <a:pt x="1220" y="455"/>
                    <a:pt x="1220" y="455"/>
                    <a:pt x="1220" y="455"/>
                  </a:cubicBezTo>
                  <a:cubicBezTo>
                    <a:pt x="1241" y="484"/>
                    <a:pt x="1241" y="484"/>
                    <a:pt x="1241" y="484"/>
                  </a:cubicBezTo>
                  <a:cubicBezTo>
                    <a:pt x="1243" y="484"/>
                    <a:pt x="1245" y="483"/>
                    <a:pt x="1247" y="483"/>
                  </a:cubicBezTo>
                  <a:cubicBezTo>
                    <a:pt x="1249" y="482"/>
                    <a:pt x="1251" y="482"/>
                    <a:pt x="1252" y="481"/>
                  </a:cubicBezTo>
                  <a:cubicBezTo>
                    <a:pt x="1261" y="489"/>
                    <a:pt x="1261" y="489"/>
                    <a:pt x="1261" y="489"/>
                  </a:cubicBezTo>
                  <a:cubicBezTo>
                    <a:pt x="1252" y="481"/>
                    <a:pt x="1252" y="481"/>
                    <a:pt x="1252" y="481"/>
                  </a:cubicBezTo>
                  <a:cubicBezTo>
                    <a:pt x="1261" y="489"/>
                    <a:pt x="1261" y="489"/>
                    <a:pt x="1261" y="489"/>
                  </a:cubicBezTo>
                  <a:cubicBezTo>
                    <a:pt x="1267" y="488"/>
                    <a:pt x="1272" y="486"/>
                    <a:pt x="1278" y="486"/>
                  </a:cubicBezTo>
                  <a:cubicBezTo>
                    <a:pt x="1272" y="486"/>
                    <a:pt x="1267" y="488"/>
                    <a:pt x="1261" y="489"/>
                  </a:cubicBezTo>
                  <a:cubicBezTo>
                    <a:pt x="1252" y="481"/>
                    <a:pt x="1252" y="481"/>
                    <a:pt x="1252" y="481"/>
                  </a:cubicBezTo>
                  <a:cubicBezTo>
                    <a:pt x="1251" y="482"/>
                    <a:pt x="1249" y="482"/>
                    <a:pt x="1247" y="483"/>
                  </a:cubicBezTo>
                  <a:cubicBezTo>
                    <a:pt x="1259" y="498"/>
                    <a:pt x="1259" y="498"/>
                    <a:pt x="1259" y="498"/>
                  </a:cubicBezTo>
                  <a:cubicBezTo>
                    <a:pt x="1247" y="501"/>
                    <a:pt x="1247" y="501"/>
                    <a:pt x="1247" y="501"/>
                  </a:cubicBezTo>
                  <a:cubicBezTo>
                    <a:pt x="1269" y="547"/>
                    <a:pt x="1269" y="547"/>
                    <a:pt x="1269" y="547"/>
                  </a:cubicBezTo>
                  <a:cubicBezTo>
                    <a:pt x="1270" y="547"/>
                    <a:pt x="1272" y="546"/>
                    <a:pt x="1274" y="546"/>
                  </a:cubicBezTo>
                  <a:cubicBezTo>
                    <a:pt x="1271" y="536"/>
                    <a:pt x="1268" y="526"/>
                    <a:pt x="1264" y="516"/>
                  </a:cubicBezTo>
                  <a:cubicBezTo>
                    <a:pt x="1263" y="513"/>
                    <a:pt x="1262" y="510"/>
                    <a:pt x="1261" y="507"/>
                  </a:cubicBezTo>
                  <a:cubicBezTo>
                    <a:pt x="1262" y="510"/>
                    <a:pt x="1263" y="513"/>
                    <a:pt x="1264" y="516"/>
                  </a:cubicBezTo>
                  <a:cubicBezTo>
                    <a:pt x="1263" y="513"/>
                    <a:pt x="1262" y="510"/>
                    <a:pt x="1261" y="507"/>
                  </a:cubicBezTo>
                  <a:cubicBezTo>
                    <a:pt x="1262" y="510"/>
                    <a:pt x="1263" y="513"/>
                    <a:pt x="1264" y="516"/>
                  </a:cubicBezTo>
                  <a:cubicBezTo>
                    <a:pt x="1268" y="526"/>
                    <a:pt x="1271" y="536"/>
                    <a:pt x="1274" y="546"/>
                  </a:cubicBezTo>
                  <a:cubicBezTo>
                    <a:pt x="1290" y="542"/>
                    <a:pt x="1305" y="539"/>
                    <a:pt x="1319" y="535"/>
                  </a:cubicBezTo>
                  <a:cubicBezTo>
                    <a:pt x="1310" y="507"/>
                    <a:pt x="1299" y="479"/>
                    <a:pt x="1288" y="452"/>
                  </a:cubicBezTo>
                  <a:cubicBezTo>
                    <a:pt x="1279" y="459"/>
                    <a:pt x="1279" y="459"/>
                    <a:pt x="1279" y="459"/>
                  </a:cubicBezTo>
                  <a:cubicBezTo>
                    <a:pt x="1269" y="423"/>
                    <a:pt x="1269" y="423"/>
                    <a:pt x="1269" y="423"/>
                  </a:cubicBezTo>
                  <a:cubicBezTo>
                    <a:pt x="1255" y="455"/>
                    <a:pt x="1255" y="455"/>
                    <a:pt x="1255" y="455"/>
                  </a:cubicBezTo>
                  <a:cubicBezTo>
                    <a:pt x="1269" y="423"/>
                    <a:pt x="1269" y="423"/>
                    <a:pt x="1269" y="423"/>
                  </a:cubicBezTo>
                  <a:cubicBezTo>
                    <a:pt x="1273" y="419"/>
                    <a:pt x="1273" y="419"/>
                    <a:pt x="1273" y="419"/>
                  </a:cubicBezTo>
                  <a:moveTo>
                    <a:pt x="627" y="168"/>
                  </a:moveTo>
                  <a:cubicBezTo>
                    <a:pt x="638" y="177"/>
                    <a:pt x="638" y="177"/>
                    <a:pt x="638" y="177"/>
                  </a:cubicBezTo>
                  <a:cubicBezTo>
                    <a:pt x="641" y="164"/>
                    <a:pt x="641" y="164"/>
                    <a:pt x="641" y="164"/>
                  </a:cubicBezTo>
                  <a:cubicBezTo>
                    <a:pt x="627" y="168"/>
                    <a:pt x="627" y="168"/>
                    <a:pt x="627" y="168"/>
                  </a:cubicBezTo>
                  <a:moveTo>
                    <a:pt x="1074" y="139"/>
                  </a:moveTo>
                  <a:cubicBezTo>
                    <a:pt x="1073" y="137"/>
                    <a:pt x="1070" y="135"/>
                    <a:pt x="1069" y="133"/>
                  </a:cubicBezTo>
                  <a:cubicBezTo>
                    <a:pt x="1071" y="139"/>
                    <a:pt x="1071" y="139"/>
                    <a:pt x="1071" y="139"/>
                  </a:cubicBezTo>
                  <a:cubicBezTo>
                    <a:pt x="1072" y="139"/>
                    <a:pt x="1073" y="139"/>
                    <a:pt x="1074" y="139"/>
                  </a:cubicBezTo>
                  <a:moveTo>
                    <a:pt x="1069" y="133"/>
                  </a:moveTo>
                  <a:cubicBezTo>
                    <a:pt x="1072" y="125"/>
                    <a:pt x="1072" y="125"/>
                    <a:pt x="1072" y="125"/>
                  </a:cubicBezTo>
                  <a:cubicBezTo>
                    <a:pt x="1058" y="121"/>
                    <a:pt x="1058" y="121"/>
                    <a:pt x="1058" y="121"/>
                  </a:cubicBezTo>
                  <a:cubicBezTo>
                    <a:pt x="1061" y="127"/>
                    <a:pt x="1061" y="127"/>
                    <a:pt x="1061" y="127"/>
                  </a:cubicBezTo>
                  <a:cubicBezTo>
                    <a:pt x="1063" y="134"/>
                    <a:pt x="1063" y="134"/>
                    <a:pt x="1063" y="134"/>
                  </a:cubicBezTo>
                  <a:cubicBezTo>
                    <a:pt x="1059" y="142"/>
                    <a:pt x="1059" y="142"/>
                    <a:pt x="1059" y="142"/>
                  </a:cubicBezTo>
                  <a:cubicBezTo>
                    <a:pt x="1055" y="150"/>
                    <a:pt x="1055" y="150"/>
                    <a:pt x="1055" y="150"/>
                  </a:cubicBezTo>
                  <a:cubicBezTo>
                    <a:pt x="1063" y="161"/>
                    <a:pt x="1063" y="161"/>
                    <a:pt x="1063" y="161"/>
                  </a:cubicBezTo>
                  <a:cubicBezTo>
                    <a:pt x="1082" y="166"/>
                    <a:pt x="1082" y="166"/>
                    <a:pt x="1082" y="166"/>
                  </a:cubicBezTo>
                  <a:cubicBezTo>
                    <a:pt x="1065" y="153"/>
                    <a:pt x="1065" y="153"/>
                    <a:pt x="1065" y="153"/>
                  </a:cubicBezTo>
                  <a:cubicBezTo>
                    <a:pt x="1082" y="166"/>
                    <a:pt x="1082" y="166"/>
                    <a:pt x="1082" y="166"/>
                  </a:cubicBezTo>
                  <a:cubicBezTo>
                    <a:pt x="1092" y="163"/>
                    <a:pt x="1092" y="163"/>
                    <a:pt x="1092" y="163"/>
                  </a:cubicBezTo>
                  <a:cubicBezTo>
                    <a:pt x="1078" y="152"/>
                    <a:pt x="1078" y="152"/>
                    <a:pt x="1078" y="152"/>
                  </a:cubicBezTo>
                  <a:cubicBezTo>
                    <a:pt x="1076" y="150"/>
                    <a:pt x="1075" y="148"/>
                    <a:pt x="1073" y="146"/>
                  </a:cubicBezTo>
                  <a:cubicBezTo>
                    <a:pt x="1071" y="139"/>
                    <a:pt x="1071" y="139"/>
                    <a:pt x="1071" y="139"/>
                  </a:cubicBezTo>
                  <a:cubicBezTo>
                    <a:pt x="1069" y="133"/>
                    <a:pt x="1069" y="133"/>
                    <a:pt x="1069" y="133"/>
                  </a:cubicBezTo>
                  <a:moveTo>
                    <a:pt x="1061" y="127"/>
                  </a:moveTo>
                  <a:cubicBezTo>
                    <a:pt x="1063" y="134"/>
                    <a:pt x="1063" y="134"/>
                    <a:pt x="1063" y="134"/>
                  </a:cubicBezTo>
                  <a:cubicBezTo>
                    <a:pt x="1061" y="127"/>
                    <a:pt x="1061" y="127"/>
                    <a:pt x="1061" y="127"/>
                  </a:cubicBezTo>
                  <a:moveTo>
                    <a:pt x="1061" y="127"/>
                  </a:moveTo>
                  <a:cubicBezTo>
                    <a:pt x="1058" y="121"/>
                    <a:pt x="1058" y="121"/>
                    <a:pt x="1058" y="121"/>
                  </a:cubicBezTo>
                  <a:cubicBezTo>
                    <a:pt x="1061" y="127"/>
                    <a:pt x="1061" y="127"/>
                    <a:pt x="1061" y="127"/>
                  </a:cubicBezTo>
                  <a:moveTo>
                    <a:pt x="1074" y="123"/>
                  </a:moveTo>
                  <a:cubicBezTo>
                    <a:pt x="1071" y="120"/>
                    <a:pt x="1067" y="117"/>
                    <a:pt x="1065" y="114"/>
                  </a:cubicBezTo>
                  <a:cubicBezTo>
                    <a:pt x="1058" y="121"/>
                    <a:pt x="1058" y="121"/>
                    <a:pt x="1058" y="121"/>
                  </a:cubicBezTo>
                  <a:cubicBezTo>
                    <a:pt x="1072" y="125"/>
                    <a:pt x="1072" y="125"/>
                    <a:pt x="1072" y="125"/>
                  </a:cubicBezTo>
                  <a:cubicBezTo>
                    <a:pt x="1074" y="123"/>
                    <a:pt x="1074" y="123"/>
                    <a:pt x="1074" y="123"/>
                  </a:cubicBezTo>
                  <a:moveTo>
                    <a:pt x="877" y="125"/>
                  </a:moveTo>
                  <a:cubicBezTo>
                    <a:pt x="882" y="125"/>
                    <a:pt x="888" y="125"/>
                    <a:pt x="893" y="124"/>
                  </a:cubicBezTo>
                  <a:cubicBezTo>
                    <a:pt x="891" y="121"/>
                    <a:pt x="890" y="119"/>
                    <a:pt x="887" y="115"/>
                  </a:cubicBezTo>
                  <a:cubicBezTo>
                    <a:pt x="887" y="115"/>
                    <a:pt x="886" y="114"/>
                    <a:pt x="886" y="113"/>
                  </a:cubicBezTo>
                  <a:cubicBezTo>
                    <a:pt x="885" y="112"/>
                    <a:pt x="885" y="112"/>
                    <a:pt x="884" y="112"/>
                  </a:cubicBezTo>
                  <a:cubicBezTo>
                    <a:pt x="876" y="113"/>
                    <a:pt x="876" y="113"/>
                    <a:pt x="874" y="113"/>
                  </a:cubicBezTo>
                  <a:cubicBezTo>
                    <a:pt x="875" y="117"/>
                    <a:pt x="876" y="121"/>
                    <a:pt x="877" y="125"/>
                  </a:cubicBezTo>
                  <a:moveTo>
                    <a:pt x="866" y="119"/>
                  </a:moveTo>
                  <a:cubicBezTo>
                    <a:pt x="868" y="113"/>
                    <a:pt x="868" y="113"/>
                    <a:pt x="868" y="113"/>
                  </a:cubicBezTo>
                  <a:cubicBezTo>
                    <a:pt x="866" y="119"/>
                    <a:pt x="866" y="119"/>
                    <a:pt x="866" y="119"/>
                  </a:cubicBezTo>
                  <a:cubicBezTo>
                    <a:pt x="868" y="113"/>
                    <a:pt x="868" y="113"/>
                    <a:pt x="868" y="113"/>
                  </a:cubicBezTo>
                  <a:cubicBezTo>
                    <a:pt x="858" y="108"/>
                    <a:pt x="858" y="108"/>
                    <a:pt x="858" y="108"/>
                  </a:cubicBezTo>
                  <a:cubicBezTo>
                    <a:pt x="856" y="114"/>
                    <a:pt x="856" y="114"/>
                    <a:pt x="856" y="114"/>
                  </a:cubicBezTo>
                  <a:cubicBezTo>
                    <a:pt x="858" y="108"/>
                    <a:pt x="858" y="108"/>
                    <a:pt x="858" y="108"/>
                  </a:cubicBezTo>
                  <a:cubicBezTo>
                    <a:pt x="857" y="106"/>
                    <a:pt x="857" y="104"/>
                    <a:pt x="857" y="102"/>
                  </a:cubicBezTo>
                  <a:cubicBezTo>
                    <a:pt x="855" y="102"/>
                    <a:pt x="853" y="102"/>
                    <a:pt x="851" y="102"/>
                  </a:cubicBezTo>
                  <a:cubicBezTo>
                    <a:pt x="834" y="114"/>
                    <a:pt x="834" y="114"/>
                    <a:pt x="834" y="114"/>
                  </a:cubicBezTo>
                  <a:cubicBezTo>
                    <a:pt x="840" y="120"/>
                    <a:pt x="840" y="120"/>
                    <a:pt x="840" y="120"/>
                  </a:cubicBezTo>
                  <a:cubicBezTo>
                    <a:pt x="849" y="114"/>
                    <a:pt x="849" y="114"/>
                    <a:pt x="849" y="114"/>
                  </a:cubicBezTo>
                  <a:cubicBezTo>
                    <a:pt x="851" y="114"/>
                    <a:pt x="853" y="114"/>
                    <a:pt x="856" y="114"/>
                  </a:cubicBezTo>
                  <a:cubicBezTo>
                    <a:pt x="853" y="114"/>
                    <a:pt x="851" y="114"/>
                    <a:pt x="849" y="114"/>
                  </a:cubicBezTo>
                  <a:cubicBezTo>
                    <a:pt x="847" y="126"/>
                    <a:pt x="847" y="126"/>
                    <a:pt x="847" y="126"/>
                  </a:cubicBezTo>
                  <a:cubicBezTo>
                    <a:pt x="851" y="132"/>
                    <a:pt x="851" y="132"/>
                    <a:pt x="851" y="132"/>
                  </a:cubicBezTo>
                  <a:cubicBezTo>
                    <a:pt x="852" y="132"/>
                    <a:pt x="853" y="132"/>
                    <a:pt x="855" y="132"/>
                  </a:cubicBezTo>
                  <a:cubicBezTo>
                    <a:pt x="861" y="131"/>
                    <a:pt x="861" y="131"/>
                    <a:pt x="861" y="131"/>
                  </a:cubicBezTo>
                  <a:cubicBezTo>
                    <a:pt x="863" y="119"/>
                    <a:pt x="863" y="119"/>
                    <a:pt x="863" y="119"/>
                  </a:cubicBezTo>
                  <a:cubicBezTo>
                    <a:pt x="864" y="119"/>
                    <a:pt x="865" y="119"/>
                    <a:pt x="866" y="119"/>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4"/>
                  </a:moveTo>
                  <a:cubicBezTo>
                    <a:pt x="879" y="104"/>
                    <a:pt x="879" y="104"/>
                    <a:pt x="879" y="104"/>
                  </a:cubicBezTo>
                  <a:cubicBezTo>
                    <a:pt x="878" y="105"/>
                    <a:pt x="879" y="105"/>
                    <a:pt x="879" y="106"/>
                  </a:cubicBezTo>
                  <a:cubicBezTo>
                    <a:pt x="879" y="106"/>
                    <a:pt x="878" y="105"/>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97" y="106"/>
                  </a:moveTo>
                  <a:cubicBezTo>
                    <a:pt x="896" y="95"/>
                    <a:pt x="896" y="95"/>
                    <a:pt x="896" y="95"/>
                  </a:cubicBezTo>
                  <a:cubicBezTo>
                    <a:pt x="887" y="95"/>
                    <a:pt x="879" y="96"/>
                    <a:pt x="870" y="96"/>
                  </a:cubicBezTo>
                  <a:cubicBezTo>
                    <a:pt x="868" y="96"/>
                    <a:pt x="866" y="97"/>
                    <a:pt x="864" y="97"/>
                  </a:cubicBezTo>
                  <a:cubicBezTo>
                    <a:pt x="862" y="99"/>
                    <a:pt x="859" y="101"/>
                    <a:pt x="857" y="102"/>
                  </a:cubicBezTo>
                  <a:cubicBezTo>
                    <a:pt x="857" y="104"/>
                    <a:pt x="857" y="106"/>
                    <a:pt x="858" y="108"/>
                  </a:cubicBezTo>
                  <a:cubicBezTo>
                    <a:pt x="868" y="113"/>
                    <a:pt x="868" y="113"/>
                    <a:pt x="868" y="113"/>
                  </a:cubicBezTo>
                  <a:cubicBezTo>
                    <a:pt x="873" y="107"/>
                    <a:pt x="873" y="107"/>
                    <a:pt x="873" y="107"/>
                  </a:cubicBezTo>
                  <a:cubicBezTo>
                    <a:pt x="875" y="107"/>
                    <a:pt x="877" y="107"/>
                    <a:pt x="879" y="107"/>
                  </a:cubicBezTo>
                  <a:cubicBezTo>
                    <a:pt x="885" y="107"/>
                    <a:pt x="891" y="107"/>
                    <a:pt x="897" y="106"/>
                  </a:cubicBezTo>
                  <a:cubicBezTo>
                    <a:pt x="896" y="105"/>
                    <a:pt x="896" y="105"/>
                    <a:pt x="895" y="104"/>
                  </a:cubicBezTo>
                  <a:cubicBezTo>
                    <a:pt x="896" y="105"/>
                    <a:pt x="896" y="105"/>
                    <a:pt x="897" y="106"/>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6" y="202"/>
                  </a:moveTo>
                  <a:cubicBezTo>
                    <a:pt x="535" y="202"/>
                    <a:pt x="535" y="202"/>
                    <a:pt x="535"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2" y="201"/>
                  </a:moveTo>
                  <a:cubicBezTo>
                    <a:pt x="531" y="201"/>
                    <a:pt x="531" y="201"/>
                    <a:pt x="531"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3" y="201"/>
                  </a:moveTo>
                  <a:cubicBezTo>
                    <a:pt x="532" y="201"/>
                    <a:pt x="532" y="201"/>
                    <a:pt x="532"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cubicBezTo>
                    <a:pt x="533" y="201"/>
                    <a:pt x="533" y="201"/>
                    <a:pt x="533" y="201"/>
                  </a:cubicBezTo>
                  <a:cubicBezTo>
                    <a:pt x="533" y="201"/>
                    <a:pt x="533" y="201"/>
                    <a:pt x="533"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cubicBezTo>
                    <a:pt x="530" y="201"/>
                    <a:pt x="530" y="201"/>
                    <a:pt x="530" y="201"/>
                  </a:cubicBezTo>
                  <a:moveTo>
                    <a:pt x="531" y="201"/>
                  </a:moveTo>
                  <a:cubicBezTo>
                    <a:pt x="531" y="201"/>
                    <a:pt x="531" y="201"/>
                    <a:pt x="531" y="201"/>
                  </a:cubicBezTo>
                  <a:cubicBezTo>
                    <a:pt x="531" y="201"/>
                    <a:pt x="531" y="201"/>
                    <a:pt x="531" y="201"/>
                  </a:cubicBezTo>
                  <a:cubicBezTo>
                    <a:pt x="530" y="201"/>
                    <a:pt x="530" y="201"/>
                    <a:pt x="530"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cubicBezTo>
                    <a:pt x="531" y="201"/>
                    <a:pt x="531" y="201"/>
                    <a:pt x="531" y="201"/>
                  </a:cubicBezTo>
                  <a:moveTo>
                    <a:pt x="608" y="180"/>
                  </a:moveTo>
                  <a:cubicBezTo>
                    <a:pt x="611" y="175"/>
                    <a:pt x="614" y="171"/>
                    <a:pt x="617" y="167"/>
                  </a:cubicBezTo>
                  <a:cubicBezTo>
                    <a:pt x="614" y="167"/>
                    <a:pt x="612" y="166"/>
                    <a:pt x="610" y="166"/>
                  </a:cubicBezTo>
                  <a:cubicBezTo>
                    <a:pt x="612" y="166"/>
                    <a:pt x="614" y="167"/>
                    <a:pt x="617" y="167"/>
                  </a:cubicBezTo>
                  <a:cubicBezTo>
                    <a:pt x="614" y="171"/>
                    <a:pt x="611" y="175"/>
                    <a:pt x="608" y="180"/>
                  </a:cubicBezTo>
                  <a:moveTo>
                    <a:pt x="601" y="172"/>
                  </a:moveTo>
                  <a:cubicBezTo>
                    <a:pt x="601" y="172"/>
                    <a:pt x="601" y="172"/>
                    <a:pt x="601" y="172"/>
                  </a:cubicBezTo>
                  <a:cubicBezTo>
                    <a:pt x="601" y="172"/>
                    <a:pt x="601" y="172"/>
                    <a:pt x="601" y="172"/>
                  </a:cubicBezTo>
                  <a:moveTo>
                    <a:pt x="602" y="171"/>
                  </a:moveTo>
                  <a:cubicBezTo>
                    <a:pt x="602" y="171"/>
                    <a:pt x="602" y="172"/>
                    <a:pt x="601" y="172"/>
                  </a:cubicBezTo>
                  <a:cubicBezTo>
                    <a:pt x="602" y="172"/>
                    <a:pt x="602" y="171"/>
                    <a:pt x="602" y="171"/>
                  </a:cubicBezTo>
                  <a:moveTo>
                    <a:pt x="603" y="171"/>
                  </a:moveTo>
                  <a:cubicBezTo>
                    <a:pt x="602" y="171"/>
                    <a:pt x="602" y="171"/>
                    <a:pt x="602" y="171"/>
                  </a:cubicBezTo>
                  <a:cubicBezTo>
                    <a:pt x="602" y="171"/>
                    <a:pt x="602" y="171"/>
                    <a:pt x="603" y="171"/>
                  </a:cubicBezTo>
                  <a:moveTo>
                    <a:pt x="603" y="170"/>
                  </a:moveTo>
                  <a:cubicBezTo>
                    <a:pt x="603" y="170"/>
                    <a:pt x="603" y="170"/>
                    <a:pt x="603" y="171"/>
                  </a:cubicBezTo>
                  <a:cubicBezTo>
                    <a:pt x="603" y="170"/>
                    <a:pt x="603" y="170"/>
                    <a:pt x="603" y="170"/>
                  </a:cubicBezTo>
                  <a:moveTo>
                    <a:pt x="604" y="170"/>
                  </a:moveTo>
                  <a:cubicBezTo>
                    <a:pt x="604" y="170"/>
                    <a:pt x="604" y="170"/>
                    <a:pt x="603" y="170"/>
                  </a:cubicBezTo>
                  <a:cubicBezTo>
                    <a:pt x="604" y="170"/>
                    <a:pt x="604" y="170"/>
                    <a:pt x="604" y="170"/>
                  </a:cubicBezTo>
                  <a:moveTo>
                    <a:pt x="604" y="169"/>
                  </a:moveTo>
                  <a:cubicBezTo>
                    <a:pt x="604" y="169"/>
                    <a:pt x="604" y="169"/>
                    <a:pt x="604" y="170"/>
                  </a:cubicBezTo>
                  <a:cubicBezTo>
                    <a:pt x="604" y="169"/>
                    <a:pt x="604" y="169"/>
                    <a:pt x="604" y="169"/>
                  </a:cubicBezTo>
                  <a:moveTo>
                    <a:pt x="605" y="169"/>
                  </a:moveTo>
                  <a:cubicBezTo>
                    <a:pt x="605" y="169"/>
                    <a:pt x="605" y="169"/>
                    <a:pt x="604" y="169"/>
                  </a:cubicBezTo>
                  <a:cubicBezTo>
                    <a:pt x="605" y="169"/>
                    <a:pt x="605" y="169"/>
                    <a:pt x="605" y="169"/>
                  </a:cubicBezTo>
                  <a:moveTo>
                    <a:pt x="605" y="168"/>
                  </a:moveTo>
                  <a:cubicBezTo>
                    <a:pt x="605" y="168"/>
                    <a:pt x="605" y="168"/>
                    <a:pt x="605" y="169"/>
                  </a:cubicBezTo>
                  <a:cubicBezTo>
                    <a:pt x="605" y="168"/>
                    <a:pt x="605" y="168"/>
                    <a:pt x="605" y="168"/>
                  </a:cubicBezTo>
                  <a:moveTo>
                    <a:pt x="607" y="167"/>
                  </a:moveTo>
                  <a:cubicBezTo>
                    <a:pt x="607" y="167"/>
                    <a:pt x="606" y="168"/>
                    <a:pt x="605" y="168"/>
                  </a:cubicBezTo>
                  <a:cubicBezTo>
                    <a:pt x="606" y="168"/>
                    <a:pt x="607" y="167"/>
                    <a:pt x="607" y="167"/>
                  </a:cubicBezTo>
                  <a:moveTo>
                    <a:pt x="608" y="166"/>
                  </a:moveTo>
                  <a:cubicBezTo>
                    <a:pt x="608" y="166"/>
                    <a:pt x="607" y="167"/>
                    <a:pt x="607" y="167"/>
                  </a:cubicBezTo>
                  <a:cubicBezTo>
                    <a:pt x="607" y="167"/>
                    <a:pt x="608" y="166"/>
                    <a:pt x="608" y="166"/>
                  </a:cubicBezTo>
                  <a:moveTo>
                    <a:pt x="609" y="165"/>
                  </a:moveTo>
                  <a:cubicBezTo>
                    <a:pt x="609" y="165"/>
                    <a:pt x="609" y="165"/>
                    <a:pt x="608" y="166"/>
                  </a:cubicBezTo>
                  <a:cubicBezTo>
                    <a:pt x="609" y="165"/>
                    <a:pt x="609" y="165"/>
                    <a:pt x="609" y="165"/>
                  </a:cubicBezTo>
                  <a:moveTo>
                    <a:pt x="610" y="164"/>
                  </a:moveTo>
                  <a:cubicBezTo>
                    <a:pt x="610" y="164"/>
                    <a:pt x="609" y="164"/>
                    <a:pt x="609" y="165"/>
                  </a:cubicBezTo>
                  <a:cubicBezTo>
                    <a:pt x="609" y="164"/>
                    <a:pt x="610" y="164"/>
                    <a:pt x="610" y="164"/>
                  </a:cubicBezTo>
                  <a:moveTo>
                    <a:pt x="611" y="163"/>
                  </a:moveTo>
                  <a:cubicBezTo>
                    <a:pt x="611" y="163"/>
                    <a:pt x="611" y="164"/>
                    <a:pt x="610" y="164"/>
                  </a:cubicBezTo>
                  <a:cubicBezTo>
                    <a:pt x="611" y="164"/>
                    <a:pt x="611" y="163"/>
                    <a:pt x="611" y="163"/>
                  </a:cubicBezTo>
                  <a:moveTo>
                    <a:pt x="611" y="163"/>
                  </a:moveTo>
                  <a:cubicBezTo>
                    <a:pt x="612" y="163"/>
                    <a:pt x="612" y="162"/>
                    <a:pt x="612" y="162"/>
                  </a:cubicBezTo>
                  <a:cubicBezTo>
                    <a:pt x="612" y="162"/>
                    <a:pt x="612" y="163"/>
                    <a:pt x="611" y="163"/>
                  </a:cubicBezTo>
                  <a:moveTo>
                    <a:pt x="612" y="162"/>
                  </a:moveTo>
                  <a:cubicBezTo>
                    <a:pt x="612" y="162"/>
                    <a:pt x="612" y="162"/>
                    <a:pt x="613" y="161"/>
                  </a:cubicBezTo>
                  <a:cubicBezTo>
                    <a:pt x="612" y="162"/>
                    <a:pt x="612" y="162"/>
                    <a:pt x="612" y="162"/>
                  </a:cubicBezTo>
                  <a:moveTo>
                    <a:pt x="613" y="161"/>
                  </a:moveTo>
                  <a:cubicBezTo>
                    <a:pt x="613" y="161"/>
                    <a:pt x="613" y="161"/>
                    <a:pt x="613" y="161"/>
                  </a:cubicBezTo>
                  <a:cubicBezTo>
                    <a:pt x="613" y="161"/>
                    <a:pt x="613" y="161"/>
                    <a:pt x="613" y="161"/>
                  </a:cubicBezTo>
                  <a:moveTo>
                    <a:pt x="613" y="161"/>
                  </a:moveTo>
                  <a:cubicBezTo>
                    <a:pt x="613" y="161"/>
                    <a:pt x="614" y="160"/>
                    <a:pt x="614" y="160"/>
                  </a:cubicBezTo>
                  <a:cubicBezTo>
                    <a:pt x="614" y="160"/>
                    <a:pt x="613" y="161"/>
                    <a:pt x="613" y="161"/>
                  </a:cubicBezTo>
                  <a:moveTo>
                    <a:pt x="614" y="160"/>
                  </a:moveTo>
                  <a:cubicBezTo>
                    <a:pt x="614" y="160"/>
                    <a:pt x="614" y="160"/>
                    <a:pt x="614" y="160"/>
                  </a:cubicBezTo>
                  <a:cubicBezTo>
                    <a:pt x="614" y="160"/>
                    <a:pt x="614" y="160"/>
                    <a:pt x="614" y="160"/>
                  </a:cubicBezTo>
                  <a:moveTo>
                    <a:pt x="615" y="160"/>
                  </a:moveTo>
                  <a:cubicBezTo>
                    <a:pt x="615" y="160"/>
                    <a:pt x="614" y="160"/>
                    <a:pt x="614" y="160"/>
                  </a:cubicBezTo>
                  <a:cubicBezTo>
                    <a:pt x="614" y="160"/>
                    <a:pt x="615" y="160"/>
                    <a:pt x="615" y="160"/>
                  </a:cubicBezTo>
                  <a:moveTo>
                    <a:pt x="615" y="160"/>
                  </a:moveTo>
                  <a:cubicBezTo>
                    <a:pt x="615" y="160"/>
                    <a:pt x="615" y="160"/>
                    <a:pt x="615" y="160"/>
                  </a:cubicBezTo>
                  <a:cubicBezTo>
                    <a:pt x="615" y="160"/>
                    <a:pt x="615" y="160"/>
                    <a:pt x="615" y="160"/>
                  </a:cubicBezTo>
                  <a:moveTo>
                    <a:pt x="616" y="160"/>
                  </a:moveTo>
                  <a:cubicBezTo>
                    <a:pt x="616" y="160"/>
                    <a:pt x="616" y="160"/>
                    <a:pt x="615"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26" y="161"/>
                  </a:moveTo>
                  <a:cubicBezTo>
                    <a:pt x="623" y="161"/>
                    <a:pt x="620" y="160"/>
                    <a:pt x="617" y="160"/>
                  </a:cubicBezTo>
                  <a:cubicBezTo>
                    <a:pt x="618" y="160"/>
                    <a:pt x="619" y="160"/>
                    <a:pt x="619" y="160"/>
                  </a:cubicBezTo>
                  <a:cubicBezTo>
                    <a:pt x="622" y="161"/>
                    <a:pt x="624" y="161"/>
                    <a:pt x="627" y="162"/>
                  </a:cubicBezTo>
                  <a:cubicBezTo>
                    <a:pt x="627" y="162"/>
                    <a:pt x="627" y="162"/>
                    <a:pt x="626" y="161"/>
                  </a:cubicBezTo>
                  <a:moveTo>
                    <a:pt x="630" y="141"/>
                  </a:moveTo>
                  <a:cubicBezTo>
                    <a:pt x="635" y="142"/>
                    <a:pt x="641" y="143"/>
                    <a:pt x="646" y="144"/>
                  </a:cubicBezTo>
                  <a:cubicBezTo>
                    <a:pt x="641" y="143"/>
                    <a:pt x="635" y="142"/>
                    <a:pt x="630" y="141"/>
                  </a:cubicBezTo>
                  <a:moveTo>
                    <a:pt x="653" y="145"/>
                  </a:moveTo>
                  <a:cubicBezTo>
                    <a:pt x="650" y="145"/>
                    <a:pt x="648" y="145"/>
                    <a:pt x="646" y="144"/>
                  </a:cubicBezTo>
                  <a:cubicBezTo>
                    <a:pt x="648" y="145"/>
                    <a:pt x="650" y="145"/>
                    <a:pt x="653" y="145"/>
                  </a:cubicBezTo>
                  <a:moveTo>
                    <a:pt x="652" y="152"/>
                  </a:moveTo>
                  <a:cubicBezTo>
                    <a:pt x="654" y="148"/>
                    <a:pt x="657" y="144"/>
                    <a:pt x="659" y="139"/>
                  </a:cubicBezTo>
                  <a:cubicBezTo>
                    <a:pt x="657" y="144"/>
                    <a:pt x="654" y="148"/>
                    <a:pt x="652" y="152"/>
                  </a:cubicBezTo>
                  <a:moveTo>
                    <a:pt x="659" y="139"/>
                  </a:moveTo>
                  <a:cubicBezTo>
                    <a:pt x="653" y="145"/>
                    <a:pt x="653" y="145"/>
                    <a:pt x="653" y="145"/>
                  </a:cubicBezTo>
                  <a:cubicBezTo>
                    <a:pt x="659" y="139"/>
                    <a:pt x="659" y="139"/>
                    <a:pt x="659" y="139"/>
                  </a:cubicBezTo>
                  <a:moveTo>
                    <a:pt x="687" y="87"/>
                  </a:moveTo>
                  <a:cubicBezTo>
                    <a:pt x="688" y="87"/>
                    <a:pt x="690" y="87"/>
                    <a:pt x="692" y="88"/>
                  </a:cubicBezTo>
                  <a:cubicBezTo>
                    <a:pt x="690" y="87"/>
                    <a:pt x="688" y="87"/>
                    <a:pt x="687" y="87"/>
                  </a:cubicBezTo>
                  <a:moveTo>
                    <a:pt x="692" y="88"/>
                  </a:moveTo>
                  <a:cubicBezTo>
                    <a:pt x="693" y="88"/>
                    <a:pt x="694" y="88"/>
                    <a:pt x="695" y="88"/>
                  </a:cubicBezTo>
                  <a:cubicBezTo>
                    <a:pt x="694" y="88"/>
                    <a:pt x="693" y="88"/>
                    <a:pt x="692" y="88"/>
                  </a:cubicBezTo>
                  <a:moveTo>
                    <a:pt x="689" y="81"/>
                  </a:moveTo>
                  <a:cubicBezTo>
                    <a:pt x="699" y="79"/>
                    <a:pt x="699" y="79"/>
                    <a:pt x="699" y="79"/>
                  </a:cubicBezTo>
                  <a:cubicBezTo>
                    <a:pt x="689" y="81"/>
                    <a:pt x="689" y="81"/>
                    <a:pt x="689" y="81"/>
                  </a:cubicBezTo>
                  <a:cubicBezTo>
                    <a:pt x="686" y="81"/>
                    <a:pt x="683" y="80"/>
                    <a:pt x="679" y="80"/>
                  </a:cubicBezTo>
                  <a:cubicBezTo>
                    <a:pt x="683" y="80"/>
                    <a:pt x="686" y="81"/>
                    <a:pt x="689" y="81"/>
                  </a:cubicBezTo>
                  <a:moveTo>
                    <a:pt x="632" y="63"/>
                  </a:moveTo>
                  <a:cubicBezTo>
                    <a:pt x="630" y="63"/>
                    <a:pt x="629" y="63"/>
                    <a:pt x="628" y="62"/>
                  </a:cubicBezTo>
                  <a:cubicBezTo>
                    <a:pt x="629" y="63"/>
                    <a:pt x="630" y="63"/>
                    <a:pt x="632" y="63"/>
                  </a:cubicBezTo>
                  <a:moveTo>
                    <a:pt x="632" y="63"/>
                  </a:moveTo>
                  <a:cubicBezTo>
                    <a:pt x="640" y="59"/>
                    <a:pt x="640" y="59"/>
                    <a:pt x="640" y="59"/>
                  </a:cubicBezTo>
                  <a:cubicBezTo>
                    <a:pt x="632" y="63"/>
                    <a:pt x="632" y="63"/>
                    <a:pt x="632" y="63"/>
                  </a:cubicBezTo>
                  <a:moveTo>
                    <a:pt x="697" y="100"/>
                  </a:moveTo>
                  <a:cubicBezTo>
                    <a:pt x="708" y="95"/>
                    <a:pt x="723" y="87"/>
                    <a:pt x="734" y="80"/>
                  </a:cubicBezTo>
                  <a:cubicBezTo>
                    <a:pt x="724" y="81"/>
                    <a:pt x="709" y="82"/>
                    <a:pt x="698" y="83"/>
                  </a:cubicBezTo>
                  <a:cubicBezTo>
                    <a:pt x="706" y="73"/>
                    <a:pt x="706" y="73"/>
                    <a:pt x="706" y="73"/>
                  </a:cubicBezTo>
                  <a:cubicBezTo>
                    <a:pt x="698" y="66"/>
                    <a:pt x="698" y="66"/>
                    <a:pt x="698" y="66"/>
                  </a:cubicBezTo>
                  <a:cubicBezTo>
                    <a:pt x="691" y="76"/>
                    <a:pt x="691" y="76"/>
                    <a:pt x="691" y="76"/>
                  </a:cubicBezTo>
                  <a:cubicBezTo>
                    <a:pt x="698" y="66"/>
                    <a:pt x="698" y="66"/>
                    <a:pt x="698" y="66"/>
                  </a:cubicBezTo>
                  <a:cubicBezTo>
                    <a:pt x="673" y="65"/>
                    <a:pt x="672" y="65"/>
                    <a:pt x="657" y="63"/>
                  </a:cubicBezTo>
                  <a:cubicBezTo>
                    <a:pt x="651" y="62"/>
                    <a:pt x="645" y="61"/>
                    <a:pt x="640" y="59"/>
                  </a:cubicBezTo>
                  <a:cubicBezTo>
                    <a:pt x="632" y="63"/>
                    <a:pt x="632" y="63"/>
                    <a:pt x="632" y="63"/>
                  </a:cubicBezTo>
                  <a:cubicBezTo>
                    <a:pt x="630" y="63"/>
                    <a:pt x="629" y="63"/>
                    <a:pt x="628" y="62"/>
                  </a:cubicBezTo>
                  <a:cubicBezTo>
                    <a:pt x="620" y="61"/>
                    <a:pt x="612" y="63"/>
                    <a:pt x="604" y="61"/>
                  </a:cubicBezTo>
                  <a:cubicBezTo>
                    <a:pt x="605" y="61"/>
                    <a:pt x="606" y="61"/>
                    <a:pt x="607" y="62"/>
                  </a:cubicBezTo>
                  <a:cubicBezTo>
                    <a:pt x="613" y="62"/>
                    <a:pt x="621" y="61"/>
                    <a:pt x="628" y="62"/>
                  </a:cubicBezTo>
                  <a:cubicBezTo>
                    <a:pt x="630" y="60"/>
                    <a:pt x="630" y="60"/>
                    <a:pt x="632" y="58"/>
                  </a:cubicBezTo>
                  <a:cubicBezTo>
                    <a:pt x="631" y="57"/>
                    <a:pt x="631" y="57"/>
                    <a:pt x="631" y="56"/>
                  </a:cubicBezTo>
                  <a:cubicBezTo>
                    <a:pt x="630" y="56"/>
                    <a:pt x="608" y="51"/>
                    <a:pt x="602" y="59"/>
                  </a:cubicBezTo>
                  <a:cubicBezTo>
                    <a:pt x="603" y="59"/>
                    <a:pt x="603" y="60"/>
                    <a:pt x="603" y="61"/>
                  </a:cubicBezTo>
                  <a:cubicBezTo>
                    <a:pt x="603" y="60"/>
                    <a:pt x="603" y="59"/>
                    <a:pt x="602" y="59"/>
                  </a:cubicBezTo>
                  <a:cubicBezTo>
                    <a:pt x="604" y="57"/>
                    <a:pt x="604" y="57"/>
                    <a:pt x="607" y="55"/>
                  </a:cubicBezTo>
                  <a:cubicBezTo>
                    <a:pt x="604" y="55"/>
                    <a:pt x="602" y="54"/>
                    <a:pt x="600" y="53"/>
                  </a:cubicBezTo>
                  <a:cubicBezTo>
                    <a:pt x="586" y="53"/>
                    <a:pt x="586" y="53"/>
                    <a:pt x="586" y="53"/>
                  </a:cubicBezTo>
                  <a:cubicBezTo>
                    <a:pt x="600" y="53"/>
                    <a:pt x="600" y="53"/>
                    <a:pt x="600" y="53"/>
                  </a:cubicBezTo>
                  <a:cubicBezTo>
                    <a:pt x="586" y="53"/>
                    <a:pt x="586" y="53"/>
                    <a:pt x="586" y="53"/>
                  </a:cubicBezTo>
                  <a:cubicBezTo>
                    <a:pt x="567" y="64"/>
                    <a:pt x="548" y="76"/>
                    <a:pt x="529" y="89"/>
                  </a:cubicBezTo>
                  <a:cubicBezTo>
                    <a:pt x="529" y="89"/>
                    <a:pt x="529" y="89"/>
                    <a:pt x="529" y="90"/>
                  </a:cubicBezTo>
                  <a:cubicBezTo>
                    <a:pt x="529" y="89"/>
                    <a:pt x="529" y="89"/>
                    <a:pt x="529" y="89"/>
                  </a:cubicBezTo>
                  <a:cubicBezTo>
                    <a:pt x="528" y="89"/>
                    <a:pt x="526" y="91"/>
                    <a:pt x="525" y="91"/>
                  </a:cubicBezTo>
                  <a:cubicBezTo>
                    <a:pt x="525" y="91"/>
                    <a:pt x="526" y="92"/>
                    <a:pt x="527" y="92"/>
                  </a:cubicBezTo>
                  <a:cubicBezTo>
                    <a:pt x="525" y="96"/>
                    <a:pt x="523" y="102"/>
                    <a:pt x="521" y="106"/>
                  </a:cubicBezTo>
                  <a:cubicBezTo>
                    <a:pt x="517" y="112"/>
                    <a:pt x="517" y="112"/>
                    <a:pt x="517" y="112"/>
                  </a:cubicBezTo>
                  <a:cubicBezTo>
                    <a:pt x="512" y="119"/>
                    <a:pt x="512" y="119"/>
                    <a:pt x="512" y="119"/>
                  </a:cubicBezTo>
                  <a:cubicBezTo>
                    <a:pt x="508" y="122"/>
                    <a:pt x="503" y="126"/>
                    <a:pt x="499" y="130"/>
                  </a:cubicBezTo>
                  <a:cubicBezTo>
                    <a:pt x="495" y="136"/>
                    <a:pt x="495" y="136"/>
                    <a:pt x="495" y="136"/>
                  </a:cubicBezTo>
                  <a:cubicBezTo>
                    <a:pt x="498" y="137"/>
                    <a:pt x="501" y="139"/>
                    <a:pt x="505" y="140"/>
                  </a:cubicBezTo>
                  <a:cubicBezTo>
                    <a:pt x="503" y="148"/>
                    <a:pt x="503" y="148"/>
                    <a:pt x="503" y="148"/>
                  </a:cubicBezTo>
                  <a:cubicBezTo>
                    <a:pt x="491" y="160"/>
                    <a:pt x="491" y="160"/>
                    <a:pt x="491" y="160"/>
                  </a:cubicBezTo>
                  <a:cubicBezTo>
                    <a:pt x="490" y="159"/>
                    <a:pt x="489" y="159"/>
                    <a:pt x="489" y="159"/>
                  </a:cubicBezTo>
                  <a:cubicBezTo>
                    <a:pt x="484" y="163"/>
                    <a:pt x="480" y="167"/>
                    <a:pt x="476" y="171"/>
                  </a:cubicBezTo>
                  <a:cubicBezTo>
                    <a:pt x="467" y="168"/>
                    <a:pt x="467" y="168"/>
                    <a:pt x="467" y="168"/>
                  </a:cubicBezTo>
                  <a:cubicBezTo>
                    <a:pt x="452" y="188"/>
                    <a:pt x="452" y="188"/>
                    <a:pt x="452" y="188"/>
                  </a:cubicBezTo>
                  <a:cubicBezTo>
                    <a:pt x="449" y="195"/>
                    <a:pt x="449" y="195"/>
                    <a:pt x="449" y="195"/>
                  </a:cubicBezTo>
                  <a:cubicBezTo>
                    <a:pt x="450" y="195"/>
                    <a:pt x="451" y="196"/>
                    <a:pt x="452" y="196"/>
                  </a:cubicBezTo>
                  <a:cubicBezTo>
                    <a:pt x="456" y="192"/>
                    <a:pt x="460" y="188"/>
                    <a:pt x="464" y="183"/>
                  </a:cubicBezTo>
                  <a:cubicBezTo>
                    <a:pt x="465" y="175"/>
                    <a:pt x="465" y="175"/>
                    <a:pt x="465" y="175"/>
                  </a:cubicBezTo>
                  <a:cubicBezTo>
                    <a:pt x="464" y="183"/>
                    <a:pt x="464" y="183"/>
                    <a:pt x="464" y="183"/>
                  </a:cubicBezTo>
                  <a:cubicBezTo>
                    <a:pt x="460" y="188"/>
                    <a:pt x="456" y="192"/>
                    <a:pt x="452" y="196"/>
                  </a:cubicBezTo>
                  <a:cubicBezTo>
                    <a:pt x="459" y="199"/>
                    <a:pt x="459" y="199"/>
                    <a:pt x="459" y="199"/>
                  </a:cubicBezTo>
                  <a:cubicBezTo>
                    <a:pt x="452" y="196"/>
                    <a:pt x="452" y="196"/>
                    <a:pt x="452" y="196"/>
                  </a:cubicBezTo>
                  <a:cubicBezTo>
                    <a:pt x="451" y="196"/>
                    <a:pt x="450" y="195"/>
                    <a:pt x="449" y="195"/>
                  </a:cubicBezTo>
                  <a:cubicBezTo>
                    <a:pt x="432" y="223"/>
                    <a:pt x="432" y="223"/>
                    <a:pt x="435" y="242"/>
                  </a:cubicBezTo>
                  <a:cubicBezTo>
                    <a:pt x="437" y="234"/>
                    <a:pt x="438" y="223"/>
                    <a:pt x="439" y="216"/>
                  </a:cubicBezTo>
                  <a:cubicBezTo>
                    <a:pt x="435" y="242"/>
                    <a:pt x="435" y="242"/>
                    <a:pt x="435" y="242"/>
                  </a:cubicBezTo>
                  <a:cubicBezTo>
                    <a:pt x="452" y="254"/>
                    <a:pt x="452" y="254"/>
                    <a:pt x="452" y="254"/>
                  </a:cubicBezTo>
                  <a:cubicBezTo>
                    <a:pt x="483" y="230"/>
                    <a:pt x="483" y="230"/>
                    <a:pt x="483" y="230"/>
                  </a:cubicBezTo>
                  <a:cubicBezTo>
                    <a:pt x="514" y="206"/>
                    <a:pt x="514" y="206"/>
                    <a:pt x="514" y="206"/>
                  </a:cubicBezTo>
                  <a:cubicBezTo>
                    <a:pt x="516" y="206"/>
                    <a:pt x="518" y="207"/>
                    <a:pt x="521" y="207"/>
                  </a:cubicBezTo>
                  <a:cubicBezTo>
                    <a:pt x="535" y="212"/>
                    <a:pt x="535" y="212"/>
                    <a:pt x="535" y="212"/>
                  </a:cubicBezTo>
                  <a:cubicBezTo>
                    <a:pt x="571" y="188"/>
                    <a:pt x="571" y="188"/>
                    <a:pt x="571" y="188"/>
                  </a:cubicBezTo>
                  <a:cubicBezTo>
                    <a:pt x="546" y="203"/>
                    <a:pt x="546" y="203"/>
                    <a:pt x="538" y="203"/>
                  </a:cubicBezTo>
                  <a:cubicBezTo>
                    <a:pt x="546" y="203"/>
                    <a:pt x="546" y="203"/>
                    <a:pt x="571" y="188"/>
                  </a:cubicBezTo>
                  <a:cubicBezTo>
                    <a:pt x="582" y="189"/>
                    <a:pt x="593" y="192"/>
                    <a:pt x="604" y="193"/>
                  </a:cubicBezTo>
                  <a:cubicBezTo>
                    <a:pt x="612" y="188"/>
                    <a:pt x="612" y="188"/>
                    <a:pt x="612" y="188"/>
                  </a:cubicBezTo>
                  <a:cubicBezTo>
                    <a:pt x="613" y="188"/>
                    <a:pt x="614" y="188"/>
                    <a:pt x="615" y="188"/>
                  </a:cubicBezTo>
                  <a:cubicBezTo>
                    <a:pt x="616" y="188"/>
                    <a:pt x="618" y="189"/>
                    <a:pt x="619" y="189"/>
                  </a:cubicBezTo>
                  <a:cubicBezTo>
                    <a:pt x="626" y="177"/>
                    <a:pt x="626" y="177"/>
                    <a:pt x="626" y="177"/>
                  </a:cubicBezTo>
                  <a:cubicBezTo>
                    <a:pt x="620" y="168"/>
                    <a:pt x="620" y="168"/>
                    <a:pt x="620" y="168"/>
                  </a:cubicBezTo>
                  <a:cubicBezTo>
                    <a:pt x="622" y="168"/>
                    <a:pt x="625" y="168"/>
                    <a:pt x="627" y="168"/>
                  </a:cubicBezTo>
                  <a:cubicBezTo>
                    <a:pt x="641" y="164"/>
                    <a:pt x="641" y="164"/>
                    <a:pt x="641" y="164"/>
                  </a:cubicBezTo>
                  <a:cubicBezTo>
                    <a:pt x="642" y="162"/>
                    <a:pt x="644" y="160"/>
                    <a:pt x="645" y="158"/>
                  </a:cubicBezTo>
                  <a:cubicBezTo>
                    <a:pt x="640" y="157"/>
                    <a:pt x="636" y="156"/>
                    <a:pt x="631" y="155"/>
                  </a:cubicBezTo>
                  <a:cubicBezTo>
                    <a:pt x="636" y="156"/>
                    <a:pt x="640" y="157"/>
                    <a:pt x="645" y="158"/>
                  </a:cubicBezTo>
                  <a:cubicBezTo>
                    <a:pt x="659" y="152"/>
                    <a:pt x="659" y="152"/>
                    <a:pt x="659" y="152"/>
                  </a:cubicBezTo>
                  <a:cubicBezTo>
                    <a:pt x="665" y="147"/>
                    <a:pt x="665" y="147"/>
                    <a:pt x="665" y="147"/>
                  </a:cubicBezTo>
                  <a:cubicBezTo>
                    <a:pt x="676" y="135"/>
                    <a:pt x="676" y="135"/>
                    <a:pt x="676" y="135"/>
                  </a:cubicBezTo>
                  <a:cubicBezTo>
                    <a:pt x="670" y="128"/>
                    <a:pt x="670" y="128"/>
                    <a:pt x="670" y="128"/>
                  </a:cubicBezTo>
                  <a:cubicBezTo>
                    <a:pt x="684" y="111"/>
                    <a:pt x="684" y="111"/>
                    <a:pt x="684" y="111"/>
                  </a:cubicBezTo>
                  <a:cubicBezTo>
                    <a:pt x="683" y="111"/>
                    <a:pt x="683" y="111"/>
                    <a:pt x="681" y="111"/>
                  </a:cubicBezTo>
                  <a:cubicBezTo>
                    <a:pt x="675" y="116"/>
                    <a:pt x="675" y="116"/>
                    <a:pt x="675" y="116"/>
                  </a:cubicBezTo>
                  <a:cubicBezTo>
                    <a:pt x="681" y="111"/>
                    <a:pt x="681" y="111"/>
                    <a:pt x="681" y="111"/>
                  </a:cubicBezTo>
                  <a:cubicBezTo>
                    <a:pt x="688" y="105"/>
                    <a:pt x="688" y="105"/>
                    <a:pt x="688" y="105"/>
                  </a:cubicBezTo>
                  <a:cubicBezTo>
                    <a:pt x="689" y="105"/>
                    <a:pt x="690" y="106"/>
                    <a:pt x="691" y="106"/>
                  </a:cubicBezTo>
                  <a:cubicBezTo>
                    <a:pt x="697" y="100"/>
                    <a:pt x="697" y="100"/>
                    <a:pt x="697" y="100"/>
                  </a:cubicBezTo>
                  <a:moveTo>
                    <a:pt x="93" y="1104"/>
                  </a:moveTo>
                  <a:cubicBezTo>
                    <a:pt x="98" y="1113"/>
                    <a:pt x="98" y="1113"/>
                    <a:pt x="98" y="1113"/>
                  </a:cubicBezTo>
                  <a:cubicBezTo>
                    <a:pt x="92" y="1102"/>
                    <a:pt x="92" y="1102"/>
                    <a:pt x="92" y="1102"/>
                  </a:cubicBezTo>
                  <a:cubicBezTo>
                    <a:pt x="87" y="1093"/>
                    <a:pt x="87" y="1093"/>
                    <a:pt x="87" y="1093"/>
                  </a:cubicBezTo>
                  <a:cubicBezTo>
                    <a:pt x="93" y="1104"/>
                    <a:pt x="93" y="1104"/>
                    <a:pt x="93" y="1104"/>
                  </a:cubicBezTo>
                  <a:moveTo>
                    <a:pt x="350" y="1401"/>
                  </a:moveTo>
                  <a:cubicBezTo>
                    <a:pt x="262" y="1327"/>
                    <a:pt x="195" y="1226"/>
                    <a:pt x="156" y="1105"/>
                  </a:cubicBezTo>
                  <a:cubicBezTo>
                    <a:pt x="143" y="1099"/>
                    <a:pt x="130" y="1092"/>
                    <a:pt x="118" y="1085"/>
                  </a:cubicBezTo>
                  <a:cubicBezTo>
                    <a:pt x="96" y="1074"/>
                    <a:pt x="80" y="1061"/>
                    <a:pt x="67" y="1048"/>
                  </a:cubicBezTo>
                  <a:cubicBezTo>
                    <a:pt x="78" y="1075"/>
                    <a:pt x="78" y="1075"/>
                    <a:pt x="78" y="1075"/>
                  </a:cubicBezTo>
                  <a:cubicBezTo>
                    <a:pt x="84" y="1085"/>
                    <a:pt x="84" y="1085"/>
                    <a:pt x="84" y="1085"/>
                  </a:cubicBezTo>
                  <a:cubicBezTo>
                    <a:pt x="85" y="1088"/>
                    <a:pt x="86" y="1090"/>
                    <a:pt x="87" y="1093"/>
                  </a:cubicBezTo>
                  <a:cubicBezTo>
                    <a:pt x="92" y="1102"/>
                    <a:pt x="92" y="1102"/>
                    <a:pt x="92" y="1102"/>
                  </a:cubicBezTo>
                  <a:cubicBezTo>
                    <a:pt x="98" y="1113"/>
                    <a:pt x="98" y="1113"/>
                    <a:pt x="98" y="1113"/>
                  </a:cubicBezTo>
                  <a:cubicBezTo>
                    <a:pt x="123" y="1152"/>
                    <a:pt x="123" y="1152"/>
                    <a:pt x="123" y="1152"/>
                  </a:cubicBezTo>
                  <a:cubicBezTo>
                    <a:pt x="130" y="1161"/>
                    <a:pt x="130" y="1161"/>
                    <a:pt x="130" y="1161"/>
                  </a:cubicBezTo>
                  <a:cubicBezTo>
                    <a:pt x="149" y="1185"/>
                    <a:pt x="149" y="1185"/>
                    <a:pt x="149" y="1185"/>
                  </a:cubicBezTo>
                  <a:cubicBezTo>
                    <a:pt x="198" y="1272"/>
                    <a:pt x="225" y="1309"/>
                    <a:pt x="310" y="1380"/>
                  </a:cubicBezTo>
                  <a:cubicBezTo>
                    <a:pt x="370" y="1423"/>
                    <a:pt x="371" y="1425"/>
                    <a:pt x="407" y="1445"/>
                  </a:cubicBezTo>
                  <a:cubicBezTo>
                    <a:pt x="379" y="1428"/>
                    <a:pt x="379" y="1428"/>
                    <a:pt x="379" y="1428"/>
                  </a:cubicBezTo>
                  <a:cubicBezTo>
                    <a:pt x="372" y="1423"/>
                    <a:pt x="372" y="1423"/>
                    <a:pt x="372" y="1423"/>
                  </a:cubicBezTo>
                  <a:cubicBezTo>
                    <a:pt x="364" y="1417"/>
                    <a:pt x="355" y="1411"/>
                    <a:pt x="346" y="1404"/>
                  </a:cubicBezTo>
                  <a:cubicBezTo>
                    <a:pt x="356" y="1410"/>
                    <a:pt x="356" y="1410"/>
                    <a:pt x="356" y="1410"/>
                  </a:cubicBezTo>
                  <a:cubicBezTo>
                    <a:pt x="342" y="1396"/>
                    <a:pt x="342" y="1396"/>
                    <a:pt x="342" y="1396"/>
                  </a:cubicBezTo>
                  <a:cubicBezTo>
                    <a:pt x="344" y="1398"/>
                    <a:pt x="347" y="1399"/>
                    <a:pt x="350" y="1401"/>
                  </a:cubicBezTo>
                  <a:moveTo>
                    <a:pt x="1163" y="1135"/>
                  </a:moveTo>
                  <a:cubicBezTo>
                    <a:pt x="1171" y="1124"/>
                    <a:pt x="1171" y="1124"/>
                    <a:pt x="1171" y="1124"/>
                  </a:cubicBezTo>
                  <a:cubicBezTo>
                    <a:pt x="1161" y="1132"/>
                    <a:pt x="1161" y="1132"/>
                    <a:pt x="1161" y="1132"/>
                  </a:cubicBezTo>
                  <a:cubicBezTo>
                    <a:pt x="1154" y="1142"/>
                    <a:pt x="1154" y="1142"/>
                    <a:pt x="1154" y="1142"/>
                  </a:cubicBezTo>
                  <a:cubicBezTo>
                    <a:pt x="1163" y="1135"/>
                    <a:pt x="1163" y="1135"/>
                    <a:pt x="1163" y="1135"/>
                  </a:cubicBezTo>
                  <a:moveTo>
                    <a:pt x="805" y="1119"/>
                  </a:moveTo>
                  <a:cubicBezTo>
                    <a:pt x="845" y="1161"/>
                    <a:pt x="845" y="1161"/>
                    <a:pt x="845" y="1161"/>
                  </a:cubicBezTo>
                  <a:cubicBezTo>
                    <a:pt x="836" y="1146"/>
                    <a:pt x="823" y="1127"/>
                    <a:pt x="814" y="1112"/>
                  </a:cubicBezTo>
                  <a:cubicBezTo>
                    <a:pt x="805" y="1119"/>
                    <a:pt x="805" y="1119"/>
                    <a:pt x="805" y="1119"/>
                  </a:cubicBezTo>
                  <a:moveTo>
                    <a:pt x="156" y="1105"/>
                  </a:moveTo>
                  <a:cubicBezTo>
                    <a:pt x="209" y="1128"/>
                    <a:pt x="275" y="1148"/>
                    <a:pt x="351" y="1164"/>
                  </a:cubicBezTo>
                  <a:cubicBezTo>
                    <a:pt x="343" y="1132"/>
                    <a:pt x="343" y="1132"/>
                    <a:pt x="343" y="1132"/>
                  </a:cubicBezTo>
                  <a:cubicBezTo>
                    <a:pt x="339" y="1127"/>
                    <a:pt x="339" y="1127"/>
                    <a:pt x="339" y="1127"/>
                  </a:cubicBezTo>
                  <a:cubicBezTo>
                    <a:pt x="325" y="1111"/>
                    <a:pt x="309" y="1097"/>
                    <a:pt x="293" y="1081"/>
                  </a:cubicBezTo>
                  <a:cubicBezTo>
                    <a:pt x="286" y="1079"/>
                    <a:pt x="278" y="1077"/>
                    <a:pt x="270" y="1075"/>
                  </a:cubicBezTo>
                  <a:cubicBezTo>
                    <a:pt x="266" y="1074"/>
                    <a:pt x="262" y="1074"/>
                    <a:pt x="258" y="1072"/>
                  </a:cubicBezTo>
                  <a:cubicBezTo>
                    <a:pt x="239" y="1051"/>
                    <a:pt x="239" y="1051"/>
                    <a:pt x="239" y="1051"/>
                  </a:cubicBezTo>
                  <a:cubicBezTo>
                    <a:pt x="237" y="1050"/>
                    <a:pt x="235" y="1049"/>
                    <a:pt x="233" y="1049"/>
                  </a:cubicBezTo>
                  <a:cubicBezTo>
                    <a:pt x="227" y="1039"/>
                    <a:pt x="227" y="1039"/>
                    <a:pt x="227" y="1039"/>
                  </a:cubicBezTo>
                  <a:cubicBezTo>
                    <a:pt x="225" y="1038"/>
                    <a:pt x="223" y="1038"/>
                    <a:pt x="221" y="1037"/>
                  </a:cubicBezTo>
                  <a:cubicBezTo>
                    <a:pt x="209" y="1024"/>
                    <a:pt x="209" y="1024"/>
                    <a:pt x="209" y="1024"/>
                  </a:cubicBezTo>
                  <a:cubicBezTo>
                    <a:pt x="199" y="1026"/>
                    <a:pt x="199" y="1026"/>
                    <a:pt x="199" y="1026"/>
                  </a:cubicBezTo>
                  <a:cubicBezTo>
                    <a:pt x="193" y="1021"/>
                    <a:pt x="193" y="1021"/>
                    <a:pt x="193" y="1021"/>
                  </a:cubicBezTo>
                  <a:cubicBezTo>
                    <a:pt x="203" y="1012"/>
                    <a:pt x="203" y="1012"/>
                    <a:pt x="201" y="1006"/>
                  </a:cubicBezTo>
                  <a:cubicBezTo>
                    <a:pt x="200" y="994"/>
                    <a:pt x="190" y="986"/>
                    <a:pt x="187" y="974"/>
                  </a:cubicBezTo>
                  <a:cubicBezTo>
                    <a:pt x="174" y="940"/>
                    <a:pt x="139" y="921"/>
                    <a:pt x="121" y="890"/>
                  </a:cubicBezTo>
                  <a:cubicBezTo>
                    <a:pt x="123" y="967"/>
                    <a:pt x="136" y="1039"/>
                    <a:pt x="156" y="1105"/>
                  </a:cubicBezTo>
                  <a:moveTo>
                    <a:pt x="1301" y="859"/>
                  </a:moveTo>
                  <a:cubicBezTo>
                    <a:pt x="1313" y="829"/>
                    <a:pt x="1313" y="829"/>
                    <a:pt x="1313" y="829"/>
                  </a:cubicBezTo>
                  <a:cubicBezTo>
                    <a:pt x="1289" y="862"/>
                    <a:pt x="1289" y="862"/>
                    <a:pt x="1289" y="862"/>
                  </a:cubicBezTo>
                  <a:cubicBezTo>
                    <a:pt x="1301" y="859"/>
                    <a:pt x="1301" y="859"/>
                    <a:pt x="1301" y="859"/>
                  </a:cubicBezTo>
                  <a:moveTo>
                    <a:pt x="1351" y="794"/>
                  </a:moveTo>
                  <a:cubicBezTo>
                    <a:pt x="1354" y="782"/>
                    <a:pt x="1354" y="782"/>
                    <a:pt x="1354" y="782"/>
                  </a:cubicBezTo>
                  <a:cubicBezTo>
                    <a:pt x="1348" y="791"/>
                    <a:pt x="1348" y="791"/>
                    <a:pt x="1348" y="791"/>
                  </a:cubicBezTo>
                  <a:cubicBezTo>
                    <a:pt x="1344" y="803"/>
                    <a:pt x="1344" y="803"/>
                    <a:pt x="1344" y="803"/>
                  </a:cubicBezTo>
                  <a:cubicBezTo>
                    <a:pt x="1351" y="794"/>
                    <a:pt x="1351" y="794"/>
                    <a:pt x="1351" y="794"/>
                  </a:cubicBezTo>
                  <a:moveTo>
                    <a:pt x="1096" y="700"/>
                  </a:moveTo>
                  <a:cubicBezTo>
                    <a:pt x="1112" y="707"/>
                    <a:pt x="1112" y="707"/>
                    <a:pt x="1112" y="707"/>
                  </a:cubicBezTo>
                  <a:cubicBezTo>
                    <a:pt x="1100" y="671"/>
                    <a:pt x="1100" y="671"/>
                    <a:pt x="1100" y="671"/>
                  </a:cubicBezTo>
                  <a:cubicBezTo>
                    <a:pt x="1096" y="700"/>
                    <a:pt x="1096" y="700"/>
                    <a:pt x="1096" y="700"/>
                  </a:cubicBezTo>
                  <a:moveTo>
                    <a:pt x="1102" y="1123"/>
                  </a:moveTo>
                  <a:cubicBezTo>
                    <a:pt x="1114" y="1096"/>
                    <a:pt x="1114" y="1096"/>
                    <a:pt x="1114" y="1096"/>
                  </a:cubicBezTo>
                  <a:cubicBezTo>
                    <a:pt x="1102" y="1123"/>
                    <a:pt x="1102" y="1123"/>
                    <a:pt x="1102" y="1123"/>
                  </a:cubicBezTo>
                  <a:cubicBezTo>
                    <a:pt x="1073" y="1126"/>
                    <a:pt x="1073" y="1126"/>
                    <a:pt x="1073" y="1126"/>
                  </a:cubicBezTo>
                  <a:cubicBezTo>
                    <a:pt x="1102" y="1123"/>
                    <a:pt x="1102" y="1123"/>
                    <a:pt x="1102" y="1123"/>
                  </a:cubicBezTo>
                  <a:moveTo>
                    <a:pt x="1085" y="1121"/>
                  </a:moveTo>
                  <a:cubicBezTo>
                    <a:pt x="1082" y="1092"/>
                    <a:pt x="1082" y="1092"/>
                    <a:pt x="1082" y="1092"/>
                  </a:cubicBezTo>
                  <a:cubicBezTo>
                    <a:pt x="1090" y="1091"/>
                    <a:pt x="1098" y="1090"/>
                    <a:pt x="1106" y="1090"/>
                  </a:cubicBezTo>
                  <a:cubicBezTo>
                    <a:pt x="1085" y="1121"/>
                    <a:pt x="1085" y="1121"/>
                    <a:pt x="1085" y="1121"/>
                  </a:cubicBezTo>
                  <a:moveTo>
                    <a:pt x="1136" y="1054"/>
                  </a:moveTo>
                  <a:cubicBezTo>
                    <a:pt x="1122" y="1029"/>
                    <a:pt x="1122" y="1029"/>
                    <a:pt x="1122" y="1029"/>
                  </a:cubicBezTo>
                  <a:cubicBezTo>
                    <a:pt x="1136" y="1054"/>
                    <a:pt x="1136" y="1054"/>
                    <a:pt x="1136" y="1054"/>
                  </a:cubicBezTo>
                  <a:moveTo>
                    <a:pt x="1136" y="1054"/>
                  </a:moveTo>
                  <a:cubicBezTo>
                    <a:pt x="1140" y="1025"/>
                    <a:pt x="1140" y="1025"/>
                    <a:pt x="1140" y="1025"/>
                  </a:cubicBezTo>
                  <a:cubicBezTo>
                    <a:pt x="1136" y="1054"/>
                    <a:pt x="1136" y="1054"/>
                    <a:pt x="1136" y="1054"/>
                  </a:cubicBezTo>
                  <a:moveTo>
                    <a:pt x="1142" y="932"/>
                  </a:moveTo>
                  <a:cubicBezTo>
                    <a:pt x="1141" y="926"/>
                    <a:pt x="1141" y="919"/>
                    <a:pt x="1141" y="913"/>
                  </a:cubicBezTo>
                  <a:cubicBezTo>
                    <a:pt x="1141" y="919"/>
                    <a:pt x="1141" y="926"/>
                    <a:pt x="1142" y="932"/>
                  </a:cubicBezTo>
                  <a:moveTo>
                    <a:pt x="1142" y="932"/>
                  </a:moveTo>
                  <a:cubicBezTo>
                    <a:pt x="1146" y="931"/>
                    <a:pt x="1152" y="930"/>
                    <a:pt x="1157" y="930"/>
                  </a:cubicBezTo>
                  <a:cubicBezTo>
                    <a:pt x="1152" y="930"/>
                    <a:pt x="1146" y="931"/>
                    <a:pt x="1142" y="932"/>
                  </a:cubicBezTo>
                  <a:moveTo>
                    <a:pt x="869" y="940"/>
                  </a:moveTo>
                  <a:cubicBezTo>
                    <a:pt x="860" y="902"/>
                    <a:pt x="860" y="902"/>
                    <a:pt x="860" y="902"/>
                  </a:cubicBezTo>
                  <a:cubicBezTo>
                    <a:pt x="869" y="940"/>
                    <a:pt x="869" y="940"/>
                    <a:pt x="869" y="940"/>
                  </a:cubicBezTo>
                  <a:moveTo>
                    <a:pt x="869" y="940"/>
                  </a:moveTo>
                  <a:cubicBezTo>
                    <a:pt x="888" y="928"/>
                    <a:pt x="888" y="928"/>
                    <a:pt x="888" y="928"/>
                  </a:cubicBezTo>
                  <a:cubicBezTo>
                    <a:pt x="869" y="940"/>
                    <a:pt x="869" y="940"/>
                    <a:pt x="869" y="94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699"/>
                    <a:pt x="1073" y="699"/>
                  </a:cubicBezTo>
                  <a:cubicBezTo>
                    <a:pt x="1073" y="699"/>
                    <a:pt x="1073" y="700"/>
                    <a:pt x="1073" y="700"/>
                  </a:cubicBezTo>
                  <a:moveTo>
                    <a:pt x="1073" y="699"/>
                  </a:moveTo>
                  <a:cubicBezTo>
                    <a:pt x="1073" y="699"/>
                    <a:pt x="1073" y="699"/>
                    <a:pt x="1073" y="699"/>
                  </a:cubicBezTo>
                  <a:cubicBezTo>
                    <a:pt x="1073" y="699"/>
                    <a:pt x="1073" y="699"/>
                    <a:pt x="1073" y="699"/>
                  </a:cubicBezTo>
                  <a:moveTo>
                    <a:pt x="1073" y="698"/>
                  </a:moveTo>
                  <a:cubicBezTo>
                    <a:pt x="1073" y="699"/>
                    <a:pt x="1073" y="699"/>
                    <a:pt x="1073" y="699"/>
                  </a:cubicBezTo>
                  <a:cubicBezTo>
                    <a:pt x="1073" y="699"/>
                    <a:pt x="1073" y="699"/>
                    <a:pt x="1073" y="699"/>
                  </a:cubicBezTo>
                  <a:moveTo>
                    <a:pt x="1073" y="698"/>
                  </a:moveTo>
                  <a:cubicBezTo>
                    <a:pt x="1073" y="698"/>
                    <a:pt x="1073" y="698"/>
                    <a:pt x="1073" y="698"/>
                  </a:cubicBezTo>
                  <a:cubicBezTo>
                    <a:pt x="1073" y="698"/>
                    <a:pt x="1073" y="698"/>
                    <a:pt x="1073" y="698"/>
                  </a:cubicBezTo>
                  <a:moveTo>
                    <a:pt x="1073" y="697"/>
                  </a:moveTo>
                  <a:cubicBezTo>
                    <a:pt x="1073" y="698"/>
                    <a:pt x="1073" y="698"/>
                    <a:pt x="1073" y="698"/>
                  </a:cubicBezTo>
                  <a:cubicBezTo>
                    <a:pt x="1073" y="698"/>
                    <a:pt x="1073" y="698"/>
                    <a:pt x="1073" y="697"/>
                  </a:cubicBezTo>
                  <a:moveTo>
                    <a:pt x="1073" y="697"/>
                  </a:moveTo>
                  <a:cubicBezTo>
                    <a:pt x="1073" y="697"/>
                    <a:pt x="1073" y="697"/>
                    <a:pt x="1073" y="697"/>
                  </a:cubicBezTo>
                  <a:cubicBezTo>
                    <a:pt x="1073" y="697"/>
                    <a:pt x="1073" y="697"/>
                    <a:pt x="1073" y="697"/>
                  </a:cubicBezTo>
                  <a:moveTo>
                    <a:pt x="1073" y="696"/>
                  </a:moveTo>
                  <a:cubicBezTo>
                    <a:pt x="1073" y="696"/>
                    <a:pt x="1073" y="696"/>
                    <a:pt x="1073" y="697"/>
                  </a:cubicBezTo>
                  <a:cubicBezTo>
                    <a:pt x="1073" y="696"/>
                    <a:pt x="1073" y="696"/>
                    <a:pt x="1073" y="696"/>
                  </a:cubicBezTo>
                  <a:moveTo>
                    <a:pt x="1073" y="695"/>
                  </a:moveTo>
                  <a:cubicBezTo>
                    <a:pt x="1073" y="695"/>
                    <a:pt x="1073" y="696"/>
                    <a:pt x="1073" y="696"/>
                  </a:cubicBezTo>
                  <a:cubicBezTo>
                    <a:pt x="1073" y="696"/>
                    <a:pt x="1073" y="695"/>
                    <a:pt x="1073" y="695"/>
                  </a:cubicBezTo>
                  <a:moveTo>
                    <a:pt x="1073" y="694"/>
                  </a:moveTo>
                  <a:cubicBezTo>
                    <a:pt x="1073" y="694"/>
                    <a:pt x="1073" y="695"/>
                    <a:pt x="1073" y="695"/>
                  </a:cubicBezTo>
                  <a:cubicBezTo>
                    <a:pt x="1073" y="695"/>
                    <a:pt x="1073" y="694"/>
                    <a:pt x="1073" y="694"/>
                  </a:cubicBezTo>
                  <a:moveTo>
                    <a:pt x="1073" y="694"/>
                  </a:moveTo>
                  <a:cubicBezTo>
                    <a:pt x="1073" y="694"/>
                    <a:pt x="1073" y="694"/>
                    <a:pt x="1073" y="694"/>
                  </a:cubicBezTo>
                  <a:cubicBezTo>
                    <a:pt x="1073" y="694"/>
                    <a:pt x="1073" y="694"/>
                    <a:pt x="1073" y="694"/>
                  </a:cubicBezTo>
                  <a:moveTo>
                    <a:pt x="1073" y="692"/>
                  </a:moveTo>
                  <a:cubicBezTo>
                    <a:pt x="1073" y="693"/>
                    <a:pt x="1073" y="693"/>
                    <a:pt x="1073" y="694"/>
                  </a:cubicBezTo>
                  <a:cubicBezTo>
                    <a:pt x="1073" y="693"/>
                    <a:pt x="1073" y="693"/>
                    <a:pt x="1073" y="692"/>
                  </a:cubicBezTo>
                  <a:moveTo>
                    <a:pt x="1073" y="691"/>
                  </a:moveTo>
                  <a:cubicBezTo>
                    <a:pt x="1073" y="691"/>
                    <a:pt x="1073" y="692"/>
                    <a:pt x="1073" y="692"/>
                  </a:cubicBezTo>
                  <a:cubicBezTo>
                    <a:pt x="1073" y="692"/>
                    <a:pt x="1073" y="691"/>
                    <a:pt x="1073" y="691"/>
                  </a:cubicBezTo>
                  <a:moveTo>
                    <a:pt x="1073" y="690"/>
                  </a:moveTo>
                  <a:cubicBezTo>
                    <a:pt x="1073" y="690"/>
                    <a:pt x="1073" y="691"/>
                    <a:pt x="1073" y="691"/>
                  </a:cubicBezTo>
                  <a:cubicBezTo>
                    <a:pt x="1073" y="690"/>
                    <a:pt x="1073" y="689"/>
                    <a:pt x="1073" y="688"/>
                  </a:cubicBezTo>
                  <a:cubicBezTo>
                    <a:pt x="1073" y="689"/>
                    <a:pt x="1073" y="690"/>
                    <a:pt x="1073" y="690"/>
                  </a:cubicBezTo>
                  <a:moveTo>
                    <a:pt x="643" y="623"/>
                  </a:moveTo>
                  <a:cubicBezTo>
                    <a:pt x="652" y="605"/>
                    <a:pt x="652" y="605"/>
                    <a:pt x="652" y="605"/>
                  </a:cubicBezTo>
                  <a:cubicBezTo>
                    <a:pt x="643" y="623"/>
                    <a:pt x="643" y="623"/>
                    <a:pt x="643" y="623"/>
                  </a:cubicBezTo>
                  <a:cubicBezTo>
                    <a:pt x="635" y="632"/>
                    <a:pt x="635" y="632"/>
                    <a:pt x="635" y="632"/>
                  </a:cubicBezTo>
                  <a:cubicBezTo>
                    <a:pt x="643" y="623"/>
                    <a:pt x="643" y="623"/>
                    <a:pt x="643" y="623"/>
                  </a:cubicBezTo>
                  <a:moveTo>
                    <a:pt x="1290" y="910"/>
                  </a:moveTo>
                  <a:cubicBezTo>
                    <a:pt x="1293" y="909"/>
                    <a:pt x="1295" y="909"/>
                    <a:pt x="1297" y="909"/>
                  </a:cubicBezTo>
                  <a:cubicBezTo>
                    <a:pt x="1295" y="909"/>
                    <a:pt x="1293" y="909"/>
                    <a:pt x="1290" y="910"/>
                  </a:cubicBezTo>
                  <a:cubicBezTo>
                    <a:pt x="1240" y="928"/>
                    <a:pt x="1240" y="928"/>
                    <a:pt x="1240" y="928"/>
                  </a:cubicBezTo>
                  <a:cubicBezTo>
                    <a:pt x="1234" y="929"/>
                    <a:pt x="1226" y="930"/>
                    <a:pt x="1219" y="931"/>
                  </a:cubicBezTo>
                  <a:cubicBezTo>
                    <a:pt x="1218" y="922"/>
                    <a:pt x="1218" y="912"/>
                    <a:pt x="1218" y="903"/>
                  </a:cubicBezTo>
                  <a:cubicBezTo>
                    <a:pt x="1210" y="885"/>
                    <a:pt x="1210" y="885"/>
                    <a:pt x="1210" y="885"/>
                  </a:cubicBezTo>
                  <a:cubicBezTo>
                    <a:pt x="1204" y="897"/>
                    <a:pt x="1204" y="897"/>
                    <a:pt x="1204" y="897"/>
                  </a:cubicBezTo>
                  <a:cubicBezTo>
                    <a:pt x="1186" y="879"/>
                    <a:pt x="1186" y="879"/>
                    <a:pt x="1186" y="879"/>
                  </a:cubicBezTo>
                  <a:cubicBezTo>
                    <a:pt x="1173" y="862"/>
                    <a:pt x="1155" y="841"/>
                    <a:pt x="1141" y="825"/>
                  </a:cubicBezTo>
                  <a:cubicBezTo>
                    <a:pt x="1135" y="790"/>
                    <a:pt x="1135" y="790"/>
                    <a:pt x="1135" y="790"/>
                  </a:cubicBezTo>
                  <a:cubicBezTo>
                    <a:pt x="1121" y="766"/>
                    <a:pt x="1103" y="734"/>
                    <a:pt x="1089" y="710"/>
                  </a:cubicBezTo>
                  <a:cubicBezTo>
                    <a:pt x="1089" y="707"/>
                    <a:pt x="1088" y="704"/>
                    <a:pt x="1088" y="700"/>
                  </a:cubicBezTo>
                  <a:cubicBezTo>
                    <a:pt x="1070" y="674"/>
                    <a:pt x="1070" y="674"/>
                    <a:pt x="1070" y="674"/>
                  </a:cubicBezTo>
                  <a:cubicBezTo>
                    <a:pt x="1088" y="700"/>
                    <a:pt x="1088" y="700"/>
                    <a:pt x="1088" y="700"/>
                  </a:cubicBezTo>
                  <a:cubicBezTo>
                    <a:pt x="1091" y="700"/>
                    <a:pt x="1093" y="700"/>
                    <a:pt x="1096" y="700"/>
                  </a:cubicBezTo>
                  <a:cubicBezTo>
                    <a:pt x="1100" y="671"/>
                    <a:pt x="1100" y="671"/>
                    <a:pt x="1100" y="671"/>
                  </a:cubicBezTo>
                  <a:cubicBezTo>
                    <a:pt x="1100" y="668"/>
                    <a:pt x="1099" y="665"/>
                    <a:pt x="1099" y="662"/>
                  </a:cubicBezTo>
                  <a:cubicBezTo>
                    <a:pt x="1081" y="664"/>
                    <a:pt x="1065" y="665"/>
                    <a:pt x="1047" y="667"/>
                  </a:cubicBezTo>
                  <a:cubicBezTo>
                    <a:pt x="1037" y="668"/>
                    <a:pt x="1027" y="669"/>
                    <a:pt x="1017" y="669"/>
                  </a:cubicBezTo>
                  <a:cubicBezTo>
                    <a:pt x="1009" y="660"/>
                    <a:pt x="1009" y="660"/>
                    <a:pt x="1009" y="660"/>
                  </a:cubicBezTo>
                  <a:cubicBezTo>
                    <a:pt x="988" y="660"/>
                    <a:pt x="971" y="639"/>
                    <a:pt x="948" y="645"/>
                  </a:cubicBezTo>
                  <a:cubicBezTo>
                    <a:pt x="940" y="648"/>
                    <a:pt x="940" y="648"/>
                    <a:pt x="928" y="683"/>
                  </a:cubicBezTo>
                  <a:cubicBezTo>
                    <a:pt x="917" y="681"/>
                    <a:pt x="902" y="677"/>
                    <a:pt x="890" y="675"/>
                  </a:cubicBezTo>
                  <a:cubicBezTo>
                    <a:pt x="874" y="649"/>
                    <a:pt x="874" y="649"/>
                    <a:pt x="874" y="649"/>
                  </a:cubicBezTo>
                  <a:cubicBezTo>
                    <a:pt x="860" y="648"/>
                    <a:pt x="860" y="648"/>
                    <a:pt x="860" y="648"/>
                  </a:cubicBezTo>
                  <a:cubicBezTo>
                    <a:pt x="857" y="648"/>
                    <a:pt x="855" y="648"/>
                    <a:pt x="852" y="648"/>
                  </a:cubicBezTo>
                  <a:cubicBezTo>
                    <a:pt x="838" y="646"/>
                    <a:pt x="838" y="646"/>
                    <a:pt x="830" y="611"/>
                  </a:cubicBezTo>
                  <a:cubicBezTo>
                    <a:pt x="828" y="617"/>
                    <a:pt x="824" y="625"/>
                    <a:pt x="822" y="631"/>
                  </a:cubicBezTo>
                  <a:cubicBezTo>
                    <a:pt x="830" y="611"/>
                    <a:pt x="830" y="611"/>
                    <a:pt x="830" y="611"/>
                  </a:cubicBezTo>
                  <a:cubicBezTo>
                    <a:pt x="830" y="605"/>
                    <a:pt x="830" y="599"/>
                    <a:pt x="830" y="593"/>
                  </a:cubicBezTo>
                  <a:cubicBezTo>
                    <a:pt x="813" y="593"/>
                    <a:pt x="797" y="593"/>
                    <a:pt x="780" y="593"/>
                  </a:cubicBezTo>
                  <a:cubicBezTo>
                    <a:pt x="742" y="593"/>
                    <a:pt x="707" y="627"/>
                    <a:pt x="666" y="606"/>
                  </a:cubicBezTo>
                  <a:cubicBezTo>
                    <a:pt x="661" y="606"/>
                    <a:pt x="657" y="605"/>
                    <a:pt x="652" y="605"/>
                  </a:cubicBezTo>
                  <a:cubicBezTo>
                    <a:pt x="643" y="623"/>
                    <a:pt x="643" y="623"/>
                    <a:pt x="643" y="623"/>
                  </a:cubicBezTo>
                  <a:cubicBezTo>
                    <a:pt x="635" y="632"/>
                    <a:pt x="635" y="632"/>
                    <a:pt x="635" y="632"/>
                  </a:cubicBezTo>
                  <a:cubicBezTo>
                    <a:pt x="611" y="657"/>
                    <a:pt x="611" y="657"/>
                    <a:pt x="611" y="657"/>
                  </a:cubicBezTo>
                  <a:cubicBezTo>
                    <a:pt x="610" y="663"/>
                    <a:pt x="610" y="670"/>
                    <a:pt x="609" y="676"/>
                  </a:cubicBezTo>
                  <a:cubicBezTo>
                    <a:pt x="610" y="670"/>
                    <a:pt x="610" y="663"/>
                    <a:pt x="611" y="657"/>
                  </a:cubicBezTo>
                  <a:cubicBezTo>
                    <a:pt x="594" y="682"/>
                    <a:pt x="570" y="700"/>
                    <a:pt x="553" y="724"/>
                  </a:cubicBezTo>
                  <a:cubicBezTo>
                    <a:pt x="540" y="742"/>
                    <a:pt x="528" y="769"/>
                    <a:pt x="518" y="789"/>
                  </a:cubicBezTo>
                  <a:cubicBezTo>
                    <a:pt x="524" y="808"/>
                    <a:pt x="524" y="808"/>
                    <a:pt x="523" y="828"/>
                  </a:cubicBezTo>
                  <a:cubicBezTo>
                    <a:pt x="523" y="834"/>
                    <a:pt x="522" y="841"/>
                    <a:pt x="522" y="847"/>
                  </a:cubicBezTo>
                  <a:cubicBezTo>
                    <a:pt x="521" y="863"/>
                    <a:pt x="520" y="879"/>
                    <a:pt x="520" y="894"/>
                  </a:cubicBezTo>
                  <a:cubicBezTo>
                    <a:pt x="525" y="895"/>
                    <a:pt x="530" y="896"/>
                    <a:pt x="535" y="896"/>
                  </a:cubicBezTo>
                  <a:cubicBezTo>
                    <a:pt x="551" y="915"/>
                    <a:pt x="551" y="915"/>
                    <a:pt x="551" y="915"/>
                  </a:cubicBezTo>
                  <a:cubicBezTo>
                    <a:pt x="579" y="919"/>
                    <a:pt x="579" y="919"/>
                    <a:pt x="579" y="919"/>
                  </a:cubicBezTo>
                  <a:cubicBezTo>
                    <a:pt x="579" y="922"/>
                    <a:pt x="579" y="926"/>
                    <a:pt x="579" y="929"/>
                  </a:cubicBezTo>
                  <a:cubicBezTo>
                    <a:pt x="579" y="926"/>
                    <a:pt x="579" y="922"/>
                    <a:pt x="579" y="919"/>
                  </a:cubicBezTo>
                  <a:cubicBezTo>
                    <a:pt x="551" y="915"/>
                    <a:pt x="551" y="915"/>
                    <a:pt x="551" y="915"/>
                  </a:cubicBezTo>
                  <a:cubicBezTo>
                    <a:pt x="535" y="896"/>
                    <a:pt x="535" y="896"/>
                    <a:pt x="535" y="896"/>
                  </a:cubicBezTo>
                  <a:cubicBezTo>
                    <a:pt x="530" y="896"/>
                    <a:pt x="525" y="895"/>
                    <a:pt x="520" y="894"/>
                  </a:cubicBezTo>
                  <a:cubicBezTo>
                    <a:pt x="520" y="900"/>
                    <a:pt x="519" y="907"/>
                    <a:pt x="519" y="913"/>
                  </a:cubicBezTo>
                  <a:cubicBezTo>
                    <a:pt x="556" y="992"/>
                    <a:pt x="556" y="992"/>
                    <a:pt x="602" y="1033"/>
                  </a:cubicBezTo>
                  <a:cubicBezTo>
                    <a:pt x="542" y="940"/>
                    <a:pt x="542" y="940"/>
                    <a:pt x="537" y="914"/>
                  </a:cubicBezTo>
                  <a:cubicBezTo>
                    <a:pt x="539" y="921"/>
                    <a:pt x="541" y="931"/>
                    <a:pt x="542" y="939"/>
                  </a:cubicBezTo>
                  <a:cubicBezTo>
                    <a:pt x="542" y="941"/>
                    <a:pt x="542" y="941"/>
                    <a:pt x="602" y="1033"/>
                  </a:cubicBezTo>
                  <a:cubicBezTo>
                    <a:pt x="623" y="1032"/>
                    <a:pt x="651" y="1030"/>
                    <a:pt x="672" y="1029"/>
                  </a:cubicBezTo>
                  <a:cubicBezTo>
                    <a:pt x="679" y="1029"/>
                    <a:pt x="687" y="1030"/>
                    <a:pt x="695" y="1030"/>
                  </a:cubicBezTo>
                  <a:cubicBezTo>
                    <a:pt x="711" y="1022"/>
                    <a:pt x="711" y="1022"/>
                    <a:pt x="711" y="1022"/>
                  </a:cubicBezTo>
                  <a:cubicBezTo>
                    <a:pt x="742" y="1012"/>
                    <a:pt x="742" y="1012"/>
                    <a:pt x="742" y="1012"/>
                  </a:cubicBezTo>
                  <a:cubicBezTo>
                    <a:pt x="711" y="1022"/>
                    <a:pt x="711" y="1022"/>
                    <a:pt x="711" y="1022"/>
                  </a:cubicBezTo>
                  <a:cubicBezTo>
                    <a:pt x="759" y="1023"/>
                    <a:pt x="759" y="1023"/>
                    <a:pt x="759" y="1023"/>
                  </a:cubicBezTo>
                  <a:cubicBezTo>
                    <a:pt x="767" y="1052"/>
                    <a:pt x="767" y="1052"/>
                    <a:pt x="767" y="1052"/>
                  </a:cubicBezTo>
                  <a:cubicBezTo>
                    <a:pt x="782" y="1042"/>
                    <a:pt x="782" y="1042"/>
                    <a:pt x="782" y="1042"/>
                  </a:cubicBezTo>
                  <a:cubicBezTo>
                    <a:pt x="790" y="1042"/>
                    <a:pt x="798" y="1042"/>
                    <a:pt x="806" y="1042"/>
                  </a:cubicBezTo>
                  <a:cubicBezTo>
                    <a:pt x="821" y="1052"/>
                    <a:pt x="821" y="1052"/>
                    <a:pt x="821" y="1052"/>
                  </a:cubicBezTo>
                  <a:cubicBezTo>
                    <a:pt x="822" y="1069"/>
                    <a:pt x="822" y="1069"/>
                    <a:pt x="822" y="1069"/>
                  </a:cubicBezTo>
                  <a:cubicBezTo>
                    <a:pt x="821" y="1052"/>
                    <a:pt x="821" y="1052"/>
                    <a:pt x="821" y="1052"/>
                  </a:cubicBezTo>
                  <a:cubicBezTo>
                    <a:pt x="806" y="1042"/>
                    <a:pt x="806" y="1042"/>
                    <a:pt x="806" y="1042"/>
                  </a:cubicBezTo>
                  <a:cubicBezTo>
                    <a:pt x="814" y="1060"/>
                    <a:pt x="814" y="1060"/>
                    <a:pt x="814" y="1060"/>
                  </a:cubicBezTo>
                  <a:cubicBezTo>
                    <a:pt x="814" y="1069"/>
                    <a:pt x="814" y="1077"/>
                    <a:pt x="814" y="1086"/>
                  </a:cubicBezTo>
                  <a:cubicBezTo>
                    <a:pt x="814" y="1092"/>
                    <a:pt x="814" y="1097"/>
                    <a:pt x="814" y="1103"/>
                  </a:cubicBezTo>
                  <a:cubicBezTo>
                    <a:pt x="814" y="1106"/>
                    <a:pt x="814" y="1109"/>
                    <a:pt x="814" y="1112"/>
                  </a:cubicBezTo>
                  <a:cubicBezTo>
                    <a:pt x="823" y="1127"/>
                    <a:pt x="836" y="1146"/>
                    <a:pt x="845" y="1161"/>
                  </a:cubicBezTo>
                  <a:cubicBezTo>
                    <a:pt x="855" y="1183"/>
                    <a:pt x="857" y="1191"/>
                    <a:pt x="859" y="1209"/>
                  </a:cubicBezTo>
                  <a:cubicBezTo>
                    <a:pt x="923" y="1208"/>
                    <a:pt x="987" y="1205"/>
                    <a:pt x="1050" y="1200"/>
                  </a:cubicBezTo>
                  <a:cubicBezTo>
                    <a:pt x="1051" y="1195"/>
                    <a:pt x="1051" y="1190"/>
                    <a:pt x="1052" y="1185"/>
                  </a:cubicBezTo>
                  <a:cubicBezTo>
                    <a:pt x="1045" y="1177"/>
                    <a:pt x="1045" y="1177"/>
                    <a:pt x="1045" y="1177"/>
                  </a:cubicBezTo>
                  <a:cubicBezTo>
                    <a:pt x="1040" y="1129"/>
                    <a:pt x="1040" y="1129"/>
                    <a:pt x="1040" y="1129"/>
                  </a:cubicBezTo>
                  <a:cubicBezTo>
                    <a:pt x="1045" y="1177"/>
                    <a:pt x="1045" y="1177"/>
                    <a:pt x="1045" y="1177"/>
                  </a:cubicBezTo>
                  <a:cubicBezTo>
                    <a:pt x="1055" y="1144"/>
                    <a:pt x="1055" y="1144"/>
                    <a:pt x="1055" y="1144"/>
                  </a:cubicBezTo>
                  <a:cubicBezTo>
                    <a:pt x="1045" y="1177"/>
                    <a:pt x="1045" y="1177"/>
                    <a:pt x="1045" y="1177"/>
                  </a:cubicBezTo>
                  <a:cubicBezTo>
                    <a:pt x="1054" y="1161"/>
                    <a:pt x="1054" y="1161"/>
                    <a:pt x="1054" y="1161"/>
                  </a:cubicBezTo>
                  <a:cubicBezTo>
                    <a:pt x="1045" y="1177"/>
                    <a:pt x="1045" y="1177"/>
                    <a:pt x="1045" y="1177"/>
                  </a:cubicBezTo>
                  <a:cubicBezTo>
                    <a:pt x="1052" y="1185"/>
                    <a:pt x="1052" y="1185"/>
                    <a:pt x="1052" y="1185"/>
                  </a:cubicBezTo>
                  <a:cubicBezTo>
                    <a:pt x="1060" y="1176"/>
                    <a:pt x="1060" y="1176"/>
                    <a:pt x="1060" y="1176"/>
                  </a:cubicBezTo>
                  <a:cubicBezTo>
                    <a:pt x="1052" y="1185"/>
                    <a:pt x="1052" y="1185"/>
                    <a:pt x="1052" y="1185"/>
                  </a:cubicBezTo>
                  <a:cubicBezTo>
                    <a:pt x="1051" y="1190"/>
                    <a:pt x="1051" y="1195"/>
                    <a:pt x="1050" y="1200"/>
                  </a:cubicBezTo>
                  <a:cubicBezTo>
                    <a:pt x="1067" y="1198"/>
                    <a:pt x="1067" y="1198"/>
                    <a:pt x="1067" y="1198"/>
                  </a:cubicBezTo>
                  <a:cubicBezTo>
                    <a:pt x="1050" y="1200"/>
                    <a:pt x="1050" y="1200"/>
                    <a:pt x="1050" y="1200"/>
                  </a:cubicBezTo>
                  <a:cubicBezTo>
                    <a:pt x="1086" y="1197"/>
                    <a:pt x="1121" y="1193"/>
                    <a:pt x="1156" y="1189"/>
                  </a:cubicBezTo>
                  <a:cubicBezTo>
                    <a:pt x="1150" y="1167"/>
                    <a:pt x="1150" y="1167"/>
                    <a:pt x="1150" y="1167"/>
                  </a:cubicBezTo>
                  <a:cubicBezTo>
                    <a:pt x="1152" y="1158"/>
                    <a:pt x="1153" y="1150"/>
                    <a:pt x="1154" y="1142"/>
                  </a:cubicBezTo>
                  <a:cubicBezTo>
                    <a:pt x="1161" y="1132"/>
                    <a:pt x="1161" y="1132"/>
                    <a:pt x="1161" y="1132"/>
                  </a:cubicBezTo>
                  <a:cubicBezTo>
                    <a:pt x="1171" y="1124"/>
                    <a:pt x="1171" y="1124"/>
                    <a:pt x="1171" y="1124"/>
                  </a:cubicBezTo>
                  <a:cubicBezTo>
                    <a:pt x="1193" y="1098"/>
                    <a:pt x="1223" y="1064"/>
                    <a:pt x="1245" y="1037"/>
                  </a:cubicBezTo>
                  <a:cubicBezTo>
                    <a:pt x="1275" y="987"/>
                    <a:pt x="1275" y="987"/>
                    <a:pt x="1275" y="987"/>
                  </a:cubicBezTo>
                  <a:cubicBezTo>
                    <a:pt x="1245" y="1037"/>
                    <a:pt x="1245" y="1037"/>
                    <a:pt x="1245" y="1037"/>
                  </a:cubicBezTo>
                  <a:cubicBezTo>
                    <a:pt x="1275" y="987"/>
                    <a:pt x="1275" y="987"/>
                    <a:pt x="1275" y="987"/>
                  </a:cubicBezTo>
                  <a:cubicBezTo>
                    <a:pt x="1275" y="984"/>
                    <a:pt x="1275" y="981"/>
                    <a:pt x="1276" y="978"/>
                  </a:cubicBezTo>
                  <a:cubicBezTo>
                    <a:pt x="1283" y="968"/>
                    <a:pt x="1283" y="968"/>
                    <a:pt x="1283" y="968"/>
                  </a:cubicBezTo>
                  <a:cubicBezTo>
                    <a:pt x="1297" y="909"/>
                    <a:pt x="1297" y="909"/>
                    <a:pt x="1297" y="909"/>
                  </a:cubicBezTo>
                  <a:cubicBezTo>
                    <a:pt x="1295" y="909"/>
                    <a:pt x="1293" y="909"/>
                    <a:pt x="1290" y="910"/>
                  </a:cubicBezTo>
                  <a:moveTo>
                    <a:pt x="1078" y="618"/>
                  </a:moveTo>
                  <a:cubicBezTo>
                    <a:pt x="1076" y="609"/>
                    <a:pt x="1075" y="600"/>
                    <a:pt x="1074" y="591"/>
                  </a:cubicBezTo>
                  <a:cubicBezTo>
                    <a:pt x="1051" y="583"/>
                    <a:pt x="1051" y="583"/>
                    <a:pt x="1051" y="583"/>
                  </a:cubicBezTo>
                  <a:cubicBezTo>
                    <a:pt x="1065" y="618"/>
                    <a:pt x="1065" y="618"/>
                    <a:pt x="1065" y="618"/>
                  </a:cubicBezTo>
                  <a:cubicBezTo>
                    <a:pt x="1078" y="618"/>
                    <a:pt x="1078" y="618"/>
                    <a:pt x="1078" y="618"/>
                  </a:cubicBezTo>
                  <a:moveTo>
                    <a:pt x="698" y="585"/>
                  </a:moveTo>
                  <a:cubicBezTo>
                    <a:pt x="698" y="585"/>
                    <a:pt x="699" y="584"/>
                    <a:pt x="699" y="584"/>
                  </a:cubicBezTo>
                  <a:cubicBezTo>
                    <a:pt x="681" y="583"/>
                    <a:pt x="664" y="582"/>
                    <a:pt x="647" y="581"/>
                  </a:cubicBezTo>
                  <a:cubicBezTo>
                    <a:pt x="660" y="594"/>
                    <a:pt x="660" y="594"/>
                    <a:pt x="660" y="594"/>
                  </a:cubicBezTo>
                  <a:cubicBezTo>
                    <a:pt x="695" y="590"/>
                    <a:pt x="695" y="590"/>
                    <a:pt x="695" y="590"/>
                  </a:cubicBezTo>
                  <a:cubicBezTo>
                    <a:pt x="696" y="589"/>
                    <a:pt x="697" y="587"/>
                    <a:pt x="698" y="585"/>
                  </a:cubicBezTo>
                  <a:moveTo>
                    <a:pt x="666" y="606"/>
                  </a:moveTo>
                  <a:cubicBezTo>
                    <a:pt x="686" y="616"/>
                    <a:pt x="686" y="616"/>
                    <a:pt x="686" y="616"/>
                  </a:cubicBezTo>
                  <a:cubicBezTo>
                    <a:pt x="666" y="606"/>
                    <a:pt x="666" y="606"/>
                    <a:pt x="666" y="606"/>
                  </a:cubicBezTo>
                  <a:moveTo>
                    <a:pt x="701" y="587"/>
                  </a:moveTo>
                  <a:cubicBezTo>
                    <a:pt x="702" y="586"/>
                    <a:pt x="702" y="585"/>
                    <a:pt x="703" y="584"/>
                  </a:cubicBezTo>
                  <a:cubicBezTo>
                    <a:pt x="701" y="584"/>
                    <a:pt x="700" y="584"/>
                    <a:pt x="699" y="584"/>
                  </a:cubicBezTo>
                  <a:cubicBezTo>
                    <a:pt x="698" y="587"/>
                    <a:pt x="697" y="588"/>
                    <a:pt x="695" y="590"/>
                  </a:cubicBezTo>
                  <a:cubicBezTo>
                    <a:pt x="685" y="591"/>
                    <a:pt x="671" y="593"/>
                    <a:pt x="660" y="594"/>
                  </a:cubicBezTo>
                  <a:cubicBezTo>
                    <a:pt x="647" y="581"/>
                    <a:pt x="647" y="581"/>
                    <a:pt x="647" y="581"/>
                  </a:cubicBezTo>
                  <a:cubicBezTo>
                    <a:pt x="642" y="581"/>
                    <a:pt x="637" y="580"/>
                    <a:pt x="631" y="580"/>
                  </a:cubicBezTo>
                  <a:cubicBezTo>
                    <a:pt x="652" y="605"/>
                    <a:pt x="652" y="605"/>
                    <a:pt x="652" y="605"/>
                  </a:cubicBezTo>
                  <a:cubicBezTo>
                    <a:pt x="657" y="605"/>
                    <a:pt x="661" y="606"/>
                    <a:pt x="666" y="606"/>
                  </a:cubicBezTo>
                  <a:cubicBezTo>
                    <a:pt x="695" y="597"/>
                    <a:pt x="695" y="597"/>
                    <a:pt x="695" y="597"/>
                  </a:cubicBezTo>
                  <a:cubicBezTo>
                    <a:pt x="696" y="596"/>
                    <a:pt x="697" y="594"/>
                    <a:pt x="701" y="587"/>
                  </a:cubicBezTo>
                  <a:moveTo>
                    <a:pt x="880" y="589"/>
                  </a:moveTo>
                  <a:cubicBezTo>
                    <a:pt x="880" y="588"/>
                    <a:pt x="880" y="588"/>
                    <a:pt x="880" y="587"/>
                  </a:cubicBezTo>
                  <a:cubicBezTo>
                    <a:pt x="874" y="587"/>
                    <a:pt x="867" y="588"/>
                    <a:pt x="861" y="588"/>
                  </a:cubicBezTo>
                  <a:cubicBezTo>
                    <a:pt x="875" y="603"/>
                    <a:pt x="879" y="597"/>
                    <a:pt x="880" y="589"/>
                  </a:cubicBezTo>
                  <a:moveTo>
                    <a:pt x="947" y="588"/>
                  </a:moveTo>
                  <a:cubicBezTo>
                    <a:pt x="956" y="584"/>
                    <a:pt x="956" y="584"/>
                    <a:pt x="956" y="584"/>
                  </a:cubicBezTo>
                  <a:cubicBezTo>
                    <a:pt x="952" y="585"/>
                    <a:pt x="949" y="585"/>
                    <a:pt x="946" y="585"/>
                  </a:cubicBezTo>
                  <a:cubicBezTo>
                    <a:pt x="947" y="588"/>
                    <a:pt x="947" y="588"/>
                    <a:pt x="947" y="588"/>
                  </a:cubicBezTo>
                  <a:moveTo>
                    <a:pt x="1120" y="716"/>
                  </a:moveTo>
                  <a:cubicBezTo>
                    <a:pt x="1112" y="707"/>
                    <a:pt x="1112" y="707"/>
                    <a:pt x="1112" y="707"/>
                  </a:cubicBezTo>
                  <a:cubicBezTo>
                    <a:pt x="1120" y="716"/>
                    <a:pt x="1120" y="716"/>
                    <a:pt x="1120" y="716"/>
                  </a:cubicBezTo>
                  <a:moveTo>
                    <a:pt x="1361" y="694"/>
                  </a:moveTo>
                  <a:cubicBezTo>
                    <a:pt x="1351" y="640"/>
                    <a:pt x="1336" y="587"/>
                    <a:pt x="1319" y="535"/>
                  </a:cubicBezTo>
                  <a:cubicBezTo>
                    <a:pt x="1305" y="539"/>
                    <a:pt x="1290" y="542"/>
                    <a:pt x="1274" y="546"/>
                  </a:cubicBezTo>
                  <a:cubicBezTo>
                    <a:pt x="1275" y="550"/>
                    <a:pt x="1277" y="555"/>
                    <a:pt x="1278" y="560"/>
                  </a:cubicBezTo>
                  <a:cubicBezTo>
                    <a:pt x="1277" y="555"/>
                    <a:pt x="1275" y="550"/>
                    <a:pt x="1274" y="546"/>
                  </a:cubicBezTo>
                  <a:cubicBezTo>
                    <a:pt x="1272" y="546"/>
                    <a:pt x="1270" y="547"/>
                    <a:pt x="1269" y="547"/>
                  </a:cubicBezTo>
                  <a:cubicBezTo>
                    <a:pt x="1271" y="551"/>
                    <a:pt x="1271" y="551"/>
                    <a:pt x="1271" y="551"/>
                  </a:cubicBezTo>
                  <a:cubicBezTo>
                    <a:pt x="1252" y="556"/>
                    <a:pt x="1252" y="556"/>
                    <a:pt x="1252" y="556"/>
                  </a:cubicBezTo>
                  <a:cubicBezTo>
                    <a:pt x="1244" y="557"/>
                    <a:pt x="1242" y="557"/>
                    <a:pt x="1236" y="553"/>
                  </a:cubicBezTo>
                  <a:cubicBezTo>
                    <a:pt x="1225" y="555"/>
                    <a:pt x="1212" y="558"/>
                    <a:pt x="1200" y="560"/>
                  </a:cubicBezTo>
                  <a:cubicBezTo>
                    <a:pt x="1201" y="561"/>
                    <a:pt x="1201" y="563"/>
                    <a:pt x="1202" y="565"/>
                  </a:cubicBezTo>
                  <a:cubicBezTo>
                    <a:pt x="1201" y="563"/>
                    <a:pt x="1201" y="561"/>
                    <a:pt x="1200" y="560"/>
                  </a:cubicBezTo>
                  <a:cubicBezTo>
                    <a:pt x="1183" y="562"/>
                    <a:pt x="1166" y="565"/>
                    <a:pt x="1148" y="568"/>
                  </a:cubicBezTo>
                  <a:cubicBezTo>
                    <a:pt x="1103" y="573"/>
                    <a:pt x="1057" y="578"/>
                    <a:pt x="1011" y="581"/>
                  </a:cubicBezTo>
                  <a:cubicBezTo>
                    <a:pt x="1016" y="586"/>
                    <a:pt x="1016" y="586"/>
                    <a:pt x="1016" y="586"/>
                  </a:cubicBezTo>
                  <a:cubicBezTo>
                    <a:pt x="1038" y="594"/>
                    <a:pt x="1038" y="594"/>
                    <a:pt x="1038" y="594"/>
                  </a:cubicBezTo>
                  <a:cubicBezTo>
                    <a:pt x="1044" y="584"/>
                    <a:pt x="1044" y="584"/>
                    <a:pt x="1044" y="584"/>
                  </a:cubicBezTo>
                  <a:cubicBezTo>
                    <a:pt x="1047" y="584"/>
                    <a:pt x="1049" y="583"/>
                    <a:pt x="1051" y="583"/>
                  </a:cubicBezTo>
                  <a:cubicBezTo>
                    <a:pt x="1074" y="591"/>
                    <a:pt x="1074" y="591"/>
                    <a:pt x="1074" y="591"/>
                  </a:cubicBezTo>
                  <a:cubicBezTo>
                    <a:pt x="1076" y="590"/>
                    <a:pt x="1078" y="590"/>
                    <a:pt x="1081" y="590"/>
                  </a:cubicBezTo>
                  <a:cubicBezTo>
                    <a:pt x="1100" y="577"/>
                    <a:pt x="1100" y="577"/>
                    <a:pt x="1100" y="577"/>
                  </a:cubicBezTo>
                  <a:cubicBezTo>
                    <a:pt x="1081" y="590"/>
                    <a:pt x="1081" y="590"/>
                    <a:pt x="1081" y="590"/>
                  </a:cubicBezTo>
                  <a:cubicBezTo>
                    <a:pt x="1085" y="590"/>
                    <a:pt x="1090" y="589"/>
                    <a:pt x="1095" y="588"/>
                  </a:cubicBezTo>
                  <a:cubicBezTo>
                    <a:pt x="1094" y="608"/>
                    <a:pt x="1093" y="634"/>
                    <a:pt x="1092" y="654"/>
                  </a:cubicBezTo>
                  <a:cubicBezTo>
                    <a:pt x="1075" y="655"/>
                    <a:pt x="1075" y="655"/>
                    <a:pt x="1075" y="655"/>
                  </a:cubicBezTo>
                  <a:cubicBezTo>
                    <a:pt x="1047" y="667"/>
                    <a:pt x="1047" y="667"/>
                    <a:pt x="1047" y="667"/>
                  </a:cubicBezTo>
                  <a:cubicBezTo>
                    <a:pt x="1065" y="665"/>
                    <a:pt x="1081" y="664"/>
                    <a:pt x="1099" y="662"/>
                  </a:cubicBezTo>
                  <a:cubicBezTo>
                    <a:pt x="1099" y="665"/>
                    <a:pt x="1100" y="668"/>
                    <a:pt x="1100" y="671"/>
                  </a:cubicBezTo>
                  <a:cubicBezTo>
                    <a:pt x="1112" y="707"/>
                    <a:pt x="1112" y="707"/>
                    <a:pt x="1112" y="707"/>
                  </a:cubicBezTo>
                  <a:cubicBezTo>
                    <a:pt x="1120" y="716"/>
                    <a:pt x="1120" y="716"/>
                    <a:pt x="1120" y="716"/>
                  </a:cubicBezTo>
                  <a:cubicBezTo>
                    <a:pt x="1128" y="724"/>
                    <a:pt x="1128" y="724"/>
                    <a:pt x="1128" y="724"/>
                  </a:cubicBezTo>
                  <a:cubicBezTo>
                    <a:pt x="1120" y="716"/>
                    <a:pt x="1120" y="716"/>
                    <a:pt x="1120" y="716"/>
                  </a:cubicBezTo>
                  <a:cubicBezTo>
                    <a:pt x="1128" y="724"/>
                    <a:pt x="1128" y="724"/>
                    <a:pt x="1128" y="724"/>
                  </a:cubicBezTo>
                  <a:cubicBezTo>
                    <a:pt x="1142" y="748"/>
                    <a:pt x="1150" y="775"/>
                    <a:pt x="1166" y="798"/>
                  </a:cubicBezTo>
                  <a:cubicBezTo>
                    <a:pt x="1177" y="817"/>
                    <a:pt x="1196" y="830"/>
                    <a:pt x="1208" y="848"/>
                  </a:cubicBezTo>
                  <a:cubicBezTo>
                    <a:pt x="1209" y="860"/>
                    <a:pt x="1209" y="872"/>
                    <a:pt x="1210" y="885"/>
                  </a:cubicBezTo>
                  <a:cubicBezTo>
                    <a:pt x="1218" y="903"/>
                    <a:pt x="1218" y="903"/>
                    <a:pt x="1218" y="903"/>
                  </a:cubicBezTo>
                  <a:cubicBezTo>
                    <a:pt x="1223" y="902"/>
                    <a:pt x="1228" y="901"/>
                    <a:pt x="1233" y="900"/>
                  </a:cubicBezTo>
                  <a:cubicBezTo>
                    <a:pt x="1240" y="890"/>
                    <a:pt x="1240" y="890"/>
                    <a:pt x="1240" y="890"/>
                  </a:cubicBezTo>
                  <a:cubicBezTo>
                    <a:pt x="1289" y="862"/>
                    <a:pt x="1289" y="862"/>
                    <a:pt x="1289" y="862"/>
                  </a:cubicBezTo>
                  <a:cubicBezTo>
                    <a:pt x="1313" y="829"/>
                    <a:pt x="1313" y="829"/>
                    <a:pt x="1313" y="829"/>
                  </a:cubicBezTo>
                  <a:cubicBezTo>
                    <a:pt x="1344" y="803"/>
                    <a:pt x="1344" y="803"/>
                    <a:pt x="1344" y="803"/>
                  </a:cubicBezTo>
                  <a:cubicBezTo>
                    <a:pt x="1348" y="791"/>
                    <a:pt x="1348" y="791"/>
                    <a:pt x="1348" y="791"/>
                  </a:cubicBezTo>
                  <a:cubicBezTo>
                    <a:pt x="1354" y="782"/>
                    <a:pt x="1354" y="782"/>
                    <a:pt x="1354" y="782"/>
                  </a:cubicBezTo>
                  <a:cubicBezTo>
                    <a:pt x="1354" y="778"/>
                    <a:pt x="1354" y="775"/>
                    <a:pt x="1354" y="773"/>
                  </a:cubicBezTo>
                  <a:cubicBezTo>
                    <a:pt x="1362" y="745"/>
                    <a:pt x="1362" y="745"/>
                    <a:pt x="1362" y="742"/>
                  </a:cubicBezTo>
                  <a:cubicBezTo>
                    <a:pt x="1362" y="742"/>
                    <a:pt x="1362" y="743"/>
                    <a:pt x="1362" y="744"/>
                  </a:cubicBezTo>
                  <a:cubicBezTo>
                    <a:pt x="1361" y="747"/>
                    <a:pt x="1361" y="747"/>
                    <a:pt x="1354" y="773"/>
                  </a:cubicBezTo>
                  <a:cubicBezTo>
                    <a:pt x="1373" y="745"/>
                    <a:pt x="1373" y="745"/>
                    <a:pt x="1351" y="715"/>
                  </a:cubicBezTo>
                  <a:cubicBezTo>
                    <a:pt x="1347" y="716"/>
                    <a:pt x="1343" y="717"/>
                    <a:pt x="1339" y="718"/>
                  </a:cubicBezTo>
                  <a:cubicBezTo>
                    <a:pt x="1328" y="698"/>
                    <a:pt x="1328" y="698"/>
                    <a:pt x="1328" y="698"/>
                  </a:cubicBezTo>
                  <a:cubicBezTo>
                    <a:pt x="1308" y="724"/>
                    <a:pt x="1308" y="724"/>
                    <a:pt x="1308" y="724"/>
                  </a:cubicBezTo>
                  <a:cubicBezTo>
                    <a:pt x="1302" y="726"/>
                    <a:pt x="1295" y="727"/>
                    <a:pt x="1289" y="729"/>
                  </a:cubicBezTo>
                  <a:cubicBezTo>
                    <a:pt x="1288" y="725"/>
                    <a:pt x="1288" y="723"/>
                    <a:pt x="1287" y="719"/>
                  </a:cubicBezTo>
                  <a:cubicBezTo>
                    <a:pt x="1285" y="720"/>
                    <a:pt x="1283" y="720"/>
                    <a:pt x="1280" y="721"/>
                  </a:cubicBezTo>
                  <a:cubicBezTo>
                    <a:pt x="1283" y="720"/>
                    <a:pt x="1285" y="720"/>
                    <a:pt x="1287" y="719"/>
                  </a:cubicBezTo>
                  <a:cubicBezTo>
                    <a:pt x="1286" y="710"/>
                    <a:pt x="1284" y="701"/>
                    <a:pt x="1283" y="692"/>
                  </a:cubicBezTo>
                  <a:cubicBezTo>
                    <a:pt x="1276" y="693"/>
                    <a:pt x="1269" y="694"/>
                    <a:pt x="1263" y="695"/>
                  </a:cubicBezTo>
                  <a:cubicBezTo>
                    <a:pt x="1264" y="702"/>
                    <a:pt x="1265" y="707"/>
                    <a:pt x="1266" y="714"/>
                  </a:cubicBezTo>
                  <a:cubicBezTo>
                    <a:pt x="1265" y="707"/>
                    <a:pt x="1264" y="702"/>
                    <a:pt x="1263" y="695"/>
                  </a:cubicBezTo>
                  <a:cubicBezTo>
                    <a:pt x="1261" y="696"/>
                    <a:pt x="1259" y="696"/>
                    <a:pt x="1256" y="696"/>
                  </a:cubicBezTo>
                  <a:cubicBezTo>
                    <a:pt x="1259" y="696"/>
                    <a:pt x="1261" y="696"/>
                    <a:pt x="1263" y="695"/>
                  </a:cubicBezTo>
                  <a:cubicBezTo>
                    <a:pt x="1269" y="694"/>
                    <a:pt x="1276" y="693"/>
                    <a:pt x="1283" y="692"/>
                  </a:cubicBezTo>
                  <a:cubicBezTo>
                    <a:pt x="1261" y="686"/>
                    <a:pt x="1261" y="686"/>
                    <a:pt x="1261" y="686"/>
                  </a:cubicBezTo>
                  <a:cubicBezTo>
                    <a:pt x="1246" y="679"/>
                    <a:pt x="1246" y="679"/>
                    <a:pt x="1246" y="679"/>
                  </a:cubicBezTo>
                  <a:cubicBezTo>
                    <a:pt x="1245" y="670"/>
                    <a:pt x="1243" y="661"/>
                    <a:pt x="1241" y="652"/>
                  </a:cubicBezTo>
                  <a:cubicBezTo>
                    <a:pt x="1236" y="653"/>
                    <a:pt x="1235" y="655"/>
                    <a:pt x="1235" y="660"/>
                  </a:cubicBezTo>
                  <a:cubicBezTo>
                    <a:pt x="1236" y="652"/>
                    <a:pt x="1236" y="652"/>
                    <a:pt x="1259" y="652"/>
                  </a:cubicBezTo>
                  <a:cubicBezTo>
                    <a:pt x="1302" y="687"/>
                    <a:pt x="1302" y="687"/>
                    <a:pt x="1302" y="687"/>
                  </a:cubicBezTo>
                  <a:cubicBezTo>
                    <a:pt x="1334" y="690"/>
                    <a:pt x="1334" y="690"/>
                    <a:pt x="1334" y="690"/>
                  </a:cubicBezTo>
                  <a:cubicBezTo>
                    <a:pt x="1342" y="698"/>
                    <a:pt x="1342" y="698"/>
                    <a:pt x="1342" y="698"/>
                  </a:cubicBezTo>
                  <a:cubicBezTo>
                    <a:pt x="1348" y="696"/>
                    <a:pt x="1354" y="695"/>
                    <a:pt x="1361" y="694"/>
                  </a:cubicBezTo>
                  <a:moveTo>
                    <a:pt x="1557" y="371"/>
                  </a:moveTo>
                  <a:cubicBezTo>
                    <a:pt x="1555" y="366"/>
                    <a:pt x="1555" y="366"/>
                    <a:pt x="1555" y="366"/>
                  </a:cubicBezTo>
                  <a:cubicBezTo>
                    <a:pt x="1556" y="368"/>
                    <a:pt x="1556" y="369"/>
                    <a:pt x="1556" y="371"/>
                  </a:cubicBezTo>
                  <a:cubicBezTo>
                    <a:pt x="1558" y="374"/>
                    <a:pt x="1558" y="374"/>
                    <a:pt x="1558" y="374"/>
                  </a:cubicBezTo>
                  <a:cubicBezTo>
                    <a:pt x="1558" y="373"/>
                    <a:pt x="1557" y="372"/>
                    <a:pt x="1557" y="371"/>
                  </a:cubicBezTo>
                  <a:moveTo>
                    <a:pt x="123" y="438"/>
                  </a:moveTo>
                  <a:cubicBezTo>
                    <a:pt x="125" y="436"/>
                    <a:pt x="126" y="433"/>
                    <a:pt x="128" y="430"/>
                  </a:cubicBezTo>
                  <a:cubicBezTo>
                    <a:pt x="122" y="435"/>
                    <a:pt x="122" y="435"/>
                    <a:pt x="122" y="435"/>
                  </a:cubicBezTo>
                  <a:cubicBezTo>
                    <a:pt x="118" y="438"/>
                    <a:pt x="118" y="438"/>
                    <a:pt x="118" y="438"/>
                  </a:cubicBezTo>
                  <a:cubicBezTo>
                    <a:pt x="120" y="439"/>
                    <a:pt x="121" y="440"/>
                    <a:pt x="122" y="441"/>
                  </a:cubicBezTo>
                  <a:cubicBezTo>
                    <a:pt x="122" y="440"/>
                    <a:pt x="123" y="439"/>
                    <a:pt x="123" y="438"/>
                  </a:cubicBezTo>
                  <a:moveTo>
                    <a:pt x="1553" y="359"/>
                  </a:moveTo>
                  <a:cubicBezTo>
                    <a:pt x="1552" y="357"/>
                    <a:pt x="1551" y="356"/>
                    <a:pt x="1551" y="355"/>
                  </a:cubicBezTo>
                  <a:cubicBezTo>
                    <a:pt x="1542" y="340"/>
                    <a:pt x="1537" y="334"/>
                    <a:pt x="1535" y="331"/>
                  </a:cubicBezTo>
                  <a:cubicBezTo>
                    <a:pt x="1537" y="334"/>
                    <a:pt x="1539" y="338"/>
                    <a:pt x="1541" y="342"/>
                  </a:cubicBezTo>
                  <a:cubicBezTo>
                    <a:pt x="1540" y="339"/>
                    <a:pt x="1540" y="339"/>
                    <a:pt x="1540" y="339"/>
                  </a:cubicBezTo>
                  <a:cubicBezTo>
                    <a:pt x="1553" y="359"/>
                    <a:pt x="1553" y="359"/>
                    <a:pt x="1553" y="359"/>
                  </a:cubicBezTo>
                  <a:moveTo>
                    <a:pt x="1548" y="356"/>
                  </a:moveTo>
                  <a:cubicBezTo>
                    <a:pt x="1542" y="343"/>
                    <a:pt x="1542" y="343"/>
                    <a:pt x="1542" y="343"/>
                  </a:cubicBezTo>
                  <a:cubicBezTo>
                    <a:pt x="1533" y="332"/>
                    <a:pt x="1533" y="332"/>
                    <a:pt x="1533" y="332"/>
                  </a:cubicBezTo>
                  <a:cubicBezTo>
                    <a:pt x="1548" y="356"/>
                    <a:pt x="1548" y="356"/>
                    <a:pt x="1548" y="356"/>
                  </a:cubicBezTo>
                  <a:moveTo>
                    <a:pt x="181" y="379"/>
                  </a:moveTo>
                  <a:cubicBezTo>
                    <a:pt x="182" y="377"/>
                    <a:pt x="184" y="374"/>
                    <a:pt x="186" y="372"/>
                  </a:cubicBezTo>
                  <a:cubicBezTo>
                    <a:pt x="178" y="378"/>
                    <a:pt x="178" y="378"/>
                    <a:pt x="178" y="378"/>
                  </a:cubicBezTo>
                  <a:cubicBezTo>
                    <a:pt x="179" y="378"/>
                    <a:pt x="180" y="379"/>
                    <a:pt x="181" y="379"/>
                  </a:cubicBezTo>
                  <a:moveTo>
                    <a:pt x="181" y="391"/>
                  </a:moveTo>
                  <a:cubicBezTo>
                    <a:pt x="198" y="369"/>
                    <a:pt x="198" y="369"/>
                    <a:pt x="198" y="369"/>
                  </a:cubicBezTo>
                  <a:cubicBezTo>
                    <a:pt x="188" y="374"/>
                    <a:pt x="188" y="374"/>
                    <a:pt x="188" y="374"/>
                  </a:cubicBezTo>
                  <a:cubicBezTo>
                    <a:pt x="178" y="389"/>
                    <a:pt x="178" y="389"/>
                    <a:pt x="178" y="389"/>
                  </a:cubicBezTo>
                  <a:cubicBezTo>
                    <a:pt x="179" y="390"/>
                    <a:pt x="180" y="390"/>
                    <a:pt x="181" y="391"/>
                  </a:cubicBezTo>
                  <a:moveTo>
                    <a:pt x="189" y="351"/>
                  </a:moveTo>
                  <a:cubicBezTo>
                    <a:pt x="190" y="353"/>
                    <a:pt x="192" y="353"/>
                    <a:pt x="193" y="355"/>
                  </a:cubicBezTo>
                  <a:cubicBezTo>
                    <a:pt x="197" y="344"/>
                    <a:pt x="197" y="344"/>
                    <a:pt x="197" y="344"/>
                  </a:cubicBezTo>
                  <a:cubicBezTo>
                    <a:pt x="189" y="351"/>
                    <a:pt x="189" y="351"/>
                    <a:pt x="189" y="351"/>
                  </a:cubicBezTo>
                  <a:moveTo>
                    <a:pt x="316" y="181"/>
                  </a:moveTo>
                  <a:cubicBezTo>
                    <a:pt x="321" y="177"/>
                    <a:pt x="325" y="173"/>
                    <a:pt x="330" y="169"/>
                  </a:cubicBezTo>
                  <a:cubicBezTo>
                    <a:pt x="329" y="168"/>
                    <a:pt x="328" y="167"/>
                    <a:pt x="328" y="166"/>
                  </a:cubicBezTo>
                  <a:cubicBezTo>
                    <a:pt x="323" y="170"/>
                    <a:pt x="318" y="174"/>
                    <a:pt x="313" y="178"/>
                  </a:cubicBezTo>
                  <a:cubicBezTo>
                    <a:pt x="314" y="179"/>
                    <a:pt x="315" y="180"/>
                    <a:pt x="316" y="181"/>
                  </a:cubicBezTo>
                  <a:moveTo>
                    <a:pt x="378" y="193"/>
                  </a:moveTo>
                  <a:cubicBezTo>
                    <a:pt x="381" y="191"/>
                    <a:pt x="381" y="187"/>
                    <a:pt x="383" y="185"/>
                  </a:cubicBezTo>
                  <a:cubicBezTo>
                    <a:pt x="373" y="191"/>
                    <a:pt x="373" y="191"/>
                    <a:pt x="373" y="191"/>
                  </a:cubicBezTo>
                  <a:cubicBezTo>
                    <a:pt x="373" y="177"/>
                    <a:pt x="373" y="177"/>
                    <a:pt x="373" y="177"/>
                  </a:cubicBezTo>
                  <a:cubicBezTo>
                    <a:pt x="358" y="191"/>
                    <a:pt x="358" y="191"/>
                    <a:pt x="358" y="191"/>
                  </a:cubicBezTo>
                  <a:cubicBezTo>
                    <a:pt x="354" y="194"/>
                    <a:pt x="347" y="201"/>
                    <a:pt x="354" y="201"/>
                  </a:cubicBezTo>
                  <a:cubicBezTo>
                    <a:pt x="360" y="201"/>
                    <a:pt x="374" y="194"/>
                    <a:pt x="378" y="193"/>
                  </a:cubicBezTo>
                  <a:moveTo>
                    <a:pt x="316" y="167"/>
                  </a:moveTo>
                  <a:cubicBezTo>
                    <a:pt x="335" y="160"/>
                    <a:pt x="335" y="160"/>
                    <a:pt x="335" y="160"/>
                  </a:cubicBezTo>
                  <a:cubicBezTo>
                    <a:pt x="348" y="148"/>
                    <a:pt x="348" y="148"/>
                    <a:pt x="348" y="148"/>
                  </a:cubicBezTo>
                  <a:cubicBezTo>
                    <a:pt x="339" y="150"/>
                    <a:pt x="339" y="150"/>
                    <a:pt x="339" y="150"/>
                  </a:cubicBezTo>
                  <a:cubicBezTo>
                    <a:pt x="316" y="167"/>
                    <a:pt x="316" y="167"/>
                    <a:pt x="316" y="167"/>
                  </a:cubicBezTo>
                  <a:moveTo>
                    <a:pt x="339" y="150"/>
                  </a:moveTo>
                  <a:cubicBezTo>
                    <a:pt x="348" y="148"/>
                    <a:pt x="348" y="148"/>
                    <a:pt x="348" y="148"/>
                  </a:cubicBezTo>
                  <a:cubicBezTo>
                    <a:pt x="352" y="138"/>
                    <a:pt x="352" y="138"/>
                    <a:pt x="352" y="138"/>
                  </a:cubicBezTo>
                  <a:cubicBezTo>
                    <a:pt x="328" y="152"/>
                    <a:pt x="328" y="152"/>
                    <a:pt x="328" y="152"/>
                  </a:cubicBezTo>
                  <a:cubicBezTo>
                    <a:pt x="339" y="150"/>
                    <a:pt x="339" y="150"/>
                    <a:pt x="339" y="150"/>
                  </a:cubicBezTo>
                  <a:moveTo>
                    <a:pt x="359" y="158"/>
                  </a:moveTo>
                  <a:cubicBezTo>
                    <a:pt x="361" y="156"/>
                    <a:pt x="364" y="154"/>
                    <a:pt x="366" y="152"/>
                  </a:cubicBezTo>
                  <a:cubicBezTo>
                    <a:pt x="365" y="151"/>
                    <a:pt x="364" y="150"/>
                    <a:pt x="363" y="150"/>
                  </a:cubicBezTo>
                  <a:cubicBezTo>
                    <a:pt x="354" y="154"/>
                    <a:pt x="354" y="154"/>
                    <a:pt x="354" y="154"/>
                  </a:cubicBezTo>
                  <a:cubicBezTo>
                    <a:pt x="356" y="155"/>
                    <a:pt x="357" y="157"/>
                    <a:pt x="359" y="158"/>
                  </a:cubicBezTo>
                  <a:moveTo>
                    <a:pt x="360" y="159"/>
                  </a:moveTo>
                  <a:cubicBezTo>
                    <a:pt x="363" y="158"/>
                    <a:pt x="365" y="155"/>
                    <a:pt x="367" y="153"/>
                  </a:cubicBezTo>
                  <a:cubicBezTo>
                    <a:pt x="367" y="153"/>
                    <a:pt x="366" y="152"/>
                    <a:pt x="366" y="152"/>
                  </a:cubicBezTo>
                  <a:cubicBezTo>
                    <a:pt x="364" y="154"/>
                    <a:pt x="361" y="156"/>
                    <a:pt x="359" y="158"/>
                  </a:cubicBezTo>
                  <a:cubicBezTo>
                    <a:pt x="359" y="159"/>
                    <a:pt x="360" y="159"/>
                    <a:pt x="360" y="159"/>
                  </a:cubicBezTo>
                  <a:moveTo>
                    <a:pt x="365" y="163"/>
                  </a:moveTo>
                  <a:cubicBezTo>
                    <a:pt x="372" y="158"/>
                    <a:pt x="379" y="151"/>
                    <a:pt x="387" y="146"/>
                  </a:cubicBezTo>
                  <a:cubicBezTo>
                    <a:pt x="367" y="153"/>
                    <a:pt x="367" y="153"/>
                    <a:pt x="367" y="153"/>
                  </a:cubicBezTo>
                  <a:cubicBezTo>
                    <a:pt x="365" y="155"/>
                    <a:pt x="363" y="158"/>
                    <a:pt x="360" y="159"/>
                  </a:cubicBezTo>
                  <a:cubicBezTo>
                    <a:pt x="362" y="160"/>
                    <a:pt x="364" y="162"/>
                    <a:pt x="365" y="163"/>
                  </a:cubicBezTo>
                  <a:moveTo>
                    <a:pt x="328" y="152"/>
                  </a:moveTo>
                  <a:cubicBezTo>
                    <a:pt x="352" y="138"/>
                    <a:pt x="352" y="138"/>
                    <a:pt x="352" y="138"/>
                  </a:cubicBezTo>
                  <a:cubicBezTo>
                    <a:pt x="351" y="137"/>
                    <a:pt x="351" y="136"/>
                    <a:pt x="350" y="135"/>
                  </a:cubicBezTo>
                  <a:cubicBezTo>
                    <a:pt x="350" y="134"/>
                    <a:pt x="349" y="133"/>
                    <a:pt x="349" y="132"/>
                  </a:cubicBezTo>
                  <a:cubicBezTo>
                    <a:pt x="349" y="133"/>
                    <a:pt x="350" y="134"/>
                    <a:pt x="350" y="135"/>
                  </a:cubicBezTo>
                  <a:cubicBezTo>
                    <a:pt x="366" y="126"/>
                    <a:pt x="366" y="126"/>
                    <a:pt x="366" y="126"/>
                  </a:cubicBezTo>
                  <a:cubicBezTo>
                    <a:pt x="374" y="119"/>
                    <a:pt x="374" y="119"/>
                    <a:pt x="374" y="119"/>
                  </a:cubicBezTo>
                  <a:cubicBezTo>
                    <a:pt x="355" y="125"/>
                    <a:pt x="355" y="125"/>
                    <a:pt x="355" y="125"/>
                  </a:cubicBezTo>
                  <a:cubicBezTo>
                    <a:pt x="352" y="127"/>
                    <a:pt x="350" y="128"/>
                    <a:pt x="347" y="130"/>
                  </a:cubicBezTo>
                  <a:cubicBezTo>
                    <a:pt x="334" y="144"/>
                    <a:pt x="334" y="144"/>
                    <a:pt x="334" y="144"/>
                  </a:cubicBezTo>
                  <a:cubicBezTo>
                    <a:pt x="327" y="151"/>
                    <a:pt x="327" y="151"/>
                    <a:pt x="327" y="151"/>
                  </a:cubicBezTo>
                  <a:cubicBezTo>
                    <a:pt x="334" y="144"/>
                    <a:pt x="334" y="144"/>
                    <a:pt x="334" y="144"/>
                  </a:cubicBezTo>
                  <a:cubicBezTo>
                    <a:pt x="327" y="151"/>
                    <a:pt x="327" y="151"/>
                    <a:pt x="327" y="151"/>
                  </a:cubicBezTo>
                  <a:cubicBezTo>
                    <a:pt x="328" y="151"/>
                    <a:pt x="328" y="152"/>
                    <a:pt x="328" y="152"/>
                  </a:cubicBezTo>
                  <a:moveTo>
                    <a:pt x="379" y="112"/>
                  </a:moveTo>
                  <a:cubicBezTo>
                    <a:pt x="388" y="107"/>
                    <a:pt x="388" y="107"/>
                    <a:pt x="388" y="107"/>
                  </a:cubicBezTo>
                  <a:cubicBezTo>
                    <a:pt x="379" y="112"/>
                    <a:pt x="379" y="112"/>
                    <a:pt x="379" y="112"/>
                  </a:cubicBezTo>
                  <a:cubicBezTo>
                    <a:pt x="371" y="116"/>
                    <a:pt x="371" y="116"/>
                    <a:pt x="371" y="116"/>
                  </a:cubicBezTo>
                  <a:cubicBezTo>
                    <a:pt x="379" y="112"/>
                    <a:pt x="379" y="112"/>
                    <a:pt x="379" y="112"/>
                  </a:cubicBezTo>
                  <a:moveTo>
                    <a:pt x="404" y="125"/>
                  </a:moveTo>
                  <a:cubicBezTo>
                    <a:pt x="405" y="126"/>
                    <a:pt x="406" y="127"/>
                    <a:pt x="407" y="127"/>
                  </a:cubicBezTo>
                  <a:cubicBezTo>
                    <a:pt x="412" y="120"/>
                    <a:pt x="412" y="120"/>
                    <a:pt x="412" y="120"/>
                  </a:cubicBezTo>
                  <a:cubicBezTo>
                    <a:pt x="400" y="122"/>
                    <a:pt x="400" y="122"/>
                    <a:pt x="400" y="122"/>
                  </a:cubicBezTo>
                  <a:cubicBezTo>
                    <a:pt x="395" y="125"/>
                    <a:pt x="390" y="129"/>
                    <a:pt x="385" y="133"/>
                  </a:cubicBezTo>
                  <a:cubicBezTo>
                    <a:pt x="387" y="134"/>
                    <a:pt x="388" y="135"/>
                    <a:pt x="389" y="136"/>
                  </a:cubicBezTo>
                  <a:cubicBezTo>
                    <a:pt x="394" y="132"/>
                    <a:pt x="399" y="129"/>
                    <a:pt x="404" y="125"/>
                  </a:cubicBezTo>
                  <a:moveTo>
                    <a:pt x="443" y="28"/>
                  </a:moveTo>
                  <a:cubicBezTo>
                    <a:pt x="423" y="39"/>
                    <a:pt x="423" y="39"/>
                    <a:pt x="423" y="39"/>
                  </a:cubicBezTo>
                  <a:cubicBezTo>
                    <a:pt x="448" y="26"/>
                    <a:pt x="448" y="26"/>
                    <a:pt x="448" y="26"/>
                  </a:cubicBezTo>
                  <a:cubicBezTo>
                    <a:pt x="449" y="25"/>
                    <a:pt x="450" y="25"/>
                    <a:pt x="451" y="24"/>
                  </a:cubicBezTo>
                  <a:cubicBezTo>
                    <a:pt x="437" y="30"/>
                    <a:pt x="437" y="30"/>
                    <a:pt x="437" y="30"/>
                  </a:cubicBezTo>
                  <a:cubicBezTo>
                    <a:pt x="443" y="28"/>
                    <a:pt x="443" y="28"/>
                    <a:pt x="443" y="28"/>
                  </a:cubicBezTo>
                  <a:moveTo>
                    <a:pt x="456" y="87"/>
                  </a:moveTo>
                  <a:cubicBezTo>
                    <a:pt x="449" y="93"/>
                    <a:pt x="449" y="93"/>
                    <a:pt x="449" y="93"/>
                  </a:cubicBezTo>
                  <a:cubicBezTo>
                    <a:pt x="456" y="87"/>
                    <a:pt x="456" y="87"/>
                    <a:pt x="456" y="87"/>
                  </a:cubicBezTo>
                  <a:moveTo>
                    <a:pt x="442" y="99"/>
                  </a:moveTo>
                  <a:cubicBezTo>
                    <a:pt x="449" y="93"/>
                    <a:pt x="449" y="93"/>
                    <a:pt x="449" y="93"/>
                  </a:cubicBezTo>
                  <a:cubicBezTo>
                    <a:pt x="442" y="99"/>
                    <a:pt x="442" y="99"/>
                    <a:pt x="442" y="99"/>
                  </a:cubicBezTo>
                  <a:moveTo>
                    <a:pt x="442" y="99"/>
                  </a:moveTo>
                  <a:cubicBezTo>
                    <a:pt x="437" y="107"/>
                    <a:pt x="437" y="107"/>
                    <a:pt x="437" y="107"/>
                  </a:cubicBezTo>
                  <a:cubicBezTo>
                    <a:pt x="442" y="99"/>
                    <a:pt x="442" y="99"/>
                    <a:pt x="442" y="99"/>
                  </a:cubicBezTo>
                  <a:moveTo>
                    <a:pt x="125" y="413"/>
                  </a:moveTo>
                  <a:cubicBezTo>
                    <a:pt x="118" y="420"/>
                    <a:pt x="118" y="420"/>
                    <a:pt x="118" y="420"/>
                  </a:cubicBezTo>
                  <a:cubicBezTo>
                    <a:pt x="125" y="413"/>
                    <a:pt x="125" y="413"/>
                    <a:pt x="125" y="413"/>
                  </a:cubicBezTo>
                  <a:moveTo>
                    <a:pt x="130" y="408"/>
                  </a:moveTo>
                  <a:cubicBezTo>
                    <a:pt x="125" y="413"/>
                    <a:pt x="125" y="413"/>
                    <a:pt x="125" y="413"/>
                  </a:cubicBezTo>
                  <a:cubicBezTo>
                    <a:pt x="130" y="408"/>
                    <a:pt x="130" y="408"/>
                    <a:pt x="130" y="408"/>
                  </a:cubicBezTo>
                  <a:moveTo>
                    <a:pt x="132" y="410"/>
                  </a:moveTo>
                  <a:cubicBezTo>
                    <a:pt x="134" y="407"/>
                    <a:pt x="135" y="405"/>
                    <a:pt x="137" y="402"/>
                  </a:cubicBezTo>
                  <a:cubicBezTo>
                    <a:pt x="130" y="408"/>
                    <a:pt x="130" y="408"/>
                    <a:pt x="130" y="408"/>
                  </a:cubicBezTo>
                  <a:cubicBezTo>
                    <a:pt x="137" y="402"/>
                    <a:pt x="137" y="402"/>
                    <a:pt x="137" y="402"/>
                  </a:cubicBezTo>
                  <a:cubicBezTo>
                    <a:pt x="135" y="405"/>
                    <a:pt x="134" y="407"/>
                    <a:pt x="132" y="410"/>
                  </a:cubicBezTo>
                  <a:moveTo>
                    <a:pt x="139" y="404"/>
                  </a:moveTo>
                  <a:cubicBezTo>
                    <a:pt x="138" y="403"/>
                    <a:pt x="138" y="403"/>
                    <a:pt x="137" y="402"/>
                  </a:cubicBezTo>
                  <a:cubicBezTo>
                    <a:pt x="138" y="403"/>
                    <a:pt x="138" y="403"/>
                    <a:pt x="139" y="404"/>
                  </a:cubicBezTo>
                  <a:moveTo>
                    <a:pt x="146" y="398"/>
                  </a:moveTo>
                  <a:cubicBezTo>
                    <a:pt x="139" y="404"/>
                    <a:pt x="139" y="404"/>
                    <a:pt x="139" y="404"/>
                  </a:cubicBezTo>
                  <a:cubicBezTo>
                    <a:pt x="146" y="398"/>
                    <a:pt x="146" y="398"/>
                    <a:pt x="146" y="398"/>
                  </a:cubicBezTo>
                  <a:moveTo>
                    <a:pt x="146" y="398"/>
                  </a:moveTo>
                  <a:cubicBezTo>
                    <a:pt x="152" y="392"/>
                    <a:pt x="152" y="392"/>
                    <a:pt x="152" y="392"/>
                  </a:cubicBezTo>
                  <a:cubicBezTo>
                    <a:pt x="146" y="398"/>
                    <a:pt x="146" y="398"/>
                    <a:pt x="146" y="398"/>
                  </a:cubicBezTo>
                  <a:moveTo>
                    <a:pt x="150" y="402"/>
                  </a:moveTo>
                  <a:cubicBezTo>
                    <a:pt x="151" y="399"/>
                    <a:pt x="153" y="396"/>
                    <a:pt x="155" y="394"/>
                  </a:cubicBezTo>
                  <a:cubicBezTo>
                    <a:pt x="153" y="396"/>
                    <a:pt x="151" y="399"/>
                    <a:pt x="150" y="402"/>
                  </a:cubicBezTo>
                  <a:cubicBezTo>
                    <a:pt x="151" y="399"/>
                    <a:pt x="153" y="396"/>
                    <a:pt x="155" y="394"/>
                  </a:cubicBezTo>
                  <a:cubicBezTo>
                    <a:pt x="154" y="393"/>
                    <a:pt x="153" y="393"/>
                    <a:pt x="152" y="392"/>
                  </a:cubicBezTo>
                  <a:cubicBezTo>
                    <a:pt x="153" y="393"/>
                    <a:pt x="154" y="393"/>
                    <a:pt x="155" y="394"/>
                  </a:cubicBezTo>
                  <a:cubicBezTo>
                    <a:pt x="157" y="384"/>
                    <a:pt x="157" y="384"/>
                    <a:pt x="157" y="384"/>
                  </a:cubicBezTo>
                  <a:cubicBezTo>
                    <a:pt x="155" y="394"/>
                    <a:pt x="155" y="394"/>
                    <a:pt x="155" y="394"/>
                  </a:cubicBezTo>
                  <a:cubicBezTo>
                    <a:pt x="153" y="396"/>
                    <a:pt x="151" y="399"/>
                    <a:pt x="150" y="402"/>
                  </a:cubicBezTo>
                  <a:moveTo>
                    <a:pt x="130" y="353"/>
                  </a:moveTo>
                  <a:cubicBezTo>
                    <a:pt x="135" y="343"/>
                    <a:pt x="135" y="343"/>
                    <a:pt x="135" y="343"/>
                  </a:cubicBezTo>
                  <a:cubicBezTo>
                    <a:pt x="130" y="353"/>
                    <a:pt x="130" y="353"/>
                    <a:pt x="130" y="353"/>
                  </a:cubicBezTo>
                  <a:moveTo>
                    <a:pt x="131" y="353"/>
                  </a:moveTo>
                  <a:cubicBezTo>
                    <a:pt x="130" y="353"/>
                    <a:pt x="130" y="353"/>
                    <a:pt x="130" y="353"/>
                  </a:cubicBezTo>
                  <a:cubicBezTo>
                    <a:pt x="131" y="353"/>
                    <a:pt x="131" y="353"/>
                    <a:pt x="131" y="353"/>
                  </a:cubicBezTo>
                  <a:moveTo>
                    <a:pt x="132" y="352"/>
                  </a:moveTo>
                  <a:cubicBezTo>
                    <a:pt x="132" y="352"/>
                    <a:pt x="131" y="352"/>
                    <a:pt x="131" y="353"/>
                  </a:cubicBezTo>
                  <a:cubicBezTo>
                    <a:pt x="131" y="352"/>
                    <a:pt x="132" y="352"/>
                    <a:pt x="132" y="352"/>
                  </a:cubicBezTo>
                  <a:moveTo>
                    <a:pt x="133" y="351"/>
                  </a:moveTo>
                  <a:cubicBezTo>
                    <a:pt x="132" y="351"/>
                    <a:pt x="132" y="352"/>
                    <a:pt x="132" y="352"/>
                  </a:cubicBezTo>
                  <a:cubicBezTo>
                    <a:pt x="132" y="352"/>
                    <a:pt x="132" y="351"/>
                    <a:pt x="133" y="351"/>
                  </a:cubicBezTo>
                  <a:moveTo>
                    <a:pt x="133" y="351"/>
                  </a:moveTo>
                  <a:cubicBezTo>
                    <a:pt x="133" y="351"/>
                    <a:pt x="133" y="351"/>
                    <a:pt x="133" y="351"/>
                  </a:cubicBezTo>
                  <a:cubicBezTo>
                    <a:pt x="133" y="351"/>
                    <a:pt x="133" y="351"/>
                    <a:pt x="133" y="351"/>
                  </a:cubicBezTo>
                  <a:moveTo>
                    <a:pt x="134" y="350"/>
                  </a:moveTo>
                  <a:cubicBezTo>
                    <a:pt x="134" y="350"/>
                    <a:pt x="134" y="350"/>
                    <a:pt x="133" y="351"/>
                  </a:cubicBezTo>
                  <a:cubicBezTo>
                    <a:pt x="134" y="350"/>
                    <a:pt x="134" y="350"/>
                    <a:pt x="134" y="350"/>
                  </a:cubicBezTo>
                  <a:moveTo>
                    <a:pt x="135" y="349"/>
                  </a:moveTo>
                  <a:cubicBezTo>
                    <a:pt x="135" y="350"/>
                    <a:pt x="134" y="350"/>
                    <a:pt x="134" y="350"/>
                  </a:cubicBezTo>
                  <a:cubicBezTo>
                    <a:pt x="134" y="350"/>
                    <a:pt x="135" y="350"/>
                    <a:pt x="135" y="349"/>
                  </a:cubicBezTo>
                  <a:moveTo>
                    <a:pt x="135" y="349"/>
                  </a:moveTo>
                  <a:cubicBezTo>
                    <a:pt x="135" y="349"/>
                    <a:pt x="135" y="349"/>
                    <a:pt x="135" y="349"/>
                  </a:cubicBezTo>
                  <a:cubicBezTo>
                    <a:pt x="135" y="349"/>
                    <a:pt x="135" y="349"/>
                    <a:pt x="135" y="349"/>
                  </a:cubicBezTo>
                  <a:moveTo>
                    <a:pt x="136" y="348"/>
                  </a:moveTo>
                  <a:cubicBezTo>
                    <a:pt x="136" y="348"/>
                    <a:pt x="136" y="349"/>
                    <a:pt x="135" y="349"/>
                  </a:cubicBezTo>
                  <a:cubicBezTo>
                    <a:pt x="136" y="349"/>
                    <a:pt x="136" y="348"/>
                    <a:pt x="136" y="348"/>
                  </a:cubicBezTo>
                  <a:moveTo>
                    <a:pt x="137" y="347"/>
                  </a:moveTo>
                  <a:cubicBezTo>
                    <a:pt x="137" y="348"/>
                    <a:pt x="136" y="348"/>
                    <a:pt x="136" y="348"/>
                  </a:cubicBezTo>
                  <a:cubicBezTo>
                    <a:pt x="136" y="348"/>
                    <a:pt x="137" y="348"/>
                    <a:pt x="137" y="347"/>
                  </a:cubicBezTo>
                  <a:moveTo>
                    <a:pt x="138" y="347"/>
                  </a:moveTo>
                  <a:cubicBezTo>
                    <a:pt x="137" y="347"/>
                    <a:pt x="137" y="347"/>
                    <a:pt x="137" y="347"/>
                  </a:cubicBezTo>
                  <a:cubicBezTo>
                    <a:pt x="137" y="347"/>
                    <a:pt x="137" y="347"/>
                    <a:pt x="138" y="347"/>
                  </a:cubicBezTo>
                  <a:moveTo>
                    <a:pt x="138" y="346"/>
                  </a:moveTo>
                  <a:cubicBezTo>
                    <a:pt x="138" y="347"/>
                    <a:pt x="138" y="347"/>
                    <a:pt x="138" y="347"/>
                  </a:cubicBezTo>
                  <a:cubicBezTo>
                    <a:pt x="138" y="346"/>
                    <a:pt x="138" y="346"/>
                    <a:pt x="138" y="346"/>
                  </a:cubicBezTo>
                  <a:moveTo>
                    <a:pt x="139" y="346"/>
                  </a:moveTo>
                  <a:cubicBezTo>
                    <a:pt x="138" y="346"/>
                    <a:pt x="138" y="346"/>
                    <a:pt x="138" y="346"/>
                  </a:cubicBezTo>
                  <a:cubicBezTo>
                    <a:pt x="138" y="346"/>
                    <a:pt x="138" y="346"/>
                    <a:pt x="139" y="346"/>
                  </a:cubicBezTo>
                  <a:moveTo>
                    <a:pt x="139" y="345"/>
                  </a:moveTo>
                  <a:cubicBezTo>
                    <a:pt x="139" y="345"/>
                    <a:pt x="139" y="345"/>
                    <a:pt x="139" y="346"/>
                  </a:cubicBezTo>
                  <a:cubicBezTo>
                    <a:pt x="139" y="345"/>
                    <a:pt x="139" y="345"/>
                    <a:pt x="139" y="345"/>
                  </a:cubicBezTo>
                  <a:moveTo>
                    <a:pt x="140" y="345"/>
                  </a:moveTo>
                  <a:cubicBezTo>
                    <a:pt x="140" y="345"/>
                    <a:pt x="139" y="345"/>
                    <a:pt x="139" y="345"/>
                  </a:cubicBezTo>
                  <a:cubicBezTo>
                    <a:pt x="139" y="345"/>
                    <a:pt x="140" y="345"/>
                    <a:pt x="140" y="345"/>
                  </a:cubicBezTo>
                  <a:moveTo>
                    <a:pt x="140" y="344"/>
                  </a:moveTo>
                  <a:cubicBezTo>
                    <a:pt x="140" y="344"/>
                    <a:pt x="140" y="345"/>
                    <a:pt x="140" y="345"/>
                  </a:cubicBezTo>
                  <a:cubicBezTo>
                    <a:pt x="140" y="345"/>
                    <a:pt x="140" y="344"/>
                    <a:pt x="140" y="344"/>
                  </a:cubicBezTo>
                  <a:moveTo>
                    <a:pt x="141" y="343"/>
                  </a:moveTo>
                  <a:cubicBezTo>
                    <a:pt x="141" y="343"/>
                    <a:pt x="141" y="344"/>
                    <a:pt x="141" y="344"/>
                  </a:cubicBezTo>
                  <a:cubicBezTo>
                    <a:pt x="141" y="344"/>
                    <a:pt x="141" y="343"/>
                    <a:pt x="141" y="343"/>
                  </a:cubicBezTo>
                  <a:moveTo>
                    <a:pt x="141" y="343"/>
                  </a:moveTo>
                  <a:cubicBezTo>
                    <a:pt x="141" y="343"/>
                    <a:pt x="141" y="343"/>
                    <a:pt x="141" y="343"/>
                  </a:cubicBezTo>
                  <a:cubicBezTo>
                    <a:pt x="141" y="343"/>
                    <a:pt x="141" y="343"/>
                    <a:pt x="141" y="343"/>
                  </a:cubicBezTo>
                  <a:moveTo>
                    <a:pt x="142" y="343"/>
                  </a:moveTo>
                  <a:cubicBezTo>
                    <a:pt x="142" y="343"/>
                    <a:pt x="141" y="343"/>
                    <a:pt x="141" y="343"/>
                  </a:cubicBezTo>
                  <a:cubicBezTo>
                    <a:pt x="141" y="343"/>
                    <a:pt x="142" y="343"/>
                    <a:pt x="142" y="343"/>
                  </a:cubicBezTo>
                  <a:moveTo>
                    <a:pt x="142" y="342"/>
                  </a:moveTo>
                  <a:cubicBezTo>
                    <a:pt x="142" y="342"/>
                    <a:pt x="142" y="342"/>
                    <a:pt x="142" y="343"/>
                  </a:cubicBezTo>
                  <a:cubicBezTo>
                    <a:pt x="142" y="342"/>
                    <a:pt x="142" y="342"/>
                    <a:pt x="142" y="342"/>
                  </a:cubicBezTo>
                  <a:moveTo>
                    <a:pt x="143" y="342"/>
                  </a:moveTo>
                  <a:cubicBezTo>
                    <a:pt x="142" y="342"/>
                    <a:pt x="142" y="342"/>
                    <a:pt x="142" y="342"/>
                  </a:cubicBezTo>
                  <a:cubicBezTo>
                    <a:pt x="142" y="342"/>
                    <a:pt x="142" y="342"/>
                    <a:pt x="143" y="342"/>
                  </a:cubicBezTo>
                  <a:moveTo>
                    <a:pt x="143" y="341"/>
                  </a:moveTo>
                  <a:cubicBezTo>
                    <a:pt x="143" y="342"/>
                    <a:pt x="143" y="342"/>
                    <a:pt x="143" y="342"/>
                  </a:cubicBezTo>
                  <a:cubicBezTo>
                    <a:pt x="143" y="341"/>
                    <a:pt x="143" y="341"/>
                    <a:pt x="143" y="341"/>
                  </a:cubicBezTo>
                  <a:moveTo>
                    <a:pt x="143" y="341"/>
                  </a:moveTo>
                  <a:cubicBezTo>
                    <a:pt x="143" y="341"/>
                    <a:pt x="143" y="341"/>
                    <a:pt x="143" y="341"/>
                  </a:cubicBezTo>
                  <a:cubicBezTo>
                    <a:pt x="143" y="341"/>
                    <a:pt x="143" y="341"/>
                    <a:pt x="143" y="341"/>
                  </a:cubicBezTo>
                  <a:moveTo>
                    <a:pt x="144" y="340"/>
                  </a:moveTo>
                  <a:cubicBezTo>
                    <a:pt x="144" y="340"/>
                    <a:pt x="143" y="340"/>
                    <a:pt x="143" y="341"/>
                  </a:cubicBezTo>
                  <a:cubicBezTo>
                    <a:pt x="143" y="340"/>
                    <a:pt x="144" y="340"/>
                    <a:pt x="144" y="340"/>
                  </a:cubicBezTo>
                  <a:moveTo>
                    <a:pt x="144" y="340"/>
                  </a:moveTo>
                  <a:cubicBezTo>
                    <a:pt x="144" y="340"/>
                    <a:pt x="144" y="340"/>
                    <a:pt x="144" y="340"/>
                  </a:cubicBezTo>
                  <a:cubicBezTo>
                    <a:pt x="144" y="340"/>
                    <a:pt x="144" y="340"/>
                    <a:pt x="144" y="340"/>
                  </a:cubicBezTo>
                  <a:moveTo>
                    <a:pt x="145" y="339"/>
                  </a:moveTo>
                  <a:cubicBezTo>
                    <a:pt x="144" y="339"/>
                    <a:pt x="144" y="339"/>
                    <a:pt x="144" y="339"/>
                  </a:cubicBezTo>
                  <a:cubicBezTo>
                    <a:pt x="145" y="339"/>
                    <a:pt x="145" y="339"/>
                    <a:pt x="145" y="339"/>
                  </a:cubicBezTo>
                  <a:moveTo>
                    <a:pt x="145" y="338"/>
                  </a:moveTo>
                  <a:cubicBezTo>
                    <a:pt x="145" y="339"/>
                    <a:pt x="145" y="339"/>
                    <a:pt x="145" y="339"/>
                  </a:cubicBezTo>
                  <a:cubicBezTo>
                    <a:pt x="145" y="339"/>
                    <a:pt x="145" y="339"/>
                    <a:pt x="145" y="338"/>
                  </a:cubicBezTo>
                  <a:moveTo>
                    <a:pt x="145" y="338"/>
                  </a:moveTo>
                  <a:cubicBezTo>
                    <a:pt x="145" y="338"/>
                    <a:pt x="145" y="338"/>
                    <a:pt x="145" y="338"/>
                  </a:cubicBezTo>
                  <a:cubicBezTo>
                    <a:pt x="145" y="338"/>
                    <a:pt x="145" y="338"/>
                    <a:pt x="145" y="338"/>
                  </a:cubicBezTo>
                  <a:moveTo>
                    <a:pt x="146" y="337"/>
                  </a:moveTo>
                  <a:cubicBezTo>
                    <a:pt x="146" y="337"/>
                    <a:pt x="146" y="338"/>
                    <a:pt x="145" y="338"/>
                  </a:cubicBezTo>
                  <a:cubicBezTo>
                    <a:pt x="146" y="338"/>
                    <a:pt x="146" y="338"/>
                    <a:pt x="146" y="338"/>
                  </a:cubicBezTo>
                  <a:moveTo>
                    <a:pt x="146" y="337"/>
                  </a:moveTo>
                  <a:cubicBezTo>
                    <a:pt x="146" y="337"/>
                    <a:pt x="146" y="337"/>
                    <a:pt x="146" y="337"/>
                  </a:cubicBezTo>
                  <a:cubicBezTo>
                    <a:pt x="146" y="337"/>
                    <a:pt x="146" y="337"/>
                    <a:pt x="146" y="337"/>
                  </a:cubicBezTo>
                  <a:moveTo>
                    <a:pt x="146" y="337"/>
                  </a:moveTo>
                  <a:cubicBezTo>
                    <a:pt x="146" y="337"/>
                    <a:pt x="146" y="337"/>
                    <a:pt x="146" y="337"/>
                  </a:cubicBezTo>
                  <a:cubicBezTo>
                    <a:pt x="146" y="337"/>
                    <a:pt x="146" y="337"/>
                    <a:pt x="146" y="337"/>
                  </a:cubicBezTo>
                  <a:moveTo>
                    <a:pt x="146" y="336"/>
                  </a:moveTo>
                  <a:cubicBezTo>
                    <a:pt x="146" y="336"/>
                    <a:pt x="146" y="337"/>
                    <a:pt x="146" y="337"/>
                  </a:cubicBezTo>
                  <a:cubicBezTo>
                    <a:pt x="146" y="337"/>
                    <a:pt x="146" y="337"/>
                    <a:pt x="146" y="337"/>
                  </a:cubicBezTo>
                  <a:moveTo>
                    <a:pt x="146" y="336"/>
                  </a:moveTo>
                  <a:cubicBezTo>
                    <a:pt x="147" y="336"/>
                    <a:pt x="147" y="336"/>
                    <a:pt x="147" y="336"/>
                  </a:cubicBezTo>
                  <a:cubicBezTo>
                    <a:pt x="147" y="336"/>
                    <a:pt x="147" y="336"/>
                    <a:pt x="147" y="336"/>
                  </a:cubicBezTo>
                  <a:moveTo>
                    <a:pt x="157" y="384"/>
                  </a:moveTo>
                  <a:cubicBezTo>
                    <a:pt x="169" y="370"/>
                    <a:pt x="169" y="370"/>
                    <a:pt x="169" y="370"/>
                  </a:cubicBezTo>
                  <a:cubicBezTo>
                    <a:pt x="157" y="384"/>
                    <a:pt x="157" y="384"/>
                    <a:pt x="157" y="384"/>
                  </a:cubicBezTo>
                  <a:moveTo>
                    <a:pt x="174" y="374"/>
                  </a:moveTo>
                  <a:cubicBezTo>
                    <a:pt x="175" y="371"/>
                    <a:pt x="177" y="369"/>
                    <a:pt x="179" y="366"/>
                  </a:cubicBezTo>
                  <a:cubicBezTo>
                    <a:pt x="171" y="372"/>
                    <a:pt x="171" y="372"/>
                    <a:pt x="171" y="372"/>
                  </a:cubicBezTo>
                  <a:cubicBezTo>
                    <a:pt x="179" y="366"/>
                    <a:pt x="179" y="366"/>
                    <a:pt x="179" y="366"/>
                  </a:cubicBezTo>
                  <a:cubicBezTo>
                    <a:pt x="177" y="369"/>
                    <a:pt x="175" y="371"/>
                    <a:pt x="174" y="374"/>
                  </a:cubicBezTo>
                  <a:moveTo>
                    <a:pt x="179" y="366"/>
                  </a:moveTo>
                  <a:cubicBezTo>
                    <a:pt x="181" y="362"/>
                    <a:pt x="184" y="358"/>
                    <a:pt x="187" y="353"/>
                  </a:cubicBezTo>
                  <a:cubicBezTo>
                    <a:pt x="184" y="358"/>
                    <a:pt x="181" y="362"/>
                    <a:pt x="179" y="366"/>
                  </a:cubicBezTo>
                  <a:moveTo>
                    <a:pt x="187" y="353"/>
                  </a:moveTo>
                  <a:cubicBezTo>
                    <a:pt x="169" y="370"/>
                    <a:pt x="169" y="370"/>
                    <a:pt x="169" y="370"/>
                  </a:cubicBezTo>
                  <a:cubicBezTo>
                    <a:pt x="187" y="353"/>
                    <a:pt x="187" y="353"/>
                    <a:pt x="187" y="353"/>
                  </a:cubicBezTo>
                  <a:moveTo>
                    <a:pt x="138" y="363"/>
                  </a:moveTo>
                  <a:cubicBezTo>
                    <a:pt x="140" y="361"/>
                    <a:pt x="141" y="358"/>
                    <a:pt x="143" y="356"/>
                  </a:cubicBezTo>
                  <a:cubicBezTo>
                    <a:pt x="141" y="358"/>
                    <a:pt x="140" y="361"/>
                    <a:pt x="138" y="363"/>
                  </a:cubicBezTo>
                  <a:moveTo>
                    <a:pt x="138" y="363"/>
                  </a:moveTo>
                  <a:cubicBezTo>
                    <a:pt x="140" y="361"/>
                    <a:pt x="141" y="358"/>
                    <a:pt x="143" y="356"/>
                  </a:cubicBezTo>
                  <a:cubicBezTo>
                    <a:pt x="141" y="358"/>
                    <a:pt x="140" y="361"/>
                    <a:pt x="138" y="363"/>
                  </a:cubicBezTo>
                  <a:moveTo>
                    <a:pt x="142" y="369"/>
                  </a:moveTo>
                  <a:cubicBezTo>
                    <a:pt x="141" y="367"/>
                    <a:pt x="140" y="365"/>
                    <a:pt x="138" y="363"/>
                  </a:cubicBezTo>
                  <a:cubicBezTo>
                    <a:pt x="140" y="365"/>
                    <a:pt x="141" y="367"/>
                    <a:pt x="142" y="369"/>
                  </a:cubicBezTo>
                  <a:cubicBezTo>
                    <a:pt x="141" y="367"/>
                    <a:pt x="140" y="365"/>
                    <a:pt x="138" y="363"/>
                  </a:cubicBezTo>
                  <a:cubicBezTo>
                    <a:pt x="140" y="365"/>
                    <a:pt x="141" y="367"/>
                    <a:pt x="142" y="369"/>
                  </a:cubicBezTo>
                  <a:moveTo>
                    <a:pt x="146" y="373"/>
                  </a:moveTo>
                  <a:cubicBezTo>
                    <a:pt x="145" y="372"/>
                    <a:pt x="143" y="370"/>
                    <a:pt x="142" y="369"/>
                  </a:cubicBezTo>
                  <a:cubicBezTo>
                    <a:pt x="143" y="370"/>
                    <a:pt x="145" y="372"/>
                    <a:pt x="146" y="373"/>
                  </a:cubicBezTo>
                  <a:moveTo>
                    <a:pt x="157" y="360"/>
                  </a:moveTo>
                  <a:cubicBezTo>
                    <a:pt x="146" y="373"/>
                    <a:pt x="146" y="373"/>
                    <a:pt x="146" y="373"/>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8" y="360"/>
                  </a:moveTo>
                  <a:cubicBezTo>
                    <a:pt x="157" y="360"/>
                    <a:pt x="157" y="360"/>
                    <a:pt x="157"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1"/>
                    <a:pt x="158" y="361"/>
                    <a:pt x="158" y="361"/>
                  </a:cubicBezTo>
                  <a:cubicBezTo>
                    <a:pt x="158" y="361"/>
                    <a:pt x="158" y="361"/>
                    <a:pt x="158" y="360"/>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9" y="361"/>
                    <a:pt x="159" y="361"/>
                    <a:pt x="159" y="361"/>
                  </a:cubicBezTo>
                  <a:cubicBezTo>
                    <a:pt x="159" y="361"/>
                    <a:pt x="159" y="361"/>
                    <a:pt x="158" y="361"/>
                  </a:cubicBezTo>
                  <a:moveTo>
                    <a:pt x="159" y="361"/>
                  </a:moveTo>
                  <a:cubicBezTo>
                    <a:pt x="159" y="361"/>
                    <a:pt x="159" y="361"/>
                    <a:pt x="159" y="361"/>
                  </a:cubicBezTo>
                  <a:cubicBezTo>
                    <a:pt x="159" y="361"/>
                    <a:pt x="159" y="361"/>
                    <a:pt x="159" y="361"/>
                  </a:cubicBezTo>
                  <a:moveTo>
                    <a:pt x="159" y="361"/>
                  </a:moveTo>
                  <a:cubicBezTo>
                    <a:pt x="159" y="362"/>
                    <a:pt x="159" y="362"/>
                    <a:pt x="159" y="362"/>
                  </a:cubicBezTo>
                  <a:cubicBezTo>
                    <a:pt x="159" y="361"/>
                    <a:pt x="159" y="361"/>
                    <a:pt x="159" y="361"/>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60" y="362"/>
                    <a:pt x="160" y="362"/>
                    <a:pt x="160" y="362"/>
                  </a:cubicBezTo>
                  <a:cubicBezTo>
                    <a:pt x="160" y="362"/>
                    <a:pt x="160" y="362"/>
                    <a:pt x="159" y="362"/>
                  </a:cubicBezTo>
                  <a:moveTo>
                    <a:pt x="160" y="362"/>
                  </a:moveTo>
                  <a:cubicBezTo>
                    <a:pt x="160" y="362"/>
                    <a:pt x="160" y="362"/>
                    <a:pt x="160" y="362"/>
                  </a:cubicBezTo>
                  <a:cubicBezTo>
                    <a:pt x="160" y="362"/>
                    <a:pt x="160" y="362"/>
                    <a:pt x="160" y="362"/>
                  </a:cubicBezTo>
                  <a:moveTo>
                    <a:pt x="160" y="363"/>
                  </a:moveTo>
                  <a:cubicBezTo>
                    <a:pt x="160" y="363"/>
                    <a:pt x="160" y="363"/>
                    <a:pt x="160" y="363"/>
                  </a:cubicBezTo>
                  <a:cubicBezTo>
                    <a:pt x="160" y="363"/>
                    <a:pt x="160" y="363"/>
                    <a:pt x="160" y="363"/>
                  </a:cubicBezTo>
                  <a:moveTo>
                    <a:pt x="160" y="363"/>
                  </a:moveTo>
                  <a:cubicBezTo>
                    <a:pt x="160" y="363"/>
                    <a:pt x="160" y="363"/>
                    <a:pt x="160" y="363"/>
                  </a:cubicBezTo>
                  <a:cubicBezTo>
                    <a:pt x="160" y="363"/>
                    <a:pt x="160" y="363"/>
                    <a:pt x="160" y="363"/>
                  </a:cubicBezTo>
                  <a:moveTo>
                    <a:pt x="160" y="363"/>
                  </a:moveTo>
                  <a:cubicBezTo>
                    <a:pt x="161" y="363"/>
                    <a:pt x="161" y="363"/>
                    <a:pt x="161" y="363"/>
                  </a:cubicBezTo>
                  <a:cubicBezTo>
                    <a:pt x="160" y="363"/>
                    <a:pt x="160" y="363"/>
                    <a:pt x="160"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4"/>
                  </a:moveTo>
                  <a:cubicBezTo>
                    <a:pt x="161" y="363"/>
                    <a:pt x="161" y="363"/>
                    <a:pt x="161" y="363"/>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5"/>
                    <a:pt x="161" y="365"/>
                    <a:pt x="161" y="365"/>
                  </a:cubicBezTo>
                  <a:cubicBezTo>
                    <a:pt x="161" y="364"/>
                    <a:pt x="161" y="364"/>
                    <a:pt x="161" y="364"/>
                  </a:cubicBezTo>
                  <a:moveTo>
                    <a:pt x="162" y="365"/>
                  </a:moveTo>
                  <a:cubicBezTo>
                    <a:pt x="161" y="365"/>
                    <a:pt x="161" y="365"/>
                    <a:pt x="161"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3" y="365"/>
                  </a:moveTo>
                  <a:cubicBezTo>
                    <a:pt x="162" y="365"/>
                    <a:pt x="162" y="365"/>
                    <a:pt x="162"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6"/>
                    <a:pt x="163" y="366"/>
                    <a:pt x="163" y="366"/>
                  </a:cubicBezTo>
                  <a:cubicBezTo>
                    <a:pt x="163" y="365"/>
                    <a:pt x="163" y="365"/>
                    <a:pt x="163" y="365"/>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77" y="352"/>
                  </a:moveTo>
                  <a:cubicBezTo>
                    <a:pt x="165" y="367"/>
                    <a:pt x="165" y="367"/>
                    <a:pt x="163" y="366"/>
                  </a:cubicBezTo>
                  <a:cubicBezTo>
                    <a:pt x="163" y="366"/>
                    <a:pt x="163" y="366"/>
                    <a:pt x="163" y="366"/>
                  </a:cubicBezTo>
                  <a:cubicBezTo>
                    <a:pt x="163" y="366"/>
                    <a:pt x="163" y="366"/>
                    <a:pt x="163" y="366"/>
                  </a:cubicBezTo>
                  <a:cubicBezTo>
                    <a:pt x="164" y="366"/>
                    <a:pt x="165" y="366"/>
                    <a:pt x="168" y="363"/>
                  </a:cubicBezTo>
                  <a:cubicBezTo>
                    <a:pt x="170" y="362"/>
                    <a:pt x="171" y="359"/>
                    <a:pt x="173" y="357"/>
                  </a:cubicBezTo>
                  <a:cubicBezTo>
                    <a:pt x="176" y="353"/>
                    <a:pt x="179" y="349"/>
                    <a:pt x="182" y="345"/>
                  </a:cubicBezTo>
                  <a:cubicBezTo>
                    <a:pt x="181" y="347"/>
                    <a:pt x="179" y="350"/>
                    <a:pt x="177" y="352"/>
                  </a:cubicBezTo>
                  <a:moveTo>
                    <a:pt x="197" y="263"/>
                  </a:moveTo>
                  <a:cubicBezTo>
                    <a:pt x="196" y="265"/>
                    <a:pt x="196" y="265"/>
                    <a:pt x="196" y="265"/>
                  </a:cubicBezTo>
                  <a:cubicBezTo>
                    <a:pt x="196" y="265"/>
                    <a:pt x="196" y="264"/>
                    <a:pt x="197" y="263"/>
                  </a:cubicBezTo>
                  <a:cubicBezTo>
                    <a:pt x="197" y="263"/>
                    <a:pt x="197" y="263"/>
                    <a:pt x="197" y="263"/>
                  </a:cubicBezTo>
                  <a:moveTo>
                    <a:pt x="196" y="265"/>
                  </a:moveTo>
                  <a:cubicBezTo>
                    <a:pt x="196" y="264"/>
                    <a:pt x="196" y="264"/>
                    <a:pt x="197" y="263"/>
                  </a:cubicBezTo>
                  <a:cubicBezTo>
                    <a:pt x="197" y="263"/>
                    <a:pt x="196" y="264"/>
                    <a:pt x="196" y="265"/>
                  </a:cubicBezTo>
                  <a:cubicBezTo>
                    <a:pt x="196" y="265"/>
                    <a:pt x="196" y="265"/>
                    <a:pt x="196" y="265"/>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2"/>
                    <a:pt x="199" y="262"/>
                    <a:pt x="199" y="262"/>
                  </a:cubicBezTo>
                  <a:cubicBezTo>
                    <a:pt x="199" y="262"/>
                    <a:pt x="199" y="262"/>
                    <a:pt x="199" y="261"/>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8" y="263"/>
                  </a:cubicBezTo>
                  <a:cubicBezTo>
                    <a:pt x="199" y="262"/>
                    <a:pt x="199" y="262"/>
                    <a:pt x="199" y="262"/>
                  </a:cubicBezTo>
                  <a:moveTo>
                    <a:pt x="152" y="328"/>
                  </a:moveTo>
                  <a:cubicBezTo>
                    <a:pt x="151" y="329"/>
                    <a:pt x="151" y="329"/>
                    <a:pt x="151" y="329"/>
                  </a:cubicBezTo>
                  <a:cubicBezTo>
                    <a:pt x="152" y="329"/>
                    <a:pt x="152" y="328"/>
                    <a:pt x="152" y="328"/>
                  </a:cubicBezTo>
                  <a:moveTo>
                    <a:pt x="137" y="346"/>
                  </a:moveTo>
                  <a:cubicBezTo>
                    <a:pt x="137" y="345"/>
                    <a:pt x="136" y="344"/>
                    <a:pt x="135" y="343"/>
                  </a:cubicBezTo>
                  <a:cubicBezTo>
                    <a:pt x="163" y="308"/>
                    <a:pt x="163" y="308"/>
                    <a:pt x="163" y="308"/>
                  </a:cubicBezTo>
                  <a:cubicBezTo>
                    <a:pt x="173" y="291"/>
                    <a:pt x="173" y="291"/>
                    <a:pt x="173" y="291"/>
                  </a:cubicBezTo>
                  <a:cubicBezTo>
                    <a:pt x="163" y="308"/>
                    <a:pt x="163" y="308"/>
                    <a:pt x="163" y="308"/>
                  </a:cubicBezTo>
                  <a:cubicBezTo>
                    <a:pt x="159" y="318"/>
                    <a:pt x="159" y="318"/>
                    <a:pt x="159" y="318"/>
                  </a:cubicBezTo>
                  <a:cubicBezTo>
                    <a:pt x="137" y="346"/>
                    <a:pt x="137" y="346"/>
                    <a:pt x="137" y="346"/>
                  </a:cubicBezTo>
                  <a:moveTo>
                    <a:pt x="153" y="327"/>
                  </a:moveTo>
                  <a:cubicBezTo>
                    <a:pt x="153" y="327"/>
                    <a:pt x="152" y="328"/>
                    <a:pt x="152" y="328"/>
                  </a:cubicBezTo>
                  <a:cubicBezTo>
                    <a:pt x="152" y="328"/>
                    <a:pt x="153" y="327"/>
                    <a:pt x="153" y="327"/>
                  </a:cubicBezTo>
                  <a:moveTo>
                    <a:pt x="153" y="327"/>
                  </a:moveTo>
                  <a:cubicBezTo>
                    <a:pt x="153" y="327"/>
                    <a:pt x="154" y="326"/>
                    <a:pt x="154" y="326"/>
                  </a:cubicBezTo>
                  <a:cubicBezTo>
                    <a:pt x="154" y="326"/>
                    <a:pt x="153" y="327"/>
                    <a:pt x="153" y="327"/>
                  </a:cubicBezTo>
                  <a:moveTo>
                    <a:pt x="154" y="326"/>
                  </a:moveTo>
                  <a:cubicBezTo>
                    <a:pt x="155" y="326"/>
                    <a:pt x="155" y="325"/>
                    <a:pt x="155" y="325"/>
                  </a:cubicBezTo>
                  <a:cubicBezTo>
                    <a:pt x="155" y="325"/>
                    <a:pt x="155" y="326"/>
                    <a:pt x="154" y="326"/>
                  </a:cubicBezTo>
                  <a:moveTo>
                    <a:pt x="155" y="325"/>
                  </a:moveTo>
                  <a:cubicBezTo>
                    <a:pt x="156" y="325"/>
                    <a:pt x="156" y="325"/>
                    <a:pt x="157" y="325"/>
                  </a:cubicBezTo>
                  <a:cubicBezTo>
                    <a:pt x="156" y="325"/>
                    <a:pt x="156" y="325"/>
                    <a:pt x="155" y="325"/>
                  </a:cubicBezTo>
                  <a:moveTo>
                    <a:pt x="173" y="291"/>
                  </a:moveTo>
                  <a:cubicBezTo>
                    <a:pt x="172" y="290"/>
                    <a:pt x="172" y="288"/>
                    <a:pt x="171" y="286"/>
                  </a:cubicBezTo>
                  <a:cubicBezTo>
                    <a:pt x="165" y="285"/>
                    <a:pt x="165" y="285"/>
                    <a:pt x="165" y="285"/>
                  </a:cubicBezTo>
                  <a:cubicBezTo>
                    <a:pt x="171" y="286"/>
                    <a:pt x="171" y="286"/>
                    <a:pt x="171" y="286"/>
                  </a:cubicBezTo>
                  <a:cubicBezTo>
                    <a:pt x="171" y="284"/>
                    <a:pt x="170" y="283"/>
                    <a:pt x="170" y="283"/>
                  </a:cubicBezTo>
                  <a:cubicBezTo>
                    <a:pt x="182" y="270"/>
                    <a:pt x="182" y="270"/>
                    <a:pt x="182" y="270"/>
                  </a:cubicBezTo>
                  <a:cubicBezTo>
                    <a:pt x="182" y="271"/>
                    <a:pt x="182" y="271"/>
                    <a:pt x="183" y="272"/>
                  </a:cubicBezTo>
                  <a:cubicBezTo>
                    <a:pt x="189" y="267"/>
                    <a:pt x="189" y="267"/>
                    <a:pt x="189" y="267"/>
                  </a:cubicBezTo>
                  <a:cubicBezTo>
                    <a:pt x="183" y="272"/>
                    <a:pt x="183" y="272"/>
                    <a:pt x="183" y="272"/>
                  </a:cubicBezTo>
                  <a:cubicBezTo>
                    <a:pt x="189" y="267"/>
                    <a:pt x="189" y="267"/>
                    <a:pt x="189" y="267"/>
                  </a:cubicBezTo>
                  <a:cubicBezTo>
                    <a:pt x="201" y="251"/>
                    <a:pt x="201" y="251"/>
                    <a:pt x="201" y="251"/>
                  </a:cubicBezTo>
                  <a:cubicBezTo>
                    <a:pt x="189" y="267"/>
                    <a:pt x="189" y="267"/>
                    <a:pt x="189" y="267"/>
                  </a:cubicBezTo>
                  <a:cubicBezTo>
                    <a:pt x="190" y="269"/>
                    <a:pt x="191" y="271"/>
                    <a:pt x="192" y="273"/>
                  </a:cubicBezTo>
                  <a:cubicBezTo>
                    <a:pt x="178" y="298"/>
                    <a:pt x="178" y="298"/>
                    <a:pt x="178" y="298"/>
                  </a:cubicBezTo>
                  <a:cubicBezTo>
                    <a:pt x="173" y="291"/>
                    <a:pt x="173" y="291"/>
                    <a:pt x="173" y="291"/>
                  </a:cubicBezTo>
                  <a:moveTo>
                    <a:pt x="158" y="324"/>
                  </a:moveTo>
                  <a:cubicBezTo>
                    <a:pt x="158" y="324"/>
                    <a:pt x="157" y="325"/>
                    <a:pt x="157" y="325"/>
                  </a:cubicBezTo>
                  <a:cubicBezTo>
                    <a:pt x="157" y="325"/>
                    <a:pt x="158" y="324"/>
                    <a:pt x="158" y="324"/>
                  </a:cubicBezTo>
                  <a:moveTo>
                    <a:pt x="160" y="324"/>
                  </a:moveTo>
                  <a:cubicBezTo>
                    <a:pt x="160" y="324"/>
                    <a:pt x="159" y="324"/>
                    <a:pt x="158" y="324"/>
                  </a:cubicBezTo>
                  <a:cubicBezTo>
                    <a:pt x="159" y="324"/>
                    <a:pt x="160" y="324"/>
                    <a:pt x="160" y="324"/>
                  </a:cubicBezTo>
                  <a:moveTo>
                    <a:pt x="163" y="324"/>
                  </a:moveTo>
                  <a:cubicBezTo>
                    <a:pt x="160" y="324"/>
                    <a:pt x="160" y="324"/>
                    <a:pt x="160" y="324"/>
                  </a:cubicBezTo>
                  <a:cubicBezTo>
                    <a:pt x="161" y="324"/>
                    <a:pt x="162" y="324"/>
                    <a:pt x="163" y="324"/>
                  </a:cubicBezTo>
                  <a:moveTo>
                    <a:pt x="153" y="341"/>
                  </a:moveTo>
                  <a:cubicBezTo>
                    <a:pt x="163" y="324"/>
                    <a:pt x="163" y="324"/>
                    <a:pt x="163" y="324"/>
                  </a:cubicBezTo>
                  <a:cubicBezTo>
                    <a:pt x="160" y="329"/>
                    <a:pt x="156" y="335"/>
                    <a:pt x="153" y="341"/>
                  </a:cubicBezTo>
                  <a:moveTo>
                    <a:pt x="155" y="345"/>
                  </a:moveTo>
                  <a:cubicBezTo>
                    <a:pt x="171" y="334"/>
                    <a:pt x="171" y="334"/>
                    <a:pt x="171" y="334"/>
                  </a:cubicBezTo>
                  <a:cubicBezTo>
                    <a:pt x="170" y="333"/>
                    <a:pt x="169" y="332"/>
                    <a:pt x="168" y="331"/>
                  </a:cubicBezTo>
                  <a:cubicBezTo>
                    <a:pt x="155" y="343"/>
                    <a:pt x="155" y="343"/>
                    <a:pt x="155" y="343"/>
                  </a:cubicBezTo>
                  <a:cubicBezTo>
                    <a:pt x="154" y="342"/>
                    <a:pt x="154" y="341"/>
                    <a:pt x="153" y="341"/>
                  </a:cubicBezTo>
                  <a:cubicBezTo>
                    <a:pt x="158" y="333"/>
                    <a:pt x="164" y="325"/>
                    <a:pt x="169" y="318"/>
                  </a:cubicBezTo>
                  <a:cubicBezTo>
                    <a:pt x="168" y="317"/>
                    <a:pt x="168" y="316"/>
                    <a:pt x="167" y="314"/>
                  </a:cubicBezTo>
                  <a:cubicBezTo>
                    <a:pt x="159" y="318"/>
                    <a:pt x="159" y="318"/>
                    <a:pt x="159" y="318"/>
                  </a:cubicBezTo>
                  <a:cubicBezTo>
                    <a:pt x="167" y="314"/>
                    <a:pt x="167" y="314"/>
                    <a:pt x="167" y="314"/>
                  </a:cubicBezTo>
                  <a:cubicBezTo>
                    <a:pt x="175" y="311"/>
                    <a:pt x="175" y="311"/>
                    <a:pt x="175" y="311"/>
                  </a:cubicBezTo>
                  <a:cubicBezTo>
                    <a:pt x="180" y="318"/>
                    <a:pt x="180" y="318"/>
                    <a:pt x="180" y="318"/>
                  </a:cubicBezTo>
                  <a:cubicBezTo>
                    <a:pt x="171" y="334"/>
                    <a:pt x="171" y="334"/>
                    <a:pt x="171" y="334"/>
                  </a:cubicBezTo>
                  <a:cubicBezTo>
                    <a:pt x="155" y="345"/>
                    <a:pt x="155" y="345"/>
                    <a:pt x="155" y="345"/>
                  </a:cubicBezTo>
                  <a:moveTo>
                    <a:pt x="216" y="207"/>
                  </a:moveTo>
                  <a:cubicBezTo>
                    <a:pt x="217" y="207"/>
                    <a:pt x="217" y="207"/>
                    <a:pt x="217" y="207"/>
                  </a:cubicBezTo>
                  <a:cubicBezTo>
                    <a:pt x="217" y="207"/>
                    <a:pt x="217" y="207"/>
                    <a:pt x="216" y="207"/>
                  </a:cubicBezTo>
                  <a:moveTo>
                    <a:pt x="216" y="208"/>
                  </a:moveTo>
                  <a:cubicBezTo>
                    <a:pt x="216" y="208"/>
                    <a:pt x="216" y="208"/>
                    <a:pt x="216" y="207"/>
                  </a:cubicBezTo>
                  <a:cubicBezTo>
                    <a:pt x="216" y="208"/>
                    <a:pt x="216" y="208"/>
                    <a:pt x="216" y="208"/>
                  </a:cubicBezTo>
                  <a:moveTo>
                    <a:pt x="215" y="209"/>
                  </a:moveTo>
                  <a:cubicBezTo>
                    <a:pt x="215" y="209"/>
                    <a:pt x="215" y="208"/>
                    <a:pt x="216" y="208"/>
                  </a:cubicBezTo>
                  <a:cubicBezTo>
                    <a:pt x="215" y="208"/>
                    <a:pt x="215" y="209"/>
                    <a:pt x="215" y="209"/>
                  </a:cubicBezTo>
                  <a:moveTo>
                    <a:pt x="214" y="210"/>
                  </a:moveTo>
                  <a:cubicBezTo>
                    <a:pt x="214" y="209"/>
                    <a:pt x="215" y="209"/>
                    <a:pt x="215" y="209"/>
                  </a:cubicBezTo>
                  <a:cubicBezTo>
                    <a:pt x="215" y="209"/>
                    <a:pt x="214" y="209"/>
                    <a:pt x="214" y="210"/>
                  </a:cubicBezTo>
                  <a:moveTo>
                    <a:pt x="214" y="210"/>
                  </a:moveTo>
                  <a:cubicBezTo>
                    <a:pt x="214" y="210"/>
                    <a:pt x="214" y="210"/>
                    <a:pt x="214" y="210"/>
                  </a:cubicBezTo>
                  <a:cubicBezTo>
                    <a:pt x="214" y="210"/>
                    <a:pt x="214" y="210"/>
                    <a:pt x="214" y="210"/>
                  </a:cubicBezTo>
                  <a:moveTo>
                    <a:pt x="213" y="211"/>
                  </a:moveTo>
                  <a:cubicBezTo>
                    <a:pt x="213" y="210"/>
                    <a:pt x="214" y="210"/>
                    <a:pt x="214" y="210"/>
                  </a:cubicBezTo>
                  <a:cubicBezTo>
                    <a:pt x="214" y="210"/>
                    <a:pt x="213" y="210"/>
                    <a:pt x="213" y="211"/>
                  </a:cubicBezTo>
                  <a:moveTo>
                    <a:pt x="212" y="211"/>
                  </a:moveTo>
                  <a:cubicBezTo>
                    <a:pt x="212" y="211"/>
                    <a:pt x="213" y="211"/>
                    <a:pt x="213" y="211"/>
                  </a:cubicBezTo>
                  <a:cubicBezTo>
                    <a:pt x="213" y="211"/>
                    <a:pt x="213" y="211"/>
                    <a:pt x="213" y="211"/>
                  </a:cubicBezTo>
                  <a:moveTo>
                    <a:pt x="212" y="212"/>
                  </a:moveTo>
                  <a:cubicBezTo>
                    <a:pt x="212" y="212"/>
                    <a:pt x="212" y="211"/>
                    <a:pt x="212" y="211"/>
                  </a:cubicBezTo>
                  <a:cubicBezTo>
                    <a:pt x="212" y="211"/>
                    <a:pt x="212" y="212"/>
                    <a:pt x="212" y="212"/>
                  </a:cubicBezTo>
                  <a:moveTo>
                    <a:pt x="211" y="212"/>
                  </a:moveTo>
                  <a:cubicBezTo>
                    <a:pt x="211" y="212"/>
                    <a:pt x="212" y="212"/>
                    <a:pt x="212" y="212"/>
                  </a:cubicBezTo>
                  <a:cubicBezTo>
                    <a:pt x="212" y="212"/>
                    <a:pt x="211" y="212"/>
                    <a:pt x="211" y="212"/>
                  </a:cubicBezTo>
                  <a:moveTo>
                    <a:pt x="211" y="213"/>
                  </a:moveTo>
                  <a:cubicBezTo>
                    <a:pt x="211" y="213"/>
                    <a:pt x="211" y="213"/>
                    <a:pt x="211" y="212"/>
                  </a:cubicBezTo>
                  <a:cubicBezTo>
                    <a:pt x="211" y="213"/>
                    <a:pt x="211" y="213"/>
                    <a:pt x="211" y="213"/>
                  </a:cubicBezTo>
                  <a:moveTo>
                    <a:pt x="211" y="214"/>
                  </a:moveTo>
                  <a:cubicBezTo>
                    <a:pt x="211" y="214"/>
                    <a:pt x="211" y="213"/>
                    <a:pt x="211" y="213"/>
                  </a:cubicBezTo>
                  <a:cubicBezTo>
                    <a:pt x="211" y="213"/>
                    <a:pt x="211" y="214"/>
                    <a:pt x="211" y="214"/>
                  </a:cubicBezTo>
                  <a:moveTo>
                    <a:pt x="210" y="214"/>
                  </a:moveTo>
                  <a:cubicBezTo>
                    <a:pt x="210" y="214"/>
                    <a:pt x="210" y="214"/>
                    <a:pt x="211" y="214"/>
                  </a:cubicBezTo>
                  <a:cubicBezTo>
                    <a:pt x="210" y="214"/>
                    <a:pt x="210" y="214"/>
                    <a:pt x="210" y="214"/>
                  </a:cubicBezTo>
                  <a:moveTo>
                    <a:pt x="210" y="214"/>
                  </a:moveTo>
                  <a:cubicBezTo>
                    <a:pt x="210" y="214"/>
                    <a:pt x="210" y="214"/>
                    <a:pt x="210" y="214"/>
                  </a:cubicBezTo>
                  <a:cubicBezTo>
                    <a:pt x="210" y="214"/>
                    <a:pt x="210" y="214"/>
                    <a:pt x="210" y="214"/>
                  </a:cubicBezTo>
                  <a:moveTo>
                    <a:pt x="209" y="215"/>
                  </a:moveTo>
                  <a:cubicBezTo>
                    <a:pt x="210" y="215"/>
                    <a:pt x="210" y="215"/>
                    <a:pt x="210" y="215"/>
                  </a:cubicBezTo>
                  <a:cubicBezTo>
                    <a:pt x="209" y="215"/>
                    <a:pt x="209" y="215"/>
                    <a:pt x="209" y="215"/>
                  </a:cubicBezTo>
                  <a:moveTo>
                    <a:pt x="209" y="216"/>
                  </a:moveTo>
                  <a:cubicBezTo>
                    <a:pt x="209" y="215"/>
                    <a:pt x="209" y="215"/>
                    <a:pt x="209" y="215"/>
                  </a:cubicBezTo>
                  <a:cubicBezTo>
                    <a:pt x="209" y="215"/>
                    <a:pt x="209" y="215"/>
                    <a:pt x="209" y="216"/>
                  </a:cubicBezTo>
                  <a:moveTo>
                    <a:pt x="209" y="216"/>
                  </a:moveTo>
                  <a:cubicBezTo>
                    <a:pt x="209" y="216"/>
                    <a:pt x="209" y="216"/>
                    <a:pt x="209" y="216"/>
                  </a:cubicBezTo>
                  <a:cubicBezTo>
                    <a:pt x="209" y="216"/>
                    <a:pt x="209" y="216"/>
                    <a:pt x="209" y="216"/>
                  </a:cubicBezTo>
                  <a:moveTo>
                    <a:pt x="208" y="217"/>
                  </a:moveTo>
                  <a:cubicBezTo>
                    <a:pt x="208" y="216"/>
                    <a:pt x="208" y="216"/>
                    <a:pt x="208" y="216"/>
                  </a:cubicBezTo>
                  <a:cubicBezTo>
                    <a:pt x="208" y="216"/>
                    <a:pt x="208" y="216"/>
                    <a:pt x="208" y="217"/>
                  </a:cubicBezTo>
                  <a:moveTo>
                    <a:pt x="208" y="217"/>
                  </a:moveTo>
                  <a:cubicBezTo>
                    <a:pt x="208" y="217"/>
                    <a:pt x="208" y="217"/>
                    <a:pt x="208" y="217"/>
                  </a:cubicBezTo>
                  <a:cubicBezTo>
                    <a:pt x="208" y="217"/>
                    <a:pt x="208" y="217"/>
                    <a:pt x="208" y="217"/>
                  </a:cubicBezTo>
                  <a:moveTo>
                    <a:pt x="208" y="218"/>
                  </a:moveTo>
                  <a:cubicBezTo>
                    <a:pt x="208" y="217"/>
                    <a:pt x="208" y="217"/>
                    <a:pt x="208" y="217"/>
                  </a:cubicBezTo>
                  <a:cubicBezTo>
                    <a:pt x="208" y="217"/>
                    <a:pt x="208" y="217"/>
                    <a:pt x="208" y="218"/>
                  </a:cubicBezTo>
                  <a:moveTo>
                    <a:pt x="207" y="218"/>
                  </a:moveTo>
                  <a:cubicBezTo>
                    <a:pt x="208" y="218"/>
                    <a:pt x="208" y="218"/>
                    <a:pt x="208" y="218"/>
                  </a:cubicBezTo>
                  <a:cubicBezTo>
                    <a:pt x="208" y="218"/>
                    <a:pt x="208" y="218"/>
                    <a:pt x="207" y="218"/>
                  </a:cubicBezTo>
                  <a:moveTo>
                    <a:pt x="207" y="218"/>
                  </a:moveTo>
                  <a:cubicBezTo>
                    <a:pt x="207" y="218"/>
                    <a:pt x="207" y="218"/>
                    <a:pt x="207" y="218"/>
                  </a:cubicBezTo>
                  <a:cubicBezTo>
                    <a:pt x="207" y="218"/>
                    <a:pt x="207" y="218"/>
                    <a:pt x="207" y="218"/>
                  </a:cubicBezTo>
                  <a:moveTo>
                    <a:pt x="207" y="219"/>
                  </a:moveTo>
                  <a:cubicBezTo>
                    <a:pt x="207" y="218"/>
                    <a:pt x="207" y="218"/>
                    <a:pt x="207" y="218"/>
                  </a:cubicBezTo>
                  <a:cubicBezTo>
                    <a:pt x="207" y="218"/>
                    <a:pt x="207" y="218"/>
                    <a:pt x="207" y="219"/>
                  </a:cubicBezTo>
                  <a:moveTo>
                    <a:pt x="207" y="219"/>
                  </a:moveTo>
                  <a:cubicBezTo>
                    <a:pt x="207" y="219"/>
                    <a:pt x="207" y="219"/>
                    <a:pt x="207" y="219"/>
                  </a:cubicBezTo>
                  <a:cubicBezTo>
                    <a:pt x="207" y="219"/>
                    <a:pt x="207" y="219"/>
                    <a:pt x="207" y="219"/>
                  </a:cubicBezTo>
                  <a:moveTo>
                    <a:pt x="206" y="220"/>
                  </a:moveTo>
                  <a:cubicBezTo>
                    <a:pt x="206" y="219"/>
                    <a:pt x="207" y="219"/>
                    <a:pt x="207" y="219"/>
                  </a:cubicBezTo>
                  <a:cubicBezTo>
                    <a:pt x="207" y="219"/>
                    <a:pt x="206" y="219"/>
                    <a:pt x="206" y="220"/>
                  </a:cubicBezTo>
                  <a:moveTo>
                    <a:pt x="206" y="220"/>
                  </a:moveTo>
                  <a:cubicBezTo>
                    <a:pt x="206" y="220"/>
                    <a:pt x="206" y="220"/>
                    <a:pt x="206" y="220"/>
                  </a:cubicBezTo>
                  <a:cubicBezTo>
                    <a:pt x="206" y="220"/>
                    <a:pt x="206" y="220"/>
                    <a:pt x="206" y="220"/>
                  </a:cubicBezTo>
                  <a:moveTo>
                    <a:pt x="206" y="220"/>
                  </a:moveTo>
                  <a:cubicBezTo>
                    <a:pt x="206" y="220"/>
                    <a:pt x="206" y="220"/>
                    <a:pt x="206" y="220"/>
                  </a:cubicBezTo>
                  <a:cubicBezTo>
                    <a:pt x="206" y="220"/>
                    <a:pt x="206" y="220"/>
                    <a:pt x="206" y="220"/>
                  </a:cubicBezTo>
                  <a:moveTo>
                    <a:pt x="206" y="220"/>
                  </a:moveTo>
                  <a:cubicBezTo>
                    <a:pt x="206" y="220"/>
                    <a:pt x="205" y="220"/>
                    <a:pt x="205" y="220"/>
                  </a:cubicBezTo>
                  <a:cubicBezTo>
                    <a:pt x="205" y="220"/>
                    <a:pt x="206" y="220"/>
                    <a:pt x="206" y="220"/>
                  </a:cubicBezTo>
                  <a:moveTo>
                    <a:pt x="205" y="220"/>
                  </a:moveTo>
                  <a:cubicBezTo>
                    <a:pt x="205" y="221"/>
                    <a:pt x="205" y="221"/>
                    <a:pt x="205" y="221"/>
                  </a:cubicBezTo>
                  <a:cubicBezTo>
                    <a:pt x="205" y="220"/>
                    <a:pt x="205" y="220"/>
                    <a:pt x="205" y="220"/>
                  </a:cubicBezTo>
                  <a:moveTo>
                    <a:pt x="205" y="221"/>
                  </a:moveTo>
                  <a:cubicBezTo>
                    <a:pt x="205" y="221"/>
                    <a:pt x="205" y="222"/>
                    <a:pt x="205" y="222"/>
                  </a:cubicBezTo>
                  <a:cubicBezTo>
                    <a:pt x="205" y="222"/>
                    <a:pt x="205" y="221"/>
                    <a:pt x="205" y="221"/>
                  </a:cubicBezTo>
                  <a:moveTo>
                    <a:pt x="205" y="222"/>
                  </a:moveTo>
                  <a:cubicBezTo>
                    <a:pt x="205" y="222"/>
                    <a:pt x="205" y="222"/>
                    <a:pt x="205" y="222"/>
                  </a:cubicBezTo>
                  <a:cubicBezTo>
                    <a:pt x="205" y="222"/>
                    <a:pt x="205" y="222"/>
                    <a:pt x="205" y="222"/>
                  </a:cubicBezTo>
                  <a:moveTo>
                    <a:pt x="205" y="222"/>
                  </a:moveTo>
                  <a:cubicBezTo>
                    <a:pt x="205" y="222"/>
                    <a:pt x="205" y="222"/>
                    <a:pt x="204" y="222"/>
                  </a:cubicBezTo>
                  <a:cubicBezTo>
                    <a:pt x="205" y="222"/>
                    <a:pt x="205" y="222"/>
                    <a:pt x="205" y="222"/>
                  </a:cubicBezTo>
                  <a:moveTo>
                    <a:pt x="204" y="222"/>
                  </a:moveTo>
                  <a:cubicBezTo>
                    <a:pt x="204" y="222"/>
                    <a:pt x="204" y="222"/>
                    <a:pt x="204" y="223"/>
                  </a:cubicBezTo>
                  <a:cubicBezTo>
                    <a:pt x="204" y="222"/>
                    <a:pt x="204" y="222"/>
                    <a:pt x="204" y="222"/>
                  </a:cubicBezTo>
                  <a:moveTo>
                    <a:pt x="199" y="231"/>
                  </a:moveTo>
                  <a:cubicBezTo>
                    <a:pt x="204" y="225"/>
                    <a:pt x="211" y="216"/>
                    <a:pt x="217" y="210"/>
                  </a:cubicBezTo>
                  <a:cubicBezTo>
                    <a:pt x="211" y="216"/>
                    <a:pt x="204" y="225"/>
                    <a:pt x="199" y="231"/>
                  </a:cubicBezTo>
                  <a:moveTo>
                    <a:pt x="200" y="231"/>
                  </a:moveTo>
                  <a:cubicBezTo>
                    <a:pt x="199" y="231"/>
                    <a:pt x="199" y="231"/>
                    <a:pt x="199" y="231"/>
                  </a:cubicBezTo>
                  <a:cubicBezTo>
                    <a:pt x="199" y="231"/>
                    <a:pt x="200" y="231"/>
                    <a:pt x="200" y="231"/>
                  </a:cubicBezTo>
                  <a:moveTo>
                    <a:pt x="201" y="230"/>
                  </a:moveTo>
                  <a:cubicBezTo>
                    <a:pt x="201" y="230"/>
                    <a:pt x="200" y="231"/>
                    <a:pt x="200" y="231"/>
                  </a:cubicBezTo>
                  <a:cubicBezTo>
                    <a:pt x="200" y="231"/>
                    <a:pt x="201" y="230"/>
                    <a:pt x="201" y="230"/>
                  </a:cubicBezTo>
                  <a:moveTo>
                    <a:pt x="202" y="230"/>
                  </a:moveTo>
                  <a:cubicBezTo>
                    <a:pt x="202" y="230"/>
                    <a:pt x="201" y="230"/>
                    <a:pt x="201" y="230"/>
                  </a:cubicBezTo>
                  <a:cubicBezTo>
                    <a:pt x="201" y="230"/>
                    <a:pt x="202" y="230"/>
                    <a:pt x="202" y="230"/>
                  </a:cubicBezTo>
                  <a:moveTo>
                    <a:pt x="203" y="229"/>
                  </a:moveTo>
                  <a:cubicBezTo>
                    <a:pt x="203" y="229"/>
                    <a:pt x="202" y="229"/>
                    <a:pt x="202" y="230"/>
                  </a:cubicBezTo>
                  <a:cubicBezTo>
                    <a:pt x="202" y="229"/>
                    <a:pt x="203" y="229"/>
                    <a:pt x="203" y="229"/>
                  </a:cubicBezTo>
                  <a:moveTo>
                    <a:pt x="204" y="228"/>
                  </a:moveTo>
                  <a:cubicBezTo>
                    <a:pt x="204" y="228"/>
                    <a:pt x="203" y="228"/>
                    <a:pt x="203" y="229"/>
                  </a:cubicBezTo>
                  <a:cubicBezTo>
                    <a:pt x="203" y="228"/>
                    <a:pt x="204" y="228"/>
                    <a:pt x="204" y="228"/>
                  </a:cubicBezTo>
                  <a:moveTo>
                    <a:pt x="205" y="227"/>
                  </a:moveTo>
                  <a:cubicBezTo>
                    <a:pt x="205" y="227"/>
                    <a:pt x="205" y="228"/>
                    <a:pt x="204" y="228"/>
                  </a:cubicBezTo>
                  <a:cubicBezTo>
                    <a:pt x="205" y="228"/>
                    <a:pt x="205" y="227"/>
                    <a:pt x="205" y="227"/>
                  </a:cubicBezTo>
                  <a:moveTo>
                    <a:pt x="206" y="226"/>
                  </a:moveTo>
                  <a:cubicBezTo>
                    <a:pt x="206" y="226"/>
                    <a:pt x="205" y="227"/>
                    <a:pt x="205" y="227"/>
                  </a:cubicBezTo>
                  <a:cubicBezTo>
                    <a:pt x="205" y="227"/>
                    <a:pt x="206" y="226"/>
                    <a:pt x="206" y="226"/>
                  </a:cubicBezTo>
                  <a:moveTo>
                    <a:pt x="207" y="225"/>
                  </a:moveTo>
                  <a:cubicBezTo>
                    <a:pt x="207" y="226"/>
                    <a:pt x="206" y="226"/>
                    <a:pt x="206" y="226"/>
                  </a:cubicBezTo>
                  <a:cubicBezTo>
                    <a:pt x="206" y="226"/>
                    <a:pt x="207" y="226"/>
                    <a:pt x="207" y="225"/>
                  </a:cubicBezTo>
                  <a:moveTo>
                    <a:pt x="208" y="225"/>
                  </a:moveTo>
                  <a:cubicBezTo>
                    <a:pt x="208" y="225"/>
                    <a:pt x="207" y="225"/>
                    <a:pt x="207" y="225"/>
                  </a:cubicBezTo>
                  <a:cubicBezTo>
                    <a:pt x="207" y="225"/>
                    <a:pt x="208" y="225"/>
                    <a:pt x="208" y="225"/>
                  </a:cubicBezTo>
                  <a:moveTo>
                    <a:pt x="209" y="224"/>
                  </a:moveTo>
                  <a:cubicBezTo>
                    <a:pt x="209" y="224"/>
                    <a:pt x="208" y="224"/>
                    <a:pt x="208" y="225"/>
                  </a:cubicBezTo>
                  <a:cubicBezTo>
                    <a:pt x="208" y="224"/>
                    <a:pt x="209" y="224"/>
                    <a:pt x="209" y="224"/>
                  </a:cubicBezTo>
                  <a:moveTo>
                    <a:pt x="210" y="223"/>
                  </a:moveTo>
                  <a:cubicBezTo>
                    <a:pt x="210" y="223"/>
                    <a:pt x="209" y="223"/>
                    <a:pt x="209" y="224"/>
                  </a:cubicBezTo>
                  <a:cubicBezTo>
                    <a:pt x="209" y="223"/>
                    <a:pt x="210" y="223"/>
                    <a:pt x="210" y="223"/>
                  </a:cubicBezTo>
                  <a:moveTo>
                    <a:pt x="211" y="222"/>
                  </a:moveTo>
                  <a:cubicBezTo>
                    <a:pt x="211" y="222"/>
                    <a:pt x="210" y="223"/>
                    <a:pt x="210" y="223"/>
                  </a:cubicBezTo>
                  <a:cubicBezTo>
                    <a:pt x="210" y="223"/>
                    <a:pt x="211" y="222"/>
                    <a:pt x="211" y="222"/>
                  </a:cubicBezTo>
                  <a:moveTo>
                    <a:pt x="212" y="222"/>
                  </a:moveTo>
                  <a:cubicBezTo>
                    <a:pt x="211" y="222"/>
                    <a:pt x="211" y="222"/>
                    <a:pt x="211" y="222"/>
                  </a:cubicBezTo>
                  <a:cubicBezTo>
                    <a:pt x="211" y="222"/>
                    <a:pt x="211" y="222"/>
                    <a:pt x="212" y="222"/>
                  </a:cubicBezTo>
                  <a:moveTo>
                    <a:pt x="212" y="220"/>
                  </a:moveTo>
                  <a:cubicBezTo>
                    <a:pt x="212" y="221"/>
                    <a:pt x="212" y="221"/>
                    <a:pt x="212" y="222"/>
                  </a:cubicBezTo>
                  <a:cubicBezTo>
                    <a:pt x="212" y="221"/>
                    <a:pt x="212" y="221"/>
                    <a:pt x="212" y="220"/>
                  </a:cubicBezTo>
                  <a:moveTo>
                    <a:pt x="213" y="220"/>
                  </a:moveTo>
                  <a:cubicBezTo>
                    <a:pt x="213" y="220"/>
                    <a:pt x="213" y="220"/>
                    <a:pt x="212" y="220"/>
                  </a:cubicBezTo>
                  <a:cubicBezTo>
                    <a:pt x="213" y="220"/>
                    <a:pt x="213" y="220"/>
                    <a:pt x="213" y="220"/>
                  </a:cubicBezTo>
                  <a:moveTo>
                    <a:pt x="213" y="220"/>
                  </a:moveTo>
                  <a:cubicBezTo>
                    <a:pt x="214" y="220"/>
                    <a:pt x="214" y="219"/>
                    <a:pt x="214" y="219"/>
                  </a:cubicBezTo>
                  <a:cubicBezTo>
                    <a:pt x="214" y="219"/>
                    <a:pt x="214" y="220"/>
                    <a:pt x="213" y="220"/>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9"/>
                  </a:moveTo>
                  <a:cubicBezTo>
                    <a:pt x="315" y="238"/>
                    <a:pt x="315" y="238"/>
                    <a:pt x="315" y="238"/>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6" y="239"/>
                  </a:moveTo>
                  <a:cubicBezTo>
                    <a:pt x="315" y="239"/>
                    <a:pt x="315" y="239"/>
                    <a:pt x="315"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251" y="171"/>
                  </a:moveTo>
                  <a:cubicBezTo>
                    <a:pt x="255" y="167"/>
                    <a:pt x="260" y="163"/>
                    <a:pt x="264" y="160"/>
                  </a:cubicBezTo>
                  <a:cubicBezTo>
                    <a:pt x="264" y="160"/>
                    <a:pt x="264" y="161"/>
                    <a:pt x="264" y="162"/>
                  </a:cubicBezTo>
                  <a:cubicBezTo>
                    <a:pt x="251" y="171"/>
                    <a:pt x="251" y="171"/>
                    <a:pt x="251" y="171"/>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1" y="220"/>
                  </a:moveTo>
                  <a:cubicBezTo>
                    <a:pt x="321" y="220"/>
                    <a:pt x="320" y="221"/>
                    <a:pt x="320" y="222"/>
                  </a:cubicBezTo>
                  <a:cubicBezTo>
                    <a:pt x="320" y="221"/>
                    <a:pt x="321" y="221"/>
                    <a:pt x="321" y="221"/>
                  </a:cubicBezTo>
                  <a:moveTo>
                    <a:pt x="315" y="238"/>
                  </a:moveTo>
                  <a:cubicBezTo>
                    <a:pt x="313" y="235"/>
                    <a:pt x="317" y="229"/>
                    <a:pt x="320" y="222"/>
                  </a:cubicBezTo>
                  <a:cubicBezTo>
                    <a:pt x="316" y="230"/>
                    <a:pt x="313" y="236"/>
                    <a:pt x="315" y="238"/>
                  </a:cubicBezTo>
                  <a:cubicBezTo>
                    <a:pt x="315" y="238"/>
                    <a:pt x="315" y="238"/>
                    <a:pt x="315" y="238"/>
                  </a:cubicBezTo>
                  <a:moveTo>
                    <a:pt x="311" y="108"/>
                  </a:moveTo>
                  <a:cubicBezTo>
                    <a:pt x="325" y="97"/>
                    <a:pt x="325" y="97"/>
                    <a:pt x="325" y="97"/>
                  </a:cubicBezTo>
                  <a:cubicBezTo>
                    <a:pt x="311" y="108"/>
                    <a:pt x="311" y="108"/>
                    <a:pt x="311" y="108"/>
                  </a:cubicBezTo>
                  <a:moveTo>
                    <a:pt x="311" y="108"/>
                  </a:moveTo>
                  <a:cubicBezTo>
                    <a:pt x="312" y="109"/>
                    <a:pt x="312" y="109"/>
                    <a:pt x="312" y="109"/>
                  </a:cubicBezTo>
                  <a:cubicBezTo>
                    <a:pt x="311" y="108"/>
                    <a:pt x="311" y="108"/>
                    <a:pt x="311" y="108"/>
                  </a:cubicBezTo>
                  <a:moveTo>
                    <a:pt x="312" y="109"/>
                  </a:moveTo>
                  <a:cubicBezTo>
                    <a:pt x="323" y="100"/>
                    <a:pt x="323" y="100"/>
                    <a:pt x="323" y="100"/>
                  </a:cubicBezTo>
                  <a:cubicBezTo>
                    <a:pt x="312" y="109"/>
                    <a:pt x="312" y="109"/>
                    <a:pt x="312" y="109"/>
                  </a:cubicBezTo>
                  <a:moveTo>
                    <a:pt x="312" y="110"/>
                  </a:moveTo>
                  <a:cubicBezTo>
                    <a:pt x="312" y="110"/>
                    <a:pt x="312" y="109"/>
                    <a:pt x="312" y="109"/>
                  </a:cubicBezTo>
                  <a:cubicBezTo>
                    <a:pt x="312" y="109"/>
                    <a:pt x="312" y="109"/>
                    <a:pt x="312" y="109"/>
                  </a:cubicBezTo>
                  <a:moveTo>
                    <a:pt x="311" y="110"/>
                  </a:moveTo>
                  <a:cubicBezTo>
                    <a:pt x="311" y="110"/>
                    <a:pt x="312" y="110"/>
                    <a:pt x="312" y="110"/>
                  </a:cubicBezTo>
                  <a:cubicBezTo>
                    <a:pt x="312" y="110"/>
                    <a:pt x="311" y="110"/>
                    <a:pt x="311" y="110"/>
                  </a:cubicBezTo>
                  <a:moveTo>
                    <a:pt x="311" y="111"/>
                  </a:moveTo>
                  <a:cubicBezTo>
                    <a:pt x="311" y="111"/>
                    <a:pt x="311" y="110"/>
                    <a:pt x="311" y="110"/>
                  </a:cubicBezTo>
                  <a:cubicBezTo>
                    <a:pt x="311" y="110"/>
                    <a:pt x="311" y="111"/>
                    <a:pt x="311" y="111"/>
                  </a:cubicBezTo>
                  <a:moveTo>
                    <a:pt x="311" y="111"/>
                  </a:moveTo>
                  <a:cubicBezTo>
                    <a:pt x="311" y="111"/>
                    <a:pt x="311" y="111"/>
                    <a:pt x="311" y="111"/>
                  </a:cubicBezTo>
                  <a:cubicBezTo>
                    <a:pt x="311" y="111"/>
                    <a:pt x="311" y="111"/>
                    <a:pt x="311" y="111"/>
                  </a:cubicBezTo>
                  <a:moveTo>
                    <a:pt x="311" y="111"/>
                  </a:moveTo>
                  <a:cubicBezTo>
                    <a:pt x="311" y="111"/>
                    <a:pt x="311" y="111"/>
                    <a:pt x="311" y="111"/>
                  </a:cubicBezTo>
                  <a:cubicBezTo>
                    <a:pt x="311" y="111"/>
                    <a:pt x="311" y="111"/>
                    <a:pt x="311" y="111"/>
                  </a:cubicBezTo>
                  <a:moveTo>
                    <a:pt x="312" y="111"/>
                  </a:moveTo>
                  <a:cubicBezTo>
                    <a:pt x="311" y="111"/>
                    <a:pt x="311" y="111"/>
                    <a:pt x="311" y="111"/>
                  </a:cubicBezTo>
                  <a:cubicBezTo>
                    <a:pt x="312" y="111"/>
                    <a:pt x="312" y="111"/>
                    <a:pt x="312" y="111"/>
                  </a:cubicBezTo>
                  <a:moveTo>
                    <a:pt x="312" y="111"/>
                  </a:moveTo>
                  <a:cubicBezTo>
                    <a:pt x="312" y="111"/>
                    <a:pt x="312" y="111"/>
                    <a:pt x="312" y="111"/>
                  </a:cubicBezTo>
                  <a:cubicBezTo>
                    <a:pt x="312" y="111"/>
                    <a:pt x="312" y="111"/>
                    <a:pt x="312" y="111"/>
                  </a:cubicBezTo>
                  <a:moveTo>
                    <a:pt x="313" y="111"/>
                  </a:moveTo>
                  <a:cubicBezTo>
                    <a:pt x="312" y="111"/>
                    <a:pt x="312" y="111"/>
                    <a:pt x="312" y="111"/>
                  </a:cubicBezTo>
                  <a:cubicBezTo>
                    <a:pt x="313" y="111"/>
                    <a:pt x="313" y="111"/>
                    <a:pt x="313" y="111"/>
                  </a:cubicBezTo>
                  <a:moveTo>
                    <a:pt x="313" y="111"/>
                  </a:moveTo>
                  <a:cubicBezTo>
                    <a:pt x="313" y="111"/>
                    <a:pt x="313" y="111"/>
                    <a:pt x="313" y="111"/>
                  </a:cubicBezTo>
                  <a:cubicBezTo>
                    <a:pt x="313" y="111"/>
                    <a:pt x="313" y="111"/>
                    <a:pt x="313" y="111"/>
                  </a:cubicBezTo>
                  <a:moveTo>
                    <a:pt x="315" y="110"/>
                  </a:moveTo>
                  <a:cubicBezTo>
                    <a:pt x="314" y="110"/>
                    <a:pt x="314" y="111"/>
                    <a:pt x="313" y="111"/>
                  </a:cubicBezTo>
                  <a:cubicBezTo>
                    <a:pt x="314" y="111"/>
                    <a:pt x="314" y="110"/>
                    <a:pt x="315" y="110"/>
                  </a:cubicBezTo>
                  <a:moveTo>
                    <a:pt x="316" y="109"/>
                  </a:moveTo>
                  <a:cubicBezTo>
                    <a:pt x="316" y="110"/>
                    <a:pt x="315" y="110"/>
                    <a:pt x="315" y="110"/>
                  </a:cubicBezTo>
                  <a:cubicBezTo>
                    <a:pt x="315" y="110"/>
                    <a:pt x="316" y="110"/>
                    <a:pt x="316" y="109"/>
                  </a:cubicBezTo>
                  <a:moveTo>
                    <a:pt x="318" y="109"/>
                  </a:moveTo>
                  <a:cubicBezTo>
                    <a:pt x="317" y="109"/>
                    <a:pt x="317" y="109"/>
                    <a:pt x="316" y="109"/>
                  </a:cubicBezTo>
                  <a:cubicBezTo>
                    <a:pt x="317" y="109"/>
                    <a:pt x="317" y="109"/>
                    <a:pt x="318" y="109"/>
                  </a:cubicBezTo>
                  <a:moveTo>
                    <a:pt x="320" y="107"/>
                  </a:moveTo>
                  <a:cubicBezTo>
                    <a:pt x="319" y="108"/>
                    <a:pt x="318" y="108"/>
                    <a:pt x="318" y="109"/>
                  </a:cubicBezTo>
                  <a:cubicBezTo>
                    <a:pt x="318" y="108"/>
                    <a:pt x="319" y="108"/>
                    <a:pt x="320" y="107"/>
                  </a:cubicBezTo>
                  <a:moveTo>
                    <a:pt x="322" y="106"/>
                  </a:moveTo>
                  <a:cubicBezTo>
                    <a:pt x="321" y="107"/>
                    <a:pt x="320" y="107"/>
                    <a:pt x="320" y="107"/>
                  </a:cubicBezTo>
                  <a:cubicBezTo>
                    <a:pt x="320" y="107"/>
                    <a:pt x="321" y="107"/>
                    <a:pt x="322" y="106"/>
                  </a:cubicBezTo>
                  <a:moveTo>
                    <a:pt x="325" y="105"/>
                  </a:moveTo>
                  <a:cubicBezTo>
                    <a:pt x="324" y="105"/>
                    <a:pt x="323" y="106"/>
                    <a:pt x="322" y="106"/>
                  </a:cubicBezTo>
                  <a:cubicBezTo>
                    <a:pt x="324" y="105"/>
                    <a:pt x="326" y="104"/>
                    <a:pt x="328" y="103"/>
                  </a:cubicBezTo>
                  <a:cubicBezTo>
                    <a:pt x="327" y="103"/>
                    <a:pt x="325" y="104"/>
                    <a:pt x="325" y="105"/>
                  </a:cubicBezTo>
                  <a:moveTo>
                    <a:pt x="387" y="55"/>
                  </a:moveTo>
                  <a:cubicBezTo>
                    <a:pt x="389" y="54"/>
                    <a:pt x="391" y="52"/>
                    <a:pt x="394" y="51"/>
                  </a:cubicBezTo>
                  <a:cubicBezTo>
                    <a:pt x="391" y="52"/>
                    <a:pt x="389" y="54"/>
                    <a:pt x="387" y="55"/>
                  </a:cubicBezTo>
                  <a:moveTo>
                    <a:pt x="387" y="55"/>
                  </a:moveTo>
                  <a:cubicBezTo>
                    <a:pt x="385" y="56"/>
                    <a:pt x="383" y="57"/>
                    <a:pt x="381" y="58"/>
                  </a:cubicBezTo>
                  <a:cubicBezTo>
                    <a:pt x="383" y="57"/>
                    <a:pt x="385" y="56"/>
                    <a:pt x="387" y="55"/>
                  </a:cubicBezTo>
                  <a:moveTo>
                    <a:pt x="366" y="68"/>
                  </a:moveTo>
                  <a:cubicBezTo>
                    <a:pt x="381" y="58"/>
                    <a:pt x="381" y="58"/>
                    <a:pt x="381" y="58"/>
                  </a:cubicBezTo>
                  <a:cubicBezTo>
                    <a:pt x="366" y="68"/>
                    <a:pt x="366" y="68"/>
                    <a:pt x="366" y="68"/>
                  </a:cubicBezTo>
                  <a:moveTo>
                    <a:pt x="370" y="68"/>
                  </a:moveTo>
                  <a:cubicBezTo>
                    <a:pt x="365" y="70"/>
                    <a:pt x="365" y="70"/>
                    <a:pt x="365" y="70"/>
                  </a:cubicBezTo>
                  <a:cubicBezTo>
                    <a:pt x="366" y="69"/>
                    <a:pt x="367" y="68"/>
                    <a:pt x="368" y="68"/>
                  </a:cubicBezTo>
                  <a:cubicBezTo>
                    <a:pt x="366" y="68"/>
                    <a:pt x="366" y="68"/>
                    <a:pt x="366" y="68"/>
                  </a:cubicBezTo>
                  <a:cubicBezTo>
                    <a:pt x="368" y="68"/>
                    <a:pt x="368" y="68"/>
                    <a:pt x="368" y="68"/>
                  </a:cubicBezTo>
                  <a:cubicBezTo>
                    <a:pt x="369" y="66"/>
                    <a:pt x="371" y="65"/>
                    <a:pt x="373" y="64"/>
                  </a:cubicBezTo>
                  <a:cubicBezTo>
                    <a:pt x="377" y="61"/>
                    <a:pt x="379" y="60"/>
                    <a:pt x="384" y="57"/>
                  </a:cubicBezTo>
                  <a:cubicBezTo>
                    <a:pt x="384" y="57"/>
                    <a:pt x="384" y="57"/>
                    <a:pt x="384" y="57"/>
                  </a:cubicBezTo>
                  <a:cubicBezTo>
                    <a:pt x="384" y="57"/>
                    <a:pt x="387" y="56"/>
                    <a:pt x="387" y="56"/>
                  </a:cubicBezTo>
                  <a:cubicBezTo>
                    <a:pt x="387" y="56"/>
                    <a:pt x="385" y="56"/>
                    <a:pt x="384" y="57"/>
                  </a:cubicBezTo>
                  <a:cubicBezTo>
                    <a:pt x="387" y="56"/>
                    <a:pt x="389" y="55"/>
                    <a:pt x="391" y="54"/>
                  </a:cubicBezTo>
                  <a:cubicBezTo>
                    <a:pt x="390" y="54"/>
                    <a:pt x="389" y="55"/>
                    <a:pt x="389" y="56"/>
                  </a:cubicBezTo>
                  <a:cubicBezTo>
                    <a:pt x="377" y="64"/>
                    <a:pt x="377" y="64"/>
                    <a:pt x="377" y="64"/>
                  </a:cubicBezTo>
                  <a:cubicBezTo>
                    <a:pt x="375" y="65"/>
                    <a:pt x="372" y="66"/>
                    <a:pt x="370" y="68"/>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4" y="65"/>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5"/>
                    <a:pt x="393" y="65"/>
                  </a:cubicBezTo>
                  <a:cubicBezTo>
                    <a:pt x="393" y="65"/>
                    <a:pt x="393" y="65"/>
                    <a:pt x="393" y="65"/>
                  </a:cubicBezTo>
                  <a:moveTo>
                    <a:pt x="393" y="65"/>
                  </a:moveTo>
                  <a:cubicBezTo>
                    <a:pt x="393" y="65"/>
                    <a:pt x="393" y="65"/>
                    <a:pt x="393" y="65"/>
                  </a:cubicBezTo>
                  <a:cubicBezTo>
                    <a:pt x="393" y="65"/>
                    <a:pt x="393" y="65"/>
                    <a:pt x="393" y="65"/>
                  </a:cubicBezTo>
                  <a:moveTo>
                    <a:pt x="287" y="334"/>
                  </a:moveTo>
                  <a:cubicBezTo>
                    <a:pt x="300" y="315"/>
                    <a:pt x="314" y="296"/>
                    <a:pt x="328" y="279"/>
                  </a:cubicBezTo>
                  <a:cubicBezTo>
                    <a:pt x="325" y="273"/>
                    <a:pt x="325" y="273"/>
                    <a:pt x="325" y="273"/>
                  </a:cubicBezTo>
                  <a:cubicBezTo>
                    <a:pt x="331" y="258"/>
                    <a:pt x="340" y="238"/>
                    <a:pt x="347" y="223"/>
                  </a:cubicBezTo>
                  <a:cubicBezTo>
                    <a:pt x="327" y="234"/>
                    <a:pt x="327" y="234"/>
                    <a:pt x="327" y="234"/>
                  </a:cubicBezTo>
                  <a:cubicBezTo>
                    <a:pt x="321" y="220"/>
                    <a:pt x="321" y="220"/>
                    <a:pt x="321" y="220"/>
                  </a:cubicBezTo>
                  <a:cubicBezTo>
                    <a:pt x="327" y="213"/>
                    <a:pt x="334" y="207"/>
                    <a:pt x="341" y="201"/>
                  </a:cubicBezTo>
                  <a:cubicBezTo>
                    <a:pt x="337" y="195"/>
                    <a:pt x="337" y="195"/>
                    <a:pt x="344" y="184"/>
                  </a:cubicBezTo>
                  <a:cubicBezTo>
                    <a:pt x="343" y="182"/>
                    <a:pt x="343" y="181"/>
                    <a:pt x="343" y="180"/>
                  </a:cubicBezTo>
                  <a:cubicBezTo>
                    <a:pt x="339" y="177"/>
                    <a:pt x="336" y="174"/>
                    <a:pt x="333" y="172"/>
                  </a:cubicBezTo>
                  <a:cubicBezTo>
                    <a:pt x="311" y="191"/>
                    <a:pt x="294" y="215"/>
                    <a:pt x="272" y="235"/>
                  </a:cubicBezTo>
                  <a:cubicBezTo>
                    <a:pt x="265" y="241"/>
                    <a:pt x="257" y="241"/>
                    <a:pt x="250" y="245"/>
                  </a:cubicBezTo>
                  <a:cubicBezTo>
                    <a:pt x="257" y="240"/>
                    <a:pt x="257" y="240"/>
                    <a:pt x="257" y="240"/>
                  </a:cubicBezTo>
                  <a:cubicBezTo>
                    <a:pt x="250" y="245"/>
                    <a:pt x="250" y="245"/>
                    <a:pt x="250" y="245"/>
                  </a:cubicBezTo>
                  <a:cubicBezTo>
                    <a:pt x="248" y="248"/>
                    <a:pt x="246" y="250"/>
                    <a:pt x="244" y="252"/>
                  </a:cubicBezTo>
                  <a:cubicBezTo>
                    <a:pt x="239" y="260"/>
                    <a:pt x="239" y="260"/>
                    <a:pt x="239" y="260"/>
                  </a:cubicBezTo>
                  <a:cubicBezTo>
                    <a:pt x="244" y="252"/>
                    <a:pt x="244" y="252"/>
                    <a:pt x="244" y="252"/>
                  </a:cubicBezTo>
                  <a:cubicBezTo>
                    <a:pt x="230" y="264"/>
                    <a:pt x="230" y="264"/>
                    <a:pt x="230" y="264"/>
                  </a:cubicBezTo>
                  <a:cubicBezTo>
                    <a:pt x="229" y="263"/>
                    <a:pt x="228" y="262"/>
                    <a:pt x="227" y="261"/>
                  </a:cubicBezTo>
                  <a:cubicBezTo>
                    <a:pt x="249" y="230"/>
                    <a:pt x="249" y="230"/>
                    <a:pt x="249" y="230"/>
                  </a:cubicBezTo>
                  <a:cubicBezTo>
                    <a:pt x="248" y="229"/>
                    <a:pt x="246" y="226"/>
                    <a:pt x="245" y="224"/>
                  </a:cubicBezTo>
                  <a:cubicBezTo>
                    <a:pt x="250" y="216"/>
                    <a:pt x="250" y="216"/>
                    <a:pt x="250" y="216"/>
                  </a:cubicBezTo>
                  <a:cubicBezTo>
                    <a:pt x="252" y="208"/>
                    <a:pt x="254" y="198"/>
                    <a:pt x="257" y="189"/>
                  </a:cubicBezTo>
                  <a:cubicBezTo>
                    <a:pt x="265" y="181"/>
                    <a:pt x="265" y="181"/>
                    <a:pt x="265" y="181"/>
                  </a:cubicBezTo>
                  <a:cubicBezTo>
                    <a:pt x="270" y="174"/>
                    <a:pt x="270" y="174"/>
                    <a:pt x="270" y="174"/>
                  </a:cubicBezTo>
                  <a:cubicBezTo>
                    <a:pt x="270" y="173"/>
                    <a:pt x="270" y="172"/>
                    <a:pt x="270" y="171"/>
                  </a:cubicBezTo>
                  <a:cubicBezTo>
                    <a:pt x="277" y="166"/>
                    <a:pt x="284" y="160"/>
                    <a:pt x="291" y="154"/>
                  </a:cubicBezTo>
                  <a:cubicBezTo>
                    <a:pt x="320" y="137"/>
                    <a:pt x="320" y="137"/>
                    <a:pt x="320" y="137"/>
                  </a:cubicBezTo>
                  <a:cubicBezTo>
                    <a:pt x="291" y="154"/>
                    <a:pt x="291" y="154"/>
                    <a:pt x="291" y="154"/>
                  </a:cubicBezTo>
                  <a:cubicBezTo>
                    <a:pt x="322" y="138"/>
                    <a:pt x="322" y="138"/>
                    <a:pt x="322" y="138"/>
                  </a:cubicBezTo>
                  <a:cubicBezTo>
                    <a:pt x="324" y="137"/>
                    <a:pt x="327" y="135"/>
                    <a:pt x="329" y="133"/>
                  </a:cubicBezTo>
                  <a:cubicBezTo>
                    <a:pt x="335" y="122"/>
                    <a:pt x="335" y="122"/>
                    <a:pt x="335" y="122"/>
                  </a:cubicBezTo>
                  <a:cubicBezTo>
                    <a:pt x="329" y="133"/>
                    <a:pt x="329" y="133"/>
                    <a:pt x="329" y="133"/>
                  </a:cubicBezTo>
                  <a:cubicBezTo>
                    <a:pt x="341" y="133"/>
                    <a:pt x="341" y="133"/>
                    <a:pt x="341" y="133"/>
                  </a:cubicBezTo>
                  <a:cubicBezTo>
                    <a:pt x="347" y="129"/>
                    <a:pt x="347" y="129"/>
                    <a:pt x="347" y="129"/>
                  </a:cubicBezTo>
                  <a:cubicBezTo>
                    <a:pt x="341" y="133"/>
                    <a:pt x="341" y="133"/>
                    <a:pt x="341" y="133"/>
                  </a:cubicBezTo>
                  <a:cubicBezTo>
                    <a:pt x="329" y="133"/>
                    <a:pt x="329" y="133"/>
                    <a:pt x="329" y="133"/>
                  </a:cubicBezTo>
                  <a:cubicBezTo>
                    <a:pt x="327" y="135"/>
                    <a:pt x="324" y="137"/>
                    <a:pt x="322" y="138"/>
                  </a:cubicBezTo>
                  <a:cubicBezTo>
                    <a:pt x="332" y="139"/>
                    <a:pt x="332" y="139"/>
                    <a:pt x="332" y="139"/>
                  </a:cubicBezTo>
                  <a:cubicBezTo>
                    <a:pt x="347" y="130"/>
                    <a:pt x="347" y="130"/>
                    <a:pt x="347" y="130"/>
                  </a:cubicBezTo>
                  <a:cubicBezTo>
                    <a:pt x="350" y="128"/>
                    <a:pt x="352" y="127"/>
                    <a:pt x="355" y="125"/>
                  </a:cubicBezTo>
                  <a:cubicBezTo>
                    <a:pt x="354" y="123"/>
                    <a:pt x="353" y="121"/>
                    <a:pt x="352" y="119"/>
                  </a:cubicBezTo>
                  <a:cubicBezTo>
                    <a:pt x="353" y="121"/>
                    <a:pt x="354" y="123"/>
                    <a:pt x="355" y="125"/>
                  </a:cubicBezTo>
                  <a:cubicBezTo>
                    <a:pt x="374" y="119"/>
                    <a:pt x="374" y="119"/>
                    <a:pt x="374" y="119"/>
                  </a:cubicBezTo>
                  <a:cubicBezTo>
                    <a:pt x="366" y="126"/>
                    <a:pt x="366" y="126"/>
                    <a:pt x="366" y="126"/>
                  </a:cubicBezTo>
                  <a:cubicBezTo>
                    <a:pt x="367" y="126"/>
                    <a:pt x="367" y="127"/>
                    <a:pt x="367" y="127"/>
                  </a:cubicBezTo>
                  <a:cubicBezTo>
                    <a:pt x="368" y="127"/>
                    <a:pt x="368" y="128"/>
                    <a:pt x="368" y="128"/>
                  </a:cubicBezTo>
                  <a:cubicBezTo>
                    <a:pt x="384" y="119"/>
                    <a:pt x="384" y="119"/>
                    <a:pt x="384" y="119"/>
                  </a:cubicBezTo>
                  <a:cubicBezTo>
                    <a:pt x="368" y="128"/>
                    <a:pt x="368" y="128"/>
                    <a:pt x="368" y="128"/>
                  </a:cubicBezTo>
                  <a:cubicBezTo>
                    <a:pt x="371" y="131"/>
                    <a:pt x="371" y="131"/>
                    <a:pt x="371" y="131"/>
                  </a:cubicBezTo>
                  <a:cubicBezTo>
                    <a:pt x="384" y="119"/>
                    <a:pt x="384" y="119"/>
                    <a:pt x="384" y="119"/>
                  </a:cubicBezTo>
                  <a:cubicBezTo>
                    <a:pt x="401" y="109"/>
                    <a:pt x="401" y="109"/>
                    <a:pt x="401" y="109"/>
                  </a:cubicBezTo>
                  <a:cubicBezTo>
                    <a:pt x="400" y="109"/>
                    <a:pt x="400" y="108"/>
                    <a:pt x="399" y="107"/>
                  </a:cubicBezTo>
                  <a:cubicBezTo>
                    <a:pt x="388" y="107"/>
                    <a:pt x="388" y="107"/>
                    <a:pt x="388" y="107"/>
                  </a:cubicBezTo>
                  <a:cubicBezTo>
                    <a:pt x="379" y="112"/>
                    <a:pt x="379" y="112"/>
                    <a:pt x="379" y="112"/>
                  </a:cubicBezTo>
                  <a:cubicBezTo>
                    <a:pt x="371" y="116"/>
                    <a:pt x="371" y="116"/>
                    <a:pt x="371" y="116"/>
                  </a:cubicBezTo>
                  <a:cubicBezTo>
                    <a:pt x="370" y="115"/>
                    <a:pt x="370" y="114"/>
                    <a:pt x="369" y="113"/>
                  </a:cubicBezTo>
                  <a:cubicBezTo>
                    <a:pt x="375" y="109"/>
                    <a:pt x="380" y="106"/>
                    <a:pt x="385" y="103"/>
                  </a:cubicBezTo>
                  <a:cubicBezTo>
                    <a:pt x="392" y="97"/>
                    <a:pt x="392" y="97"/>
                    <a:pt x="392" y="97"/>
                  </a:cubicBezTo>
                  <a:cubicBezTo>
                    <a:pt x="383" y="100"/>
                    <a:pt x="383" y="100"/>
                    <a:pt x="383" y="100"/>
                  </a:cubicBezTo>
                  <a:cubicBezTo>
                    <a:pt x="391" y="92"/>
                    <a:pt x="391" y="92"/>
                    <a:pt x="391" y="92"/>
                  </a:cubicBezTo>
                  <a:cubicBezTo>
                    <a:pt x="400" y="85"/>
                    <a:pt x="400" y="85"/>
                    <a:pt x="400" y="85"/>
                  </a:cubicBezTo>
                  <a:cubicBezTo>
                    <a:pt x="406" y="80"/>
                    <a:pt x="406" y="80"/>
                    <a:pt x="406" y="80"/>
                  </a:cubicBezTo>
                  <a:cubicBezTo>
                    <a:pt x="414" y="74"/>
                    <a:pt x="414" y="74"/>
                    <a:pt x="414" y="74"/>
                  </a:cubicBezTo>
                  <a:cubicBezTo>
                    <a:pt x="413" y="74"/>
                    <a:pt x="413" y="72"/>
                    <a:pt x="413" y="71"/>
                  </a:cubicBezTo>
                  <a:cubicBezTo>
                    <a:pt x="413" y="70"/>
                    <a:pt x="413" y="70"/>
                    <a:pt x="413" y="70"/>
                  </a:cubicBezTo>
                  <a:cubicBezTo>
                    <a:pt x="421" y="65"/>
                    <a:pt x="421" y="65"/>
                    <a:pt x="421" y="65"/>
                  </a:cubicBezTo>
                  <a:cubicBezTo>
                    <a:pt x="421" y="63"/>
                    <a:pt x="422" y="61"/>
                    <a:pt x="422" y="59"/>
                  </a:cubicBezTo>
                  <a:cubicBezTo>
                    <a:pt x="413" y="69"/>
                    <a:pt x="413" y="69"/>
                    <a:pt x="413" y="69"/>
                  </a:cubicBezTo>
                  <a:cubicBezTo>
                    <a:pt x="397" y="76"/>
                    <a:pt x="397" y="76"/>
                    <a:pt x="397" y="76"/>
                  </a:cubicBezTo>
                  <a:cubicBezTo>
                    <a:pt x="389" y="84"/>
                    <a:pt x="389" y="84"/>
                    <a:pt x="389" y="84"/>
                  </a:cubicBezTo>
                  <a:cubicBezTo>
                    <a:pt x="381" y="92"/>
                    <a:pt x="381" y="92"/>
                    <a:pt x="381" y="92"/>
                  </a:cubicBezTo>
                  <a:cubicBezTo>
                    <a:pt x="398" y="84"/>
                    <a:pt x="398" y="84"/>
                    <a:pt x="398" y="84"/>
                  </a:cubicBezTo>
                  <a:cubicBezTo>
                    <a:pt x="381" y="92"/>
                    <a:pt x="381" y="92"/>
                    <a:pt x="381" y="92"/>
                  </a:cubicBezTo>
                  <a:cubicBezTo>
                    <a:pt x="373" y="95"/>
                    <a:pt x="373" y="95"/>
                    <a:pt x="373" y="95"/>
                  </a:cubicBezTo>
                  <a:cubicBezTo>
                    <a:pt x="371" y="96"/>
                    <a:pt x="368" y="97"/>
                    <a:pt x="366" y="99"/>
                  </a:cubicBezTo>
                  <a:cubicBezTo>
                    <a:pt x="365" y="99"/>
                    <a:pt x="365" y="99"/>
                    <a:pt x="365" y="98"/>
                  </a:cubicBezTo>
                  <a:cubicBezTo>
                    <a:pt x="373" y="93"/>
                    <a:pt x="381" y="89"/>
                    <a:pt x="389" y="84"/>
                  </a:cubicBezTo>
                  <a:cubicBezTo>
                    <a:pt x="397" y="76"/>
                    <a:pt x="397" y="76"/>
                    <a:pt x="397" y="76"/>
                  </a:cubicBezTo>
                  <a:cubicBezTo>
                    <a:pt x="396" y="75"/>
                    <a:pt x="396" y="75"/>
                    <a:pt x="396" y="75"/>
                  </a:cubicBezTo>
                  <a:cubicBezTo>
                    <a:pt x="373" y="89"/>
                    <a:pt x="373" y="89"/>
                    <a:pt x="373" y="89"/>
                  </a:cubicBezTo>
                  <a:cubicBezTo>
                    <a:pt x="373" y="86"/>
                    <a:pt x="374" y="81"/>
                    <a:pt x="376" y="77"/>
                  </a:cubicBezTo>
                  <a:cubicBezTo>
                    <a:pt x="387" y="68"/>
                    <a:pt x="387" y="68"/>
                    <a:pt x="387" y="68"/>
                  </a:cubicBezTo>
                  <a:cubicBezTo>
                    <a:pt x="392" y="66"/>
                    <a:pt x="392" y="66"/>
                    <a:pt x="392" y="66"/>
                  </a:cubicBezTo>
                  <a:cubicBezTo>
                    <a:pt x="402" y="60"/>
                    <a:pt x="402" y="60"/>
                    <a:pt x="402" y="60"/>
                  </a:cubicBezTo>
                  <a:cubicBezTo>
                    <a:pt x="401" y="61"/>
                    <a:pt x="401" y="61"/>
                    <a:pt x="401" y="61"/>
                  </a:cubicBezTo>
                  <a:cubicBezTo>
                    <a:pt x="399" y="62"/>
                    <a:pt x="397" y="62"/>
                    <a:pt x="396" y="63"/>
                  </a:cubicBezTo>
                  <a:cubicBezTo>
                    <a:pt x="399" y="62"/>
                    <a:pt x="399" y="62"/>
                    <a:pt x="402" y="60"/>
                  </a:cubicBezTo>
                  <a:cubicBezTo>
                    <a:pt x="399" y="62"/>
                    <a:pt x="396" y="64"/>
                    <a:pt x="392" y="66"/>
                  </a:cubicBezTo>
                  <a:cubicBezTo>
                    <a:pt x="392" y="67"/>
                    <a:pt x="392" y="68"/>
                    <a:pt x="392" y="68"/>
                  </a:cubicBezTo>
                  <a:cubicBezTo>
                    <a:pt x="391" y="70"/>
                    <a:pt x="391" y="71"/>
                    <a:pt x="390" y="72"/>
                  </a:cubicBezTo>
                  <a:cubicBezTo>
                    <a:pt x="391" y="71"/>
                    <a:pt x="391" y="70"/>
                    <a:pt x="392" y="68"/>
                  </a:cubicBezTo>
                  <a:cubicBezTo>
                    <a:pt x="382" y="74"/>
                    <a:pt x="381" y="75"/>
                    <a:pt x="379" y="76"/>
                  </a:cubicBezTo>
                  <a:cubicBezTo>
                    <a:pt x="383" y="75"/>
                    <a:pt x="384" y="75"/>
                    <a:pt x="406" y="66"/>
                  </a:cubicBezTo>
                  <a:cubicBezTo>
                    <a:pt x="406" y="65"/>
                    <a:pt x="406" y="64"/>
                    <a:pt x="406" y="63"/>
                  </a:cubicBezTo>
                  <a:cubicBezTo>
                    <a:pt x="424" y="52"/>
                    <a:pt x="424" y="52"/>
                    <a:pt x="424" y="52"/>
                  </a:cubicBezTo>
                  <a:cubicBezTo>
                    <a:pt x="441" y="41"/>
                    <a:pt x="441" y="41"/>
                    <a:pt x="441" y="41"/>
                  </a:cubicBezTo>
                  <a:cubicBezTo>
                    <a:pt x="442" y="40"/>
                    <a:pt x="442" y="40"/>
                    <a:pt x="442" y="39"/>
                  </a:cubicBezTo>
                  <a:cubicBezTo>
                    <a:pt x="434" y="43"/>
                    <a:pt x="426" y="47"/>
                    <a:pt x="418" y="51"/>
                  </a:cubicBezTo>
                  <a:cubicBezTo>
                    <a:pt x="426" y="47"/>
                    <a:pt x="434" y="43"/>
                    <a:pt x="442" y="39"/>
                  </a:cubicBezTo>
                  <a:cubicBezTo>
                    <a:pt x="434" y="42"/>
                    <a:pt x="434" y="42"/>
                    <a:pt x="434" y="42"/>
                  </a:cubicBezTo>
                  <a:cubicBezTo>
                    <a:pt x="435" y="42"/>
                    <a:pt x="435" y="41"/>
                    <a:pt x="436" y="40"/>
                  </a:cubicBezTo>
                  <a:cubicBezTo>
                    <a:pt x="436" y="39"/>
                    <a:pt x="437" y="38"/>
                    <a:pt x="438" y="37"/>
                  </a:cubicBezTo>
                  <a:cubicBezTo>
                    <a:pt x="449" y="29"/>
                    <a:pt x="449" y="29"/>
                    <a:pt x="449" y="29"/>
                  </a:cubicBezTo>
                  <a:cubicBezTo>
                    <a:pt x="450" y="29"/>
                    <a:pt x="450" y="28"/>
                    <a:pt x="451" y="27"/>
                  </a:cubicBezTo>
                  <a:cubicBezTo>
                    <a:pt x="438" y="32"/>
                    <a:pt x="438" y="32"/>
                    <a:pt x="438" y="32"/>
                  </a:cubicBezTo>
                  <a:cubicBezTo>
                    <a:pt x="451" y="27"/>
                    <a:pt x="451" y="27"/>
                    <a:pt x="451" y="27"/>
                  </a:cubicBezTo>
                  <a:cubicBezTo>
                    <a:pt x="461" y="22"/>
                    <a:pt x="461" y="22"/>
                    <a:pt x="461" y="22"/>
                  </a:cubicBezTo>
                  <a:cubicBezTo>
                    <a:pt x="448" y="26"/>
                    <a:pt x="448" y="26"/>
                    <a:pt x="448" y="26"/>
                  </a:cubicBezTo>
                  <a:cubicBezTo>
                    <a:pt x="423" y="39"/>
                    <a:pt x="423" y="39"/>
                    <a:pt x="423" y="39"/>
                  </a:cubicBezTo>
                  <a:cubicBezTo>
                    <a:pt x="406" y="48"/>
                    <a:pt x="406" y="48"/>
                    <a:pt x="406" y="48"/>
                  </a:cubicBezTo>
                  <a:cubicBezTo>
                    <a:pt x="407" y="47"/>
                    <a:pt x="408" y="46"/>
                    <a:pt x="410" y="45"/>
                  </a:cubicBezTo>
                  <a:cubicBezTo>
                    <a:pt x="396" y="54"/>
                    <a:pt x="396" y="54"/>
                    <a:pt x="396" y="54"/>
                  </a:cubicBezTo>
                  <a:cubicBezTo>
                    <a:pt x="391" y="57"/>
                    <a:pt x="386" y="60"/>
                    <a:pt x="381" y="63"/>
                  </a:cubicBezTo>
                  <a:cubicBezTo>
                    <a:pt x="377" y="66"/>
                    <a:pt x="374" y="70"/>
                    <a:pt x="372" y="75"/>
                  </a:cubicBezTo>
                  <a:cubicBezTo>
                    <a:pt x="377" y="70"/>
                    <a:pt x="383" y="64"/>
                    <a:pt x="388" y="59"/>
                  </a:cubicBezTo>
                  <a:cubicBezTo>
                    <a:pt x="403" y="51"/>
                    <a:pt x="403" y="51"/>
                    <a:pt x="403" y="51"/>
                  </a:cubicBezTo>
                  <a:cubicBezTo>
                    <a:pt x="402" y="52"/>
                    <a:pt x="402" y="53"/>
                    <a:pt x="401" y="54"/>
                  </a:cubicBezTo>
                  <a:cubicBezTo>
                    <a:pt x="392" y="59"/>
                    <a:pt x="392" y="59"/>
                    <a:pt x="392" y="59"/>
                  </a:cubicBezTo>
                  <a:cubicBezTo>
                    <a:pt x="391" y="60"/>
                    <a:pt x="391" y="60"/>
                    <a:pt x="390" y="61"/>
                  </a:cubicBezTo>
                  <a:cubicBezTo>
                    <a:pt x="394" y="63"/>
                    <a:pt x="394" y="63"/>
                    <a:pt x="394" y="63"/>
                  </a:cubicBezTo>
                  <a:cubicBezTo>
                    <a:pt x="394" y="64"/>
                    <a:pt x="394" y="64"/>
                    <a:pt x="394" y="64"/>
                  </a:cubicBezTo>
                  <a:cubicBezTo>
                    <a:pt x="390" y="61"/>
                    <a:pt x="390" y="61"/>
                    <a:pt x="390" y="61"/>
                  </a:cubicBezTo>
                  <a:cubicBezTo>
                    <a:pt x="388" y="64"/>
                    <a:pt x="387" y="66"/>
                    <a:pt x="386" y="68"/>
                  </a:cubicBezTo>
                  <a:cubicBezTo>
                    <a:pt x="378" y="73"/>
                    <a:pt x="370" y="77"/>
                    <a:pt x="363" y="82"/>
                  </a:cubicBezTo>
                  <a:cubicBezTo>
                    <a:pt x="372" y="75"/>
                    <a:pt x="372" y="75"/>
                    <a:pt x="372" y="75"/>
                  </a:cubicBezTo>
                  <a:cubicBezTo>
                    <a:pt x="374" y="70"/>
                    <a:pt x="377" y="66"/>
                    <a:pt x="381" y="63"/>
                  </a:cubicBezTo>
                  <a:cubicBezTo>
                    <a:pt x="386" y="60"/>
                    <a:pt x="391" y="57"/>
                    <a:pt x="396" y="54"/>
                  </a:cubicBezTo>
                  <a:cubicBezTo>
                    <a:pt x="410" y="45"/>
                    <a:pt x="410" y="45"/>
                    <a:pt x="410" y="45"/>
                  </a:cubicBezTo>
                  <a:cubicBezTo>
                    <a:pt x="419" y="37"/>
                    <a:pt x="431" y="29"/>
                    <a:pt x="445" y="22"/>
                  </a:cubicBezTo>
                  <a:cubicBezTo>
                    <a:pt x="425" y="33"/>
                    <a:pt x="398" y="48"/>
                    <a:pt x="378" y="60"/>
                  </a:cubicBezTo>
                  <a:cubicBezTo>
                    <a:pt x="322" y="98"/>
                    <a:pt x="311" y="105"/>
                    <a:pt x="266" y="145"/>
                  </a:cubicBezTo>
                  <a:cubicBezTo>
                    <a:pt x="211" y="197"/>
                    <a:pt x="206" y="202"/>
                    <a:pt x="172" y="243"/>
                  </a:cubicBezTo>
                  <a:cubicBezTo>
                    <a:pt x="124" y="308"/>
                    <a:pt x="122" y="310"/>
                    <a:pt x="99" y="351"/>
                  </a:cubicBezTo>
                  <a:cubicBezTo>
                    <a:pt x="83" y="379"/>
                    <a:pt x="88" y="409"/>
                    <a:pt x="118" y="438"/>
                  </a:cubicBezTo>
                  <a:cubicBezTo>
                    <a:pt x="122" y="435"/>
                    <a:pt x="122" y="435"/>
                    <a:pt x="122" y="435"/>
                  </a:cubicBezTo>
                  <a:cubicBezTo>
                    <a:pt x="128" y="430"/>
                    <a:pt x="128" y="430"/>
                    <a:pt x="128" y="430"/>
                  </a:cubicBezTo>
                  <a:cubicBezTo>
                    <a:pt x="134" y="424"/>
                    <a:pt x="134" y="424"/>
                    <a:pt x="134" y="424"/>
                  </a:cubicBezTo>
                  <a:cubicBezTo>
                    <a:pt x="135" y="425"/>
                    <a:pt x="136" y="425"/>
                    <a:pt x="136" y="426"/>
                  </a:cubicBezTo>
                  <a:cubicBezTo>
                    <a:pt x="148" y="423"/>
                    <a:pt x="148" y="423"/>
                    <a:pt x="148" y="423"/>
                  </a:cubicBezTo>
                  <a:cubicBezTo>
                    <a:pt x="155" y="417"/>
                    <a:pt x="155" y="417"/>
                    <a:pt x="155" y="417"/>
                  </a:cubicBezTo>
                  <a:cubicBezTo>
                    <a:pt x="157" y="419"/>
                    <a:pt x="160" y="421"/>
                    <a:pt x="163" y="423"/>
                  </a:cubicBezTo>
                  <a:cubicBezTo>
                    <a:pt x="167" y="415"/>
                    <a:pt x="172" y="407"/>
                    <a:pt x="176" y="399"/>
                  </a:cubicBezTo>
                  <a:cubicBezTo>
                    <a:pt x="178" y="396"/>
                    <a:pt x="179" y="394"/>
                    <a:pt x="181" y="391"/>
                  </a:cubicBezTo>
                  <a:cubicBezTo>
                    <a:pt x="180" y="390"/>
                    <a:pt x="179" y="390"/>
                    <a:pt x="178" y="389"/>
                  </a:cubicBezTo>
                  <a:cubicBezTo>
                    <a:pt x="178" y="388"/>
                    <a:pt x="177" y="388"/>
                    <a:pt x="176" y="387"/>
                  </a:cubicBezTo>
                  <a:cubicBezTo>
                    <a:pt x="177" y="384"/>
                    <a:pt x="179" y="382"/>
                    <a:pt x="181" y="379"/>
                  </a:cubicBezTo>
                  <a:cubicBezTo>
                    <a:pt x="180" y="379"/>
                    <a:pt x="179" y="378"/>
                    <a:pt x="178" y="378"/>
                  </a:cubicBezTo>
                  <a:cubicBezTo>
                    <a:pt x="176" y="376"/>
                    <a:pt x="175" y="375"/>
                    <a:pt x="174" y="374"/>
                  </a:cubicBezTo>
                  <a:cubicBezTo>
                    <a:pt x="175" y="375"/>
                    <a:pt x="176" y="376"/>
                    <a:pt x="178" y="378"/>
                  </a:cubicBezTo>
                  <a:cubicBezTo>
                    <a:pt x="186" y="372"/>
                    <a:pt x="186" y="372"/>
                    <a:pt x="186" y="372"/>
                  </a:cubicBezTo>
                  <a:cubicBezTo>
                    <a:pt x="193" y="355"/>
                    <a:pt x="193" y="355"/>
                    <a:pt x="193" y="355"/>
                  </a:cubicBezTo>
                  <a:cubicBezTo>
                    <a:pt x="192" y="353"/>
                    <a:pt x="190" y="353"/>
                    <a:pt x="189" y="351"/>
                  </a:cubicBezTo>
                  <a:cubicBezTo>
                    <a:pt x="189" y="351"/>
                    <a:pt x="189" y="351"/>
                    <a:pt x="189" y="351"/>
                  </a:cubicBezTo>
                  <a:cubicBezTo>
                    <a:pt x="189" y="351"/>
                    <a:pt x="189" y="351"/>
                    <a:pt x="189" y="351"/>
                  </a:cubicBezTo>
                  <a:cubicBezTo>
                    <a:pt x="197" y="344"/>
                    <a:pt x="197" y="344"/>
                    <a:pt x="197" y="344"/>
                  </a:cubicBezTo>
                  <a:cubicBezTo>
                    <a:pt x="193" y="355"/>
                    <a:pt x="193" y="355"/>
                    <a:pt x="193" y="355"/>
                  </a:cubicBezTo>
                  <a:cubicBezTo>
                    <a:pt x="186" y="372"/>
                    <a:pt x="186" y="372"/>
                    <a:pt x="186" y="372"/>
                  </a:cubicBezTo>
                  <a:cubicBezTo>
                    <a:pt x="184" y="374"/>
                    <a:pt x="182" y="377"/>
                    <a:pt x="181" y="379"/>
                  </a:cubicBezTo>
                  <a:cubicBezTo>
                    <a:pt x="179" y="382"/>
                    <a:pt x="177" y="384"/>
                    <a:pt x="176" y="387"/>
                  </a:cubicBezTo>
                  <a:cubicBezTo>
                    <a:pt x="177" y="388"/>
                    <a:pt x="178" y="388"/>
                    <a:pt x="178" y="389"/>
                  </a:cubicBezTo>
                  <a:cubicBezTo>
                    <a:pt x="188" y="374"/>
                    <a:pt x="188" y="374"/>
                    <a:pt x="188" y="374"/>
                  </a:cubicBezTo>
                  <a:cubicBezTo>
                    <a:pt x="198" y="369"/>
                    <a:pt x="198" y="369"/>
                    <a:pt x="198" y="369"/>
                  </a:cubicBezTo>
                  <a:cubicBezTo>
                    <a:pt x="199" y="370"/>
                    <a:pt x="200" y="370"/>
                    <a:pt x="201" y="371"/>
                  </a:cubicBezTo>
                  <a:cubicBezTo>
                    <a:pt x="221" y="364"/>
                    <a:pt x="221" y="364"/>
                    <a:pt x="221" y="364"/>
                  </a:cubicBezTo>
                  <a:cubicBezTo>
                    <a:pt x="232" y="376"/>
                    <a:pt x="232" y="376"/>
                    <a:pt x="232" y="376"/>
                  </a:cubicBezTo>
                  <a:cubicBezTo>
                    <a:pt x="221" y="364"/>
                    <a:pt x="221" y="364"/>
                    <a:pt x="221" y="364"/>
                  </a:cubicBezTo>
                  <a:cubicBezTo>
                    <a:pt x="201" y="371"/>
                    <a:pt x="201" y="371"/>
                    <a:pt x="201" y="371"/>
                  </a:cubicBezTo>
                  <a:cubicBezTo>
                    <a:pt x="221" y="372"/>
                    <a:pt x="221" y="372"/>
                    <a:pt x="221" y="372"/>
                  </a:cubicBezTo>
                  <a:cubicBezTo>
                    <a:pt x="209" y="399"/>
                    <a:pt x="209" y="399"/>
                    <a:pt x="209" y="399"/>
                  </a:cubicBezTo>
                  <a:cubicBezTo>
                    <a:pt x="227" y="396"/>
                    <a:pt x="227" y="396"/>
                    <a:pt x="227" y="396"/>
                  </a:cubicBezTo>
                  <a:cubicBezTo>
                    <a:pt x="243" y="386"/>
                    <a:pt x="243" y="386"/>
                    <a:pt x="243" y="386"/>
                  </a:cubicBezTo>
                  <a:cubicBezTo>
                    <a:pt x="238" y="371"/>
                    <a:pt x="238" y="371"/>
                    <a:pt x="238" y="371"/>
                  </a:cubicBezTo>
                  <a:cubicBezTo>
                    <a:pt x="238" y="363"/>
                    <a:pt x="238" y="363"/>
                    <a:pt x="238" y="363"/>
                  </a:cubicBezTo>
                  <a:cubicBezTo>
                    <a:pt x="242" y="353"/>
                    <a:pt x="242" y="353"/>
                    <a:pt x="242" y="353"/>
                  </a:cubicBezTo>
                  <a:cubicBezTo>
                    <a:pt x="243" y="350"/>
                    <a:pt x="245" y="347"/>
                    <a:pt x="247" y="345"/>
                  </a:cubicBezTo>
                  <a:cubicBezTo>
                    <a:pt x="243" y="337"/>
                    <a:pt x="243" y="337"/>
                    <a:pt x="243" y="337"/>
                  </a:cubicBezTo>
                  <a:cubicBezTo>
                    <a:pt x="238" y="338"/>
                    <a:pt x="238" y="338"/>
                    <a:pt x="238" y="338"/>
                  </a:cubicBezTo>
                  <a:cubicBezTo>
                    <a:pt x="243" y="337"/>
                    <a:pt x="243" y="337"/>
                    <a:pt x="243" y="337"/>
                  </a:cubicBezTo>
                  <a:cubicBezTo>
                    <a:pt x="247" y="345"/>
                    <a:pt x="247" y="345"/>
                    <a:pt x="247" y="345"/>
                  </a:cubicBezTo>
                  <a:cubicBezTo>
                    <a:pt x="254" y="340"/>
                    <a:pt x="254" y="340"/>
                    <a:pt x="254" y="340"/>
                  </a:cubicBezTo>
                  <a:cubicBezTo>
                    <a:pt x="243" y="321"/>
                    <a:pt x="243" y="321"/>
                    <a:pt x="243" y="321"/>
                  </a:cubicBezTo>
                  <a:cubicBezTo>
                    <a:pt x="245" y="319"/>
                    <a:pt x="246" y="316"/>
                    <a:pt x="248" y="314"/>
                  </a:cubicBezTo>
                  <a:cubicBezTo>
                    <a:pt x="246" y="312"/>
                    <a:pt x="245" y="312"/>
                    <a:pt x="243" y="311"/>
                  </a:cubicBezTo>
                  <a:cubicBezTo>
                    <a:pt x="214" y="334"/>
                    <a:pt x="214" y="334"/>
                    <a:pt x="214" y="334"/>
                  </a:cubicBezTo>
                  <a:cubicBezTo>
                    <a:pt x="243" y="311"/>
                    <a:pt x="243" y="311"/>
                    <a:pt x="243" y="311"/>
                  </a:cubicBezTo>
                  <a:cubicBezTo>
                    <a:pt x="245" y="312"/>
                    <a:pt x="246" y="312"/>
                    <a:pt x="248" y="314"/>
                  </a:cubicBezTo>
                  <a:cubicBezTo>
                    <a:pt x="256" y="313"/>
                    <a:pt x="256" y="313"/>
                    <a:pt x="256" y="313"/>
                  </a:cubicBezTo>
                  <a:cubicBezTo>
                    <a:pt x="264" y="319"/>
                    <a:pt x="274" y="326"/>
                    <a:pt x="282" y="332"/>
                  </a:cubicBezTo>
                  <a:cubicBezTo>
                    <a:pt x="283" y="332"/>
                    <a:pt x="285" y="333"/>
                    <a:pt x="287" y="334"/>
                  </a:cubicBezTo>
                  <a:moveTo>
                    <a:pt x="448" y="26"/>
                  </a:moveTo>
                  <a:cubicBezTo>
                    <a:pt x="461" y="22"/>
                    <a:pt x="461" y="22"/>
                    <a:pt x="461" y="22"/>
                  </a:cubicBezTo>
                  <a:cubicBezTo>
                    <a:pt x="462" y="22"/>
                    <a:pt x="463" y="21"/>
                    <a:pt x="463" y="20"/>
                  </a:cubicBezTo>
                  <a:cubicBezTo>
                    <a:pt x="466" y="18"/>
                    <a:pt x="469" y="15"/>
                    <a:pt x="472" y="13"/>
                  </a:cubicBezTo>
                  <a:cubicBezTo>
                    <a:pt x="466" y="15"/>
                    <a:pt x="466" y="15"/>
                    <a:pt x="466" y="15"/>
                  </a:cubicBezTo>
                  <a:cubicBezTo>
                    <a:pt x="460" y="17"/>
                    <a:pt x="460" y="17"/>
                    <a:pt x="460" y="17"/>
                  </a:cubicBezTo>
                  <a:cubicBezTo>
                    <a:pt x="457" y="18"/>
                    <a:pt x="455" y="19"/>
                    <a:pt x="452" y="21"/>
                  </a:cubicBezTo>
                  <a:cubicBezTo>
                    <a:pt x="437" y="30"/>
                    <a:pt x="437" y="30"/>
                    <a:pt x="437" y="30"/>
                  </a:cubicBezTo>
                  <a:cubicBezTo>
                    <a:pt x="451" y="24"/>
                    <a:pt x="451" y="24"/>
                    <a:pt x="451" y="24"/>
                  </a:cubicBezTo>
                  <a:cubicBezTo>
                    <a:pt x="450" y="25"/>
                    <a:pt x="449" y="25"/>
                    <a:pt x="448" y="26"/>
                  </a:cubicBezTo>
                  <a:moveTo>
                    <a:pt x="422" y="59"/>
                  </a:moveTo>
                  <a:cubicBezTo>
                    <a:pt x="430" y="55"/>
                    <a:pt x="438" y="51"/>
                    <a:pt x="447" y="47"/>
                  </a:cubicBezTo>
                  <a:cubicBezTo>
                    <a:pt x="439" y="47"/>
                    <a:pt x="439" y="47"/>
                    <a:pt x="439" y="47"/>
                  </a:cubicBezTo>
                  <a:cubicBezTo>
                    <a:pt x="434" y="50"/>
                    <a:pt x="429" y="53"/>
                    <a:pt x="424" y="55"/>
                  </a:cubicBezTo>
                  <a:cubicBezTo>
                    <a:pt x="422" y="56"/>
                    <a:pt x="422" y="56"/>
                    <a:pt x="422" y="56"/>
                  </a:cubicBezTo>
                  <a:cubicBezTo>
                    <a:pt x="422" y="56"/>
                    <a:pt x="422" y="56"/>
                    <a:pt x="422" y="56"/>
                  </a:cubicBezTo>
                  <a:cubicBezTo>
                    <a:pt x="423" y="56"/>
                    <a:pt x="423" y="57"/>
                    <a:pt x="422" y="59"/>
                  </a:cubicBezTo>
                  <a:moveTo>
                    <a:pt x="422" y="59"/>
                  </a:moveTo>
                  <a:cubicBezTo>
                    <a:pt x="422" y="61"/>
                    <a:pt x="421" y="63"/>
                    <a:pt x="421" y="65"/>
                  </a:cubicBezTo>
                  <a:cubicBezTo>
                    <a:pt x="446" y="51"/>
                    <a:pt x="446" y="51"/>
                    <a:pt x="446" y="51"/>
                  </a:cubicBezTo>
                  <a:cubicBezTo>
                    <a:pt x="446" y="50"/>
                    <a:pt x="446" y="48"/>
                    <a:pt x="447" y="47"/>
                  </a:cubicBezTo>
                  <a:cubicBezTo>
                    <a:pt x="438" y="51"/>
                    <a:pt x="430" y="55"/>
                    <a:pt x="422" y="59"/>
                  </a:cubicBezTo>
                  <a:moveTo>
                    <a:pt x="413" y="71"/>
                  </a:moveTo>
                  <a:cubicBezTo>
                    <a:pt x="416" y="70"/>
                    <a:pt x="419" y="68"/>
                    <a:pt x="422" y="67"/>
                  </a:cubicBezTo>
                  <a:cubicBezTo>
                    <a:pt x="413" y="70"/>
                    <a:pt x="413" y="70"/>
                    <a:pt x="413" y="70"/>
                  </a:cubicBezTo>
                  <a:cubicBezTo>
                    <a:pt x="413" y="70"/>
                    <a:pt x="413" y="70"/>
                    <a:pt x="413" y="71"/>
                  </a:cubicBezTo>
                  <a:moveTo>
                    <a:pt x="431" y="69"/>
                  </a:moveTo>
                  <a:cubicBezTo>
                    <a:pt x="448" y="61"/>
                    <a:pt x="448" y="61"/>
                    <a:pt x="448" y="61"/>
                  </a:cubicBezTo>
                  <a:cubicBezTo>
                    <a:pt x="448" y="61"/>
                    <a:pt x="448" y="61"/>
                    <a:pt x="448" y="60"/>
                  </a:cubicBezTo>
                  <a:cubicBezTo>
                    <a:pt x="447" y="58"/>
                    <a:pt x="447" y="57"/>
                    <a:pt x="447" y="55"/>
                  </a:cubicBezTo>
                  <a:cubicBezTo>
                    <a:pt x="430" y="62"/>
                    <a:pt x="430" y="62"/>
                    <a:pt x="430" y="62"/>
                  </a:cubicBezTo>
                  <a:cubicBezTo>
                    <a:pt x="430" y="63"/>
                    <a:pt x="430" y="63"/>
                    <a:pt x="430" y="64"/>
                  </a:cubicBezTo>
                  <a:cubicBezTo>
                    <a:pt x="430" y="63"/>
                    <a:pt x="430" y="63"/>
                    <a:pt x="430" y="62"/>
                  </a:cubicBezTo>
                  <a:cubicBezTo>
                    <a:pt x="427" y="64"/>
                    <a:pt x="424" y="65"/>
                    <a:pt x="422" y="67"/>
                  </a:cubicBezTo>
                  <a:cubicBezTo>
                    <a:pt x="419" y="68"/>
                    <a:pt x="416" y="70"/>
                    <a:pt x="413" y="71"/>
                  </a:cubicBezTo>
                  <a:cubicBezTo>
                    <a:pt x="413" y="72"/>
                    <a:pt x="413" y="74"/>
                    <a:pt x="414" y="74"/>
                  </a:cubicBezTo>
                  <a:cubicBezTo>
                    <a:pt x="430" y="65"/>
                    <a:pt x="430" y="65"/>
                    <a:pt x="430" y="65"/>
                  </a:cubicBezTo>
                  <a:cubicBezTo>
                    <a:pt x="431" y="69"/>
                    <a:pt x="431" y="69"/>
                    <a:pt x="431" y="69"/>
                  </a:cubicBezTo>
                  <a:moveTo>
                    <a:pt x="441" y="41"/>
                  </a:moveTo>
                  <a:cubicBezTo>
                    <a:pt x="424" y="52"/>
                    <a:pt x="424" y="52"/>
                    <a:pt x="424" y="52"/>
                  </a:cubicBezTo>
                  <a:cubicBezTo>
                    <a:pt x="450" y="39"/>
                    <a:pt x="450" y="39"/>
                    <a:pt x="450" y="39"/>
                  </a:cubicBezTo>
                  <a:cubicBezTo>
                    <a:pt x="441" y="41"/>
                    <a:pt x="441" y="41"/>
                    <a:pt x="441" y="41"/>
                  </a:cubicBezTo>
                  <a:moveTo>
                    <a:pt x="385" y="155"/>
                  </a:moveTo>
                  <a:cubicBezTo>
                    <a:pt x="389" y="151"/>
                    <a:pt x="394" y="148"/>
                    <a:pt x="399" y="144"/>
                  </a:cubicBezTo>
                  <a:cubicBezTo>
                    <a:pt x="394" y="148"/>
                    <a:pt x="389" y="151"/>
                    <a:pt x="385" y="155"/>
                  </a:cubicBezTo>
                  <a:moveTo>
                    <a:pt x="385" y="155"/>
                  </a:moveTo>
                  <a:cubicBezTo>
                    <a:pt x="387" y="157"/>
                    <a:pt x="388" y="158"/>
                    <a:pt x="390" y="159"/>
                  </a:cubicBezTo>
                  <a:cubicBezTo>
                    <a:pt x="388" y="158"/>
                    <a:pt x="387" y="157"/>
                    <a:pt x="385" y="155"/>
                  </a:cubicBezTo>
                  <a:moveTo>
                    <a:pt x="417" y="112"/>
                  </a:moveTo>
                  <a:cubicBezTo>
                    <a:pt x="410" y="119"/>
                    <a:pt x="410" y="119"/>
                    <a:pt x="410" y="119"/>
                  </a:cubicBezTo>
                  <a:cubicBezTo>
                    <a:pt x="417" y="112"/>
                    <a:pt x="417" y="112"/>
                    <a:pt x="417" y="112"/>
                  </a:cubicBezTo>
                  <a:moveTo>
                    <a:pt x="403" y="176"/>
                  </a:moveTo>
                  <a:cubicBezTo>
                    <a:pt x="413" y="171"/>
                    <a:pt x="413" y="171"/>
                    <a:pt x="413" y="171"/>
                  </a:cubicBezTo>
                  <a:cubicBezTo>
                    <a:pt x="424" y="158"/>
                    <a:pt x="424" y="158"/>
                    <a:pt x="424" y="158"/>
                  </a:cubicBezTo>
                  <a:cubicBezTo>
                    <a:pt x="422" y="148"/>
                    <a:pt x="422" y="148"/>
                    <a:pt x="422" y="148"/>
                  </a:cubicBezTo>
                  <a:cubicBezTo>
                    <a:pt x="421" y="137"/>
                    <a:pt x="421" y="137"/>
                    <a:pt x="421" y="137"/>
                  </a:cubicBezTo>
                  <a:cubicBezTo>
                    <a:pt x="432" y="134"/>
                    <a:pt x="432" y="134"/>
                    <a:pt x="432" y="134"/>
                  </a:cubicBezTo>
                  <a:cubicBezTo>
                    <a:pt x="444" y="124"/>
                    <a:pt x="444" y="124"/>
                    <a:pt x="444" y="124"/>
                  </a:cubicBezTo>
                  <a:cubicBezTo>
                    <a:pt x="451" y="104"/>
                    <a:pt x="451" y="104"/>
                    <a:pt x="451" y="104"/>
                  </a:cubicBezTo>
                  <a:cubicBezTo>
                    <a:pt x="440" y="109"/>
                    <a:pt x="440" y="109"/>
                    <a:pt x="440" y="109"/>
                  </a:cubicBezTo>
                  <a:cubicBezTo>
                    <a:pt x="439" y="108"/>
                    <a:pt x="438" y="107"/>
                    <a:pt x="437" y="107"/>
                  </a:cubicBezTo>
                  <a:cubicBezTo>
                    <a:pt x="442" y="99"/>
                    <a:pt x="442" y="99"/>
                    <a:pt x="442" y="99"/>
                  </a:cubicBezTo>
                  <a:cubicBezTo>
                    <a:pt x="449" y="93"/>
                    <a:pt x="449" y="93"/>
                    <a:pt x="449" y="93"/>
                  </a:cubicBezTo>
                  <a:cubicBezTo>
                    <a:pt x="456" y="87"/>
                    <a:pt x="456" y="87"/>
                    <a:pt x="456" y="87"/>
                  </a:cubicBezTo>
                  <a:cubicBezTo>
                    <a:pt x="455" y="87"/>
                    <a:pt x="454" y="86"/>
                    <a:pt x="453" y="85"/>
                  </a:cubicBezTo>
                  <a:cubicBezTo>
                    <a:pt x="454" y="86"/>
                    <a:pt x="455" y="87"/>
                    <a:pt x="456" y="87"/>
                  </a:cubicBezTo>
                  <a:cubicBezTo>
                    <a:pt x="462" y="83"/>
                    <a:pt x="464" y="80"/>
                    <a:pt x="459" y="76"/>
                  </a:cubicBezTo>
                  <a:cubicBezTo>
                    <a:pt x="458" y="75"/>
                    <a:pt x="456" y="74"/>
                    <a:pt x="455" y="73"/>
                  </a:cubicBezTo>
                  <a:cubicBezTo>
                    <a:pt x="451" y="74"/>
                    <a:pt x="448" y="76"/>
                    <a:pt x="446" y="77"/>
                  </a:cubicBezTo>
                  <a:cubicBezTo>
                    <a:pt x="447" y="78"/>
                    <a:pt x="448" y="79"/>
                    <a:pt x="448" y="80"/>
                  </a:cubicBezTo>
                  <a:cubicBezTo>
                    <a:pt x="443" y="83"/>
                    <a:pt x="438" y="87"/>
                    <a:pt x="432" y="90"/>
                  </a:cubicBezTo>
                  <a:cubicBezTo>
                    <a:pt x="434" y="91"/>
                    <a:pt x="436" y="93"/>
                    <a:pt x="437" y="95"/>
                  </a:cubicBezTo>
                  <a:cubicBezTo>
                    <a:pt x="436" y="93"/>
                    <a:pt x="434" y="91"/>
                    <a:pt x="432" y="90"/>
                  </a:cubicBezTo>
                  <a:cubicBezTo>
                    <a:pt x="438" y="87"/>
                    <a:pt x="443" y="83"/>
                    <a:pt x="448" y="80"/>
                  </a:cubicBezTo>
                  <a:cubicBezTo>
                    <a:pt x="448" y="79"/>
                    <a:pt x="447" y="78"/>
                    <a:pt x="446" y="77"/>
                  </a:cubicBezTo>
                  <a:cubicBezTo>
                    <a:pt x="445" y="76"/>
                    <a:pt x="445" y="76"/>
                    <a:pt x="445" y="76"/>
                  </a:cubicBezTo>
                  <a:cubicBezTo>
                    <a:pt x="412" y="93"/>
                    <a:pt x="412" y="93"/>
                    <a:pt x="412" y="93"/>
                  </a:cubicBezTo>
                  <a:cubicBezTo>
                    <a:pt x="445" y="76"/>
                    <a:pt x="445" y="76"/>
                    <a:pt x="445" y="76"/>
                  </a:cubicBezTo>
                  <a:cubicBezTo>
                    <a:pt x="445" y="75"/>
                    <a:pt x="444" y="75"/>
                    <a:pt x="444" y="74"/>
                  </a:cubicBezTo>
                  <a:cubicBezTo>
                    <a:pt x="426" y="83"/>
                    <a:pt x="426" y="83"/>
                    <a:pt x="426" y="83"/>
                  </a:cubicBezTo>
                  <a:cubicBezTo>
                    <a:pt x="452" y="69"/>
                    <a:pt x="452" y="69"/>
                    <a:pt x="452" y="69"/>
                  </a:cubicBezTo>
                  <a:cubicBezTo>
                    <a:pt x="441" y="70"/>
                    <a:pt x="441" y="70"/>
                    <a:pt x="441" y="70"/>
                  </a:cubicBezTo>
                  <a:cubicBezTo>
                    <a:pt x="442" y="70"/>
                    <a:pt x="442" y="71"/>
                    <a:pt x="442" y="72"/>
                  </a:cubicBezTo>
                  <a:cubicBezTo>
                    <a:pt x="411" y="93"/>
                    <a:pt x="411" y="93"/>
                    <a:pt x="411" y="93"/>
                  </a:cubicBezTo>
                  <a:cubicBezTo>
                    <a:pt x="442" y="72"/>
                    <a:pt x="442" y="72"/>
                    <a:pt x="442" y="72"/>
                  </a:cubicBezTo>
                  <a:cubicBezTo>
                    <a:pt x="442" y="71"/>
                    <a:pt x="442" y="70"/>
                    <a:pt x="441" y="70"/>
                  </a:cubicBezTo>
                  <a:cubicBezTo>
                    <a:pt x="441" y="69"/>
                    <a:pt x="441" y="69"/>
                    <a:pt x="441" y="69"/>
                  </a:cubicBezTo>
                  <a:cubicBezTo>
                    <a:pt x="432" y="72"/>
                    <a:pt x="432" y="72"/>
                    <a:pt x="432" y="72"/>
                  </a:cubicBezTo>
                  <a:cubicBezTo>
                    <a:pt x="427" y="75"/>
                    <a:pt x="421" y="78"/>
                    <a:pt x="416" y="81"/>
                  </a:cubicBezTo>
                  <a:cubicBezTo>
                    <a:pt x="421" y="78"/>
                    <a:pt x="427" y="75"/>
                    <a:pt x="432" y="72"/>
                  </a:cubicBezTo>
                  <a:cubicBezTo>
                    <a:pt x="427" y="75"/>
                    <a:pt x="421" y="78"/>
                    <a:pt x="416" y="81"/>
                  </a:cubicBezTo>
                  <a:cubicBezTo>
                    <a:pt x="401" y="91"/>
                    <a:pt x="401" y="91"/>
                    <a:pt x="401" y="91"/>
                  </a:cubicBezTo>
                  <a:cubicBezTo>
                    <a:pt x="402" y="94"/>
                    <a:pt x="402" y="94"/>
                    <a:pt x="402" y="94"/>
                  </a:cubicBezTo>
                  <a:cubicBezTo>
                    <a:pt x="402" y="95"/>
                    <a:pt x="403" y="97"/>
                    <a:pt x="404" y="97"/>
                  </a:cubicBezTo>
                  <a:cubicBezTo>
                    <a:pt x="398" y="101"/>
                    <a:pt x="393" y="104"/>
                    <a:pt x="388" y="107"/>
                  </a:cubicBezTo>
                  <a:cubicBezTo>
                    <a:pt x="399" y="107"/>
                    <a:pt x="399" y="107"/>
                    <a:pt x="399" y="107"/>
                  </a:cubicBezTo>
                  <a:cubicBezTo>
                    <a:pt x="404" y="109"/>
                    <a:pt x="411" y="111"/>
                    <a:pt x="417" y="112"/>
                  </a:cubicBezTo>
                  <a:cubicBezTo>
                    <a:pt x="410" y="119"/>
                    <a:pt x="410" y="119"/>
                    <a:pt x="410" y="119"/>
                  </a:cubicBezTo>
                  <a:cubicBezTo>
                    <a:pt x="411" y="119"/>
                    <a:pt x="411" y="119"/>
                    <a:pt x="412" y="120"/>
                  </a:cubicBezTo>
                  <a:cubicBezTo>
                    <a:pt x="407" y="127"/>
                    <a:pt x="407" y="127"/>
                    <a:pt x="407" y="127"/>
                  </a:cubicBezTo>
                  <a:cubicBezTo>
                    <a:pt x="403" y="136"/>
                    <a:pt x="403" y="136"/>
                    <a:pt x="403" y="136"/>
                  </a:cubicBezTo>
                  <a:cubicBezTo>
                    <a:pt x="387" y="146"/>
                    <a:pt x="387" y="146"/>
                    <a:pt x="387" y="146"/>
                  </a:cubicBezTo>
                  <a:cubicBezTo>
                    <a:pt x="379" y="151"/>
                    <a:pt x="372" y="158"/>
                    <a:pt x="365" y="163"/>
                  </a:cubicBezTo>
                  <a:cubicBezTo>
                    <a:pt x="358" y="191"/>
                    <a:pt x="358" y="191"/>
                    <a:pt x="358" y="191"/>
                  </a:cubicBezTo>
                  <a:cubicBezTo>
                    <a:pt x="373" y="177"/>
                    <a:pt x="373" y="177"/>
                    <a:pt x="373" y="177"/>
                  </a:cubicBezTo>
                  <a:cubicBezTo>
                    <a:pt x="373" y="191"/>
                    <a:pt x="373" y="191"/>
                    <a:pt x="373" y="191"/>
                  </a:cubicBezTo>
                  <a:cubicBezTo>
                    <a:pt x="383" y="185"/>
                    <a:pt x="383" y="185"/>
                    <a:pt x="383" y="185"/>
                  </a:cubicBezTo>
                  <a:cubicBezTo>
                    <a:pt x="389" y="168"/>
                    <a:pt x="389" y="168"/>
                    <a:pt x="389" y="168"/>
                  </a:cubicBezTo>
                  <a:cubicBezTo>
                    <a:pt x="394" y="164"/>
                    <a:pt x="399" y="160"/>
                    <a:pt x="403" y="157"/>
                  </a:cubicBezTo>
                  <a:cubicBezTo>
                    <a:pt x="402" y="156"/>
                    <a:pt x="401" y="155"/>
                    <a:pt x="399" y="154"/>
                  </a:cubicBezTo>
                  <a:cubicBezTo>
                    <a:pt x="401" y="155"/>
                    <a:pt x="402" y="156"/>
                    <a:pt x="403" y="157"/>
                  </a:cubicBezTo>
                  <a:cubicBezTo>
                    <a:pt x="404" y="157"/>
                    <a:pt x="405" y="158"/>
                    <a:pt x="405" y="158"/>
                  </a:cubicBezTo>
                  <a:cubicBezTo>
                    <a:pt x="406" y="158"/>
                    <a:pt x="406" y="158"/>
                    <a:pt x="406" y="158"/>
                  </a:cubicBezTo>
                  <a:cubicBezTo>
                    <a:pt x="413" y="168"/>
                    <a:pt x="413" y="168"/>
                    <a:pt x="413" y="168"/>
                  </a:cubicBezTo>
                  <a:cubicBezTo>
                    <a:pt x="406" y="158"/>
                    <a:pt x="406" y="158"/>
                    <a:pt x="406" y="158"/>
                  </a:cubicBezTo>
                  <a:cubicBezTo>
                    <a:pt x="403" y="166"/>
                    <a:pt x="403" y="166"/>
                    <a:pt x="403" y="166"/>
                  </a:cubicBezTo>
                  <a:cubicBezTo>
                    <a:pt x="399" y="173"/>
                    <a:pt x="399" y="173"/>
                    <a:pt x="399" y="173"/>
                  </a:cubicBezTo>
                  <a:cubicBezTo>
                    <a:pt x="400" y="174"/>
                    <a:pt x="402" y="175"/>
                    <a:pt x="403" y="176"/>
                  </a:cubicBezTo>
                  <a:moveTo>
                    <a:pt x="1158" y="3"/>
                  </a:moveTo>
                  <a:cubicBezTo>
                    <a:pt x="1155" y="2"/>
                    <a:pt x="1153" y="1"/>
                    <a:pt x="1150" y="0"/>
                  </a:cubicBezTo>
                  <a:cubicBezTo>
                    <a:pt x="1151" y="0"/>
                    <a:pt x="1152" y="1"/>
                    <a:pt x="1152" y="1"/>
                  </a:cubicBezTo>
                  <a:cubicBezTo>
                    <a:pt x="1155" y="2"/>
                    <a:pt x="1157" y="3"/>
                    <a:pt x="1160" y="4"/>
                  </a:cubicBezTo>
                  <a:cubicBezTo>
                    <a:pt x="1159" y="4"/>
                    <a:pt x="1158" y="3"/>
                    <a:pt x="1158" y="3"/>
                  </a:cubicBezTo>
                  <a:moveTo>
                    <a:pt x="1166" y="8"/>
                  </a:moveTo>
                  <a:cubicBezTo>
                    <a:pt x="1161" y="6"/>
                    <a:pt x="1156" y="4"/>
                    <a:pt x="1150" y="2"/>
                  </a:cubicBezTo>
                  <a:cubicBezTo>
                    <a:pt x="1152" y="3"/>
                    <a:pt x="1154" y="5"/>
                    <a:pt x="1156" y="6"/>
                  </a:cubicBezTo>
                  <a:cubicBezTo>
                    <a:pt x="1159" y="8"/>
                    <a:pt x="1161" y="10"/>
                    <a:pt x="1164" y="12"/>
                  </a:cubicBezTo>
                  <a:cubicBezTo>
                    <a:pt x="1170" y="15"/>
                    <a:pt x="1175" y="16"/>
                    <a:pt x="1180" y="19"/>
                  </a:cubicBezTo>
                  <a:cubicBezTo>
                    <a:pt x="1178" y="17"/>
                    <a:pt x="1175" y="15"/>
                    <a:pt x="1173" y="13"/>
                  </a:cubicBezTo>
                  <a:cubicBezTo>
                    <a:pt x="1171" y="11"/>
                    <a:pt x="1169" y="9"/>
                    <a:pt x="1166" y="8"/>
                  </a:cubicBezTo>
                  <a:moveTo>
                    <a:pt x="463" y="42"/>
                  </a:moveTo>
                  <a:cubicBezTo>
                    <a:pt x="469" y="39"/>
                    <a:pt x="475" y="37"/>
                    <a:pt x="480" y="35"/>
                  </a:cubicBezTo>
                  <a:cubicBezTo>
                    <a:pt x="475" y="37"/>
                    <a:pt x="469" y="39"/>
                    <a:pt x="463" y="42"/>
                  </a:cubicBezTo>
                  <a:cubicBezTo>
                    <a:pt x="469" y="39"/>
                    <a:pt x="475" y="37"/>
                    <a:pt x="480" y="35"/>
                  </a:cubicBezTo>
                  <a:cubicBezTo>
                    <a:pt x="480" y="34"/>
                    <a:pt x="480" y="34"/>
                    <a:pt x="480" y="34"/>
                  </a:cubicBezTo>
                  <a:cubicBezTo>
                    <a:pt x="481" y="33"/>
                    <a:pt x="481" y="32"/>
                    <a:pt x="481" y="32"/>
                  </a:cubicBezTo>
                  <a:cubicBezTo>
                    <a:pt x="475" y="34"/>
                    <a:pt x="469" y="37"/>
                    <a:pt x="463" y="39"/>
                  </a:cubicBezTo>
                  <a:cubicBezTo>
                    <a:pt x="463" y="39"/>
                    <a:pt x="463" y="40"/>
                    <a:pt x="463" y="40"/>
                  </a:cubicBezTo>
                  <a:cubicBezTo>
                    <a:pt x="463" y="41"/>
                    <a:pt x="463" y="42"/>
                    <a:pt x="463" y="42"/>
                  </a:cubicBezTo>
                  <a:cubicBezTo>
                    <a:pt x="463" y="42"/>
                    <a:pt x="463" y="41"/>
                    <a:pt x="463" y="40"/>
                  </a:cubicBezTo>
                  <a:cubicBezTo>
                    <a:pt x="463" y="41"/>
                    <a:pt x="463" y="42"/>
                    <a:pt x="463" y="42"/>
                  </a:cubicBezTo>
                  <a:moveTo>
                    <a:pt x="462" y="67"/>
                  </a:moveTo>
                  <a:cubicBezTo>
                    <a:pt x="463" y="69"/>
                    <a:pt x="464" y="70"/>
                    <a:pt x="466" y="72"/>
                  </a:cubicBezTo>
                  <a:cubicBezTo>
                    <a:pt x="470" y="60"/>
                    <a:pt x="470" y="60"/>
                    <a:pt x="470" y="60"/>
                  </a:cubicBezTo>
                  <a:cubicBezTo>
                    <a:pt x="469" y="55"/>
                    <a:pt x="471" y="52"/>
                    <a:pt x="481" y="42"/>
                  </a:cubicBezTo>
                  <a:cubicBezTo>
                    <a:pt x="474" y="46"/>
                    <a:pt x="464" y="53"/>
                    <a:pt x="456" y="57"/>
                  </a:cubicBezTo>
                  <a:cubicBezTo>
                    <a:pt x="457" y="60"/>
                    <a:pt x="459" y="64"/>
                    <a:pt x="462" y="67"/>
                  </a:cubicBezTo>
                  <a:moveTo>
                    <a:pt x="1398" y="429"/>
                  </a:moveTo>
                  <a:cubicBezTo>
                    <a:pt x="1398" y="430"/>
                    <a:pt x="1399" y="430"/>
                    <a:pt x="1399" y="431"/>
                  </a:cubicBezTo>
                  <a:cubicBezTo>
                    <a:pt x="1399" y="430"/>
                    <a:pt x="1398" y="430"/>
                    <a:pt x="1398" y="429"/>
                  </a:cubicBezTo>
                  <a:moveTo>
                    <a:pt x="1400" y="432"/>
                  </a:moveTo>
                  <a:cubicBezTo>
                    <a:pt x="1400" y="432"/>
                    <a:pt x="1399" y="431"/>
                    <a:pt x="1399" y="431"/>
                  </a:cubicBezTo>
                  <a:cubicBezTo>
                    <a:pt x="1399" y="431"/>
                    <a:pt x="1400" y="432"/>
                    <a:pt x="1400" y="432"/>
                  </a:cubicBezTo>
                  <a:moveTo>
                    <a:pt x="1402" y="433"/>
                  </a:moveTo>
                  <a:cubicBezTo>
                    <a:pt x="1401" y="433"/>
                    <a:pt x="1401" y="432"/>
                    <a:pt x="1400" y="432"/>
                  </a:cubicBezTo>
                  <a:cubicBezTo>
                    <a:pt x="1401" y="432"/>
                    <a:pt x="1401" y="433"/>
                    <a:pt x="1402" y="433"/>
                  </a:cubicBezTo>
                  <a:moveTo>
                    <a:pt x="1402" y="435"/>
                  </a:moveTo>
                  <a:cubicBezTo>
                    <a:pt x="1402" y="434"/>
                    <a:pt x="1402" y="434"/>
                    <a:pt x="1402" y="433"/>
                  </a:cubicBezTo>
                  <a:cubicBezTo>
                    <a:pt x="1402" y="434"/>
                    <a:pt x="1402" y="434"/>
                    <a:pt x="1402" y="435"/>
                  </a:cubicBezTo>
                  <a:moveTo>
                    <a:pt x="1403" y="436"/>
                  </a:moveTo>
                  <a:cubicBezTo>
                    <a:pt x="1403" y="436"/>
                    <a:pt x="1403" y="435"/>
                    <a:pt x="1402" y="435"/>
                  </a:cubicBezTo>
                  <a:cubicBezTo>
                    <a:pt x="1403" y="435"/>
                    <a:pt x="1403" y="436"/>
                    <a:pt x="1403" y="436"/>
                  </a:cubicBezTo>
                  <a:moveTo>
                    <a:pt x="1404" y="437"/>
                  </a:moveTo>
                  <a:cubicBezTo>
                    <a:pt x="1404" y="437"/>
                    <a:pt x="1404" y="436"/>
                    <a:pt x="1403" y="436"/>
                  </a:cubicBezTo>
                  <a:cubicBezTo>
                    <a:pt x="1404" y="436"/>
                    <a:pt x="1404" y="437"/>
                    <a:pt x="1404" y="437"/>
                  </a:cubicBezTo>
                  <a:moveTo>
                    <a:pt x="1405" y="438"/>
                  </a:moveTo>
                  <a:cubicBezTo>
                    <a:pt x="1405" y="438"/>
                    <a:pt x="1404" y="437"/>
                    <a:pt x="1404" y="437"/>
                  </a:cubicBezTo>
                  <a:cubicBezTo>
                    <a:pt x="1404" y="437"/>
                    <a:pt x="1405" y="438"/>
                    <a:pt x="1405" y="438"/>
                  </a:cubicBezTo>
                  <a:moveTo>
                    <a:pt x="1406" y="439"/>
                  </a:moveTo>
                  <a:cubicBezTo>
                    <a:pt x="1406" y="439"/>
                    <a:pt x="1405" y="439"/>
                    <a:pt x="1405" y="438"/>
                  </a:cubicBezTo>
                  <a:cubicBezTo>
                    <a:pt x="1405" y="439"/>
                    <a:pt x="1406" y="439"/>
                    <a:pt x="1406" y="439"/>
                  </a:cubicBezTo>
                  <a:moveTo>
                    <a:pt x="1407" y="440"/>
                  </a:moveTo>
                  <a:cubicBezTo>
                    <a:pt x="1407" y="440"/>
                    <a:pt x="1407" y="440"/>
                    <a:pt x="1406" y="439"/>
                  </a:cubicBezTo>
                  <a:cubicBezTo>
                    <a:pt x="1407" y="440"/>
                    <a:pt x="1407" y="440"/>
                    <a:pt x="1407" y="440"/>
                  </a:cubicBezTo>
                  <a:moveTo>
                    <a:pt x="1408" y="441"/>
                  </a:moveTo>
                  <a:cubicBezTo>
                    <a:pt x="1408" y="441"/>
                    <a:pt x="1407" y="440"/>
                    <a:pt x="1407" y="440"/>
                  </a:cubicBezTo>
                  <a:cubicBezTo>
                    <a:pt x="1407" y="440"/>
                    <a:pt x="1408" y="441"/>
                    <a:pt x="1408" y="441"/>
                  </a:cubicBezTo>
                  <a:moveTo>
                    <a:pt x="1409" y="442"/>
                  </a:moveTo>
                  <a:cubicBezTo>
                    <a:pt x="1409" y="442"/>
                    <a:pt x="1409" y="441"/>
                    <a:pt x="1408" y="441"/>
                  </a:cubicBezTo>
                  <a:cubicBezTo>
                    <a:pt x="1409" y="441"/>
                    <a:pt x="1409" y="442"/>
                    <a:pt x="1409" y="442"/>
                  </a:cubicBezTo>
                  <a:moveTo>
                    <a:pt x="1410" y="443"/>
                  </a:moveTo>
                  <a:cubicBezTo>
                    <a:pt x="1410" y="443"/>
                    <a:pt x="1409" y="442"/>
                    <a:pt x="1409" y="442"/>
                  </a:cubicBezTo>
                  <a:cubicBezTo>
                    <a:pt x="1409" y="442"/>
                    <a:pt x="1410" y="443"/>
                    <a:pt x="1410" y="443"/>
                  </a:cubicBezTo>
                  <a:moveTo>
                    <a:pt x="1411" y="443"/>
                  </a:moveTo>
                  <a:cubicBezTo>
                    <a:pt x="1410" y="443"/>
                    <a:pt x="1410" y="443"/>
                    <a:pt x="1410" y="443"/>
                  </a:cubicBezTo>
                  <a:cubicBezTo>
                    <a:pt x="1411" y="443"/>
                    <a:pt x="1411" y="443"/>
                    <a:pt x="1411" y="443"/>
                  </a:cubicBezTo>
                  <a:moveTo>
                    <a:pt x="1412" y="443"/>
                  </a:moveTo>
                  <a:cubicBezTo>
                    <a:pt x="1412" y="443"/>
                    <a:pt x="1411" y="443"/>
                    <a:pt x="1411" y="443"/>
                  </a:cubicBezTo>
                  <a:cubicBezTo>
                    <a:pt x="1411" y="443"/>
                    <a:pt x="1412" y="443"/>
                    <a:pt x="1412" y="443"/>
                  </a:cubicBezTo>
                  <a:moveTo>
                    <a:pt x="1413" y="443"/>
                  </a:moveTo>
                  <a:cubicBezTo>
                    <a:pt x="1412" y="443"/>
                    <a:pt x="1412" y="443"/>
                    <a:pt x="1412" y="443"/>
                  </a:cubicBezTo>
                  <a:cubicBezTo>
                    <a:pt x="1412" y="443"/>
                    <a:pt x="1412" y="443"/>
                    <a:pt x="1413" y="443"/>
                  </a:cubicBezTo>
                  <a:moveTo>
                    <a:pt x="1414" y="443"/>
                  </a:moveTo>
                  <a:cubicBezTo>
                    <a:pt x="1413" y="443"/>
                    <a:pt x="1413" y="443"/>
                    <a:pt x="1413" y="443"/>
                  </a:cubicBezTo>
                  <a:cubicBezTo>
                    <a:pt x="1413" y="443"/>
                    <a:pt x="1413" y="443"/>
                    <a:pt x="1414" y="443"/>
                  </a:cubicBezTo>
                  <a:moveTo>
                    <a:pt x="1415" y="442"/>
                  </a:moveTo>
                  <a:cubicBezTo>
                    <a:pt x="1414" y="443"/>
                    <a:pt x="1414" y="443"/>
                    <a:pt x="1414" y="443"/>
                  </a:cubicBezTo>
                  <a:cubicBezTo>
                    <a:pt x="1414" y="443"/>
                    <a:pt x="1414" y="443"/>
                    <a:pt x="1415" y="442"/>
                  </a:cubicBezTo>
                  <a:moveTo>
                    <a:pt x="1416" y="442"/>
                  </a:moveTo>
                  <a:cubicBezTo>
                    <a:pt x="1415" y="442"/>
                    <a:pt x="1415" y="442"/>
                    <a:pt x="1415" y="442"/>
                  </a:cubicBezTo>
                  <a:cubicBezTo>
                    <a:pt x="1415" y="442"/>
                    <a:pt x="1415" y="442"/>
                    <a:pt x="1416" y="442"/>
                  </a:cubicBezTo>
                  <a:moveTo>
                    <a:pt x="1416" y="441"/>
                  </a:moveTo>
                  <a:cubicBezTo>
                    <a:pt x="1416" y="441"/>
                    <a:pt x="1416" y="441"/>
                    <a:pt x="1416" y="442"/>
                  </a:cubicBezTo>
                  <a:cubicBezTo>
                    <a:pt x="1416" y="441"/>
                    <a:pt x="1416" y="441"/>
                    <a:pt x="1416" y="441"/>
                  </a:cubicBezTo>
                  <a:moveTo>
                    <a:pt x="1416" y="440"/>
                  </a:moveTo>
                  <a:cubicBezTo>
                    <a:pt x="1416" y="440"/>
                    <a:pt x="1416" y="440"/>
                    <a:pt x="1416" y="441"/>
                  </a:cubicBezTo>
                  <a:cubicBezTo>
                    <a:pt x="1416" y="440"/>
                    <a:pt x="1416" y="440"/>
                    <a:pt x="1416" y="440"/>
                  </a:cubicBezTo>
                  <a:moveTo>
                    <a:pt x="1416" y="439"/>
                  </a:moveTo>
                  <a:cubicBezTo>
                    <a:pt x="1416" y="439"/>
                    <a:pt x="1416" y="439"/>
                    <a:pt x="1416" y="440"/>
                  </a:cubicBezTo>
                  <a:cubicBezTo>
                    <a:pt x="1416" y="439"/>
                    <a:pt x="1416" y="439"/>
                    <a:pt x="1416" y="439"/>
                  </a:cubicBezTo>
                  <a:moveTo>
                    <a:pt x="1416" y="437"/>
                  </a:moveTo>
                  <a:cubicBezTo>
                    <a:pt x="1416" y="438"/>
                    <a:pt x="1416" y="438"/>
                    <a:pt x="1416" y="439"/>
                  </a:cubicBezTo>
                  <a:cubicBezTo>
                    <a:pt x="1416" y="438"/>
                    <a:pt x="1416" y="438"/>
                    <a:pt x="1416" y="437"/>
                  </a:cubicBezTo>
                  <a:moveTo>
                    <a:pt x="1416" y="436"/>
                  </a:moveTo>
                  <a:cubicBezTo>
                    <a:pt x="1416" y="437"/>
                    <a:pt x="1416" y="437"/>
                    <a:pt x="1416" y="437"/>
                  </a:cubicBezTo>
                  <a:cubicBezTo>
                    <a:pt x="1416" y="437"/>
                    <a:pt x="1416" y="437"/>
                    <a:pt x="1416" y="436"/>
                  </a:cubicBezTo>
                  <a:moveTo>
                    <a:pt x="1416" y="435"/>
                  </a:moveTo>
                  <a:cubicBezTo>
                    <a:pt x="1416" y="436"/>
                    <a:pt x="1416" y="436"/>
                    <a:pt x="1416" y="436"/>
                  </a:cubicBezTo>
                  <a:cubicBezTo>
                    <a:pt x="1416" y="436"/>
                    <a:pt x="1416" y="436"/>
                    <a:pt x="1416" y="435"/>
                  </a:cubicBezTo>
                  <a:moveTo>
                    <a:pt x="1416" y="434"/>
                  </a:moveTo>
                  <a:cubicBezTo>
                    <a:pt x="1416" y="434"/>
                    <a:pt x="1416" y="435"/>
                    <a:pt x="1416" y="435"/>
                  </a:cubicBezTo>
                  <a:cubicBezTo>
                    <a:pt x="1416" y="435"/>
                    <a:pt x="1416" y="434"/>
                    <a:pt x="1416" y="434"/>
                  </a:cubicBezTo>
                  <a:moveTo>
                    <a:pt x="1415" y="432"/>
                  </a:moveTo>
                  <a:cubicBezTo>
                    <a:pt x="1416" y="432"/>
                    <a:pt x="1416" y="433"/>
                    <a:pt x="1416" y="434"/>
                  </a:cubicBezTo>
                  <a:cubicBezTo>
                    <a:pt x="1416" y="433"/>
                    <a:pt x="1416" y="432"/>
                    <a:pt x="1415" y="432"/>
                  </a:cubicBezTo>
                  <a:moveTo>
                    <a:pt x="1415" y="431"/>
                  </a:moveTo>
                  <a:cubicBezTo>
                    <a:pt x="1415" y="431"/>
                    <a:pt x="1415" y="432"/>
                    <a:pt x="1415" y="432"/>
                  </a:cubicBezTo>
                  <a:cubicBezTo>
                    <a:pt x="1415" y="432"/>
                    <a:pt x="1415" y="431"/>
                    <a:pt x="1415" y="431"/>
                  </a:cubicBezTo>
                  <a:moveTo>
                    <a:pt x="1415" y="431"/>
                  </a:moveTo>
                  <a:cubicBezTo>
                    <a:pt x="1415" y="430"/>
                    <a:pt x="1414" y="429"/>
                    <a:pt x="1414" y="429"/>
                  </a:cubicBezTo>
                  <a:cubicBezTo>
                    <a:pt x="1414" y="429"/>
                    <a:pt x="1415" y="430"/>
                    <a:pt x="1415" y="431"/>
                  </a:cubicBezTo>
                  <a:moveTo>
                    <a:pt x="1414" y="427"/>
                  </a:moveTo>
                  <a:cubicBezTo>
                    <a:pt x="1414" y="428"/>
                    <a:pt x="1414" y="428"/>
                    <a:pt x="1414" y="429"/>
                  </a:cubicBezTo>
                  <a:cubicBezTo>
                    <a:pt x="1414" y="428"/>
                    <a:pt x="1414" y="428"/>
                    <a:pt x="1414" y="427"/>
                  </a:cubicBezTo>
                  <a:moveTo>
                    <a:pt x="1414" y="427"/>
                  </a:moveTo>
                  <a:cubicBezTo>
                    <a:pt x="1414" y="427"/>
                    <a:pt x="1413" y="426"/>
                    <a:pt x="1413" y="426"/>
                  </a:cubicBezTo>
                  <a:cubicBezTo>
                    <a:pt x="1413" y="426"/>
                    <a:pt x="1414" y="427"/>
                    <a:pt x="1414" y="427"/>
                  </a:cubicBezTo>
                  <a:moveTo>
                    <a:pt x="1413" y="426"/>
                  </a:moveTo>
                  <a:cubicBezTo>
                    <a:pt x="1413" y="426"/>
                    <a:pt x="1413" y="425"/>
                    <a:pt x="1413" y="425"/>
                  </a:cubicBezTo>
                  <a:cubicBezTo>
                    <a:pt x="1413" y="425"/>
                    <a:pt x="1413" y="426"/>
                    <a:pt x="1413" y="426"/>
                  </a:cubicBezTo>
                  <a:moveTo>
                    <a:pt x="1413" y="425"/>
                  </a:moveTo>
                  <a:cubicBezTo>
                    <a:pt x="1413" y="424"/>
                    <a:pt x="1412" y="424"/>
                    <a:pt x="1412" y="423"/>
                  </a:cubicBezTo>
                  <a:cubicBezTo>
                    <a:pt x="1412" y="424"/>
                    <a:pt x="1413" y="424"/>
                    <a:pt x="1413" y="425"/>
                  </a:cubicBezTo>
                  <a:moveTo>
                    <a:pt x="1374" y="410"/>
                  </a:moveTo>
                  <a:cubicBezTo>
                    <a:pt x="1375" y="407"/>
                    <a:pt x="1376" y="402"/>
                    <a:pt x="1377" y="399"/>
                  </a:cubicBezTo>
                  <a:cubicBezTo>
                    <a:pt x="1376" y="402"/>
                    <a:pt x="1375" y="407"/>
                    <a:pt x="1374" y="410"/>
                  </a:cubicBezTo>
                  <a:moveTo>
                    <a:pt x="1380" y="398"/>
                  </a:moveTo>
                  <a:cubicBezTo>
                    <a:pt x="1379" y="398"/>
                    <a:pt x="1378" y="398"/>
                    <a:pt x="1377" y="399"/>
                  </a:cubicBezTo>
                  <a:cubicBezTo>
                    <a:pt x="1378" y="398"/>
                    <a:pt x="1379" y="398"/>
                    <a:pt x="1380" y="398"/>
                  </a:cubicBezTo>
                  <a:moveTo>
                    <a:pt x="1382" y="397"/>
                  </a:moveTo>
                  <a:cubicBezTo>
                    <a:pt x="1382" y="397"/>
                    <a:pt x="1381" y="397"/>
                    <a:pt x="1380" y="398"/>
                  </a:cubicBezTo>
                  <a:cubicBezTo>
                    <a:pt x="1381" y="397"/>
                    <a:pt x="1382" y="397"/>
                    <a:pt x="1382" y="397"/>
                  </a:cubicBezTo>
                  <a:moveTo>
                    <a:pt x="1382" y="397"/>
                  </a:moveTo>
                  <a:cubicBezTo>
                    <a:pt x="1383" y="396"/>
                    <a:pt x="1384" y="396"/>
                    <a:pt x="1384" y="396"/>
                  </a:cubicBezTo>
                  <a:cubicBezTo>
                    <a:pt x="1384" y="396"/>
                    <a:pt x="1383" y="396"/>
                    <a:pt x="1382" y="397"/>
                  </a:cubicBezTo>
                  <a:moveTo>
                    <a:pt x="1387" y="395"/>
                  </a:moveTo>
                  <a:cubicBezTo>
                    <a:pt x="1386" y="395"/>
                    <a:pt x="1385" y="396"/>
                    <a:pt x="1384" y="396"/>
                  </a:cubicBezTo>
                  <a:cubicBezTo>
                    <a:pt x="1385" y="396"/>
                    <a:pt x="1386" y="395"/>
                    <a:pt x="1387" y="395"/>
                  </a:cubicBezTo>
                  <a:moveTo>
                    <a:pt x="1389" y="395"/>
                  </a:moveTo>
                  <a:cubicBezTo>
                    <a:pt x="1388" y="395"/>
                    <a:pt x="1387" y="395"/>
                    <a:pt x="1387" y="395"/>
                  </a:cubicBezTo>
                  <a:cubicBezTo>
                    <a:pt x="1387" y="395"/>
                    <a:pt x="1388" y="395"/>
                    <a:pt x="1389" y="395"/>
                  </a:cubicBezTo>
                  <a:moveTo>
                    <a:pt x="1390" y="395"/>
                  </a:moveTo>
                  <a:cubicBezTo>
                    <a:pt x="1389" y="395"/>
                    <a:pt x="1389" y="395"/>
                    <a:pt x="1389" y="395"/>
                  </a:cubicBezTo>
                  <a:cubicBezTo>
                    <a:pt x="1389" y="395"/>
                    <a:pt x="1389" y="395"/>
                    <a:pt x="1390" y="395"/>
                  </a:cubicBezTo>
                  <a:moveTo>
                    <a:pt x="1392" y="394"/>
                  </a:moveTo>
                  <a:cubicBezTo>
                    <a:pt x="1391" y="395"/>
                    <a:pt x="1391" y="395"/>
                    <a:pt x="1390" y="395"/>
                  </a:cubicBezTo>
                  <a:cubicBezTo>
                    <a:pt x="1391" y="395"/>
                    <a:pt x="1391" y="395"/>
                    <a:pt x="1392" y="394"/>
                  </a:cubicBezTo>
                  <a:moveTo>
                    <a:pt x="1392" y="394"/>
                  </a:moveTo>
                  <a:cubicBezTo>
                    <a:pt x="1392" y="394"/>
                    <a:pt x="1392" y="394"/>
                    <a:pt x="1392" y="394"/>
                  </a:cubicBezTo>
                  <a:cubicBezTo>
                    <a:pt x="1392" y="394"/>
                    <a:pt x="1392" y="394"/>
                    <a:pt x="1392" y="394"/>
                  </a:cubicBezTo>
                  <a:moveTo>
                    <a:pt x="1392" y="394"/>
                  </a:moveTo>
                  <a:cubicBezTo>
                    <a:pt x="1392" y="394"/>
                    <a:pt x="1392" y="394"/>
                    <a:pt x="1392" y="394"/>
                  </a:cubicBezTo>
                  <a:cubicBezTo>
                    <a:pt x="1392" y="394"/>
                    <a:pt x="1392" y="394"/>
                    <a:pt x="1392" y="394"/>
                  </a:cubicBezTo>
                  <a:moveTo>
                    <a:pt x="1393" y="394"/>
                  </a:moveTo>
                  <a:cubicBezTo>
                    <a:pt x="1392" y="394"/>
                    <a:pt x="1392" y="394"/>
                    <a:pt x="1392" y="394"/>
                  </a:cubicBezTo>
                  <a:cubicBezTo>
                    <a:pt x="1392" y="394"/>
                    <a:pt x="1392"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4" y="393"/>
                  </a:moveTo>
                  <a:cubicBezTo>
                    <a:pt x="1394" y="393"/>
                    <a:pt x="1393" y="394"/>
                    <a:pt x="1393" y="394"/>
                  </a:cubicBezTo>
                  <a:cubicBezTo>
                    <a:pt x="1393" y="394"/>
                    <a:pt x="1394" y="393"/>
                    <a:pt x="1394" y="393"/>
                  </a:cubicBezTo>
                  <a:moveTo>
                    <a:pt x="1395" y="392"/>
                  </a:moveTo>
                  <a:cubicBezTo>
                    <a:pt x="1395" y="392"/>
                    <a:pt x="1395" y="393"/>
                    <a:pt x="1394" y="393"/>
                  </a:cubicBezTo>
                  <a:cubicBezTo>
                    <a:pt x="1395" y="393"/>
                    <a:pt x="1395" y="392"/>
                    <a:pt x="1395" y="392"/>
                  </a:cubicBezTo>
                  <a:moveTo>
                    <a:pt x="1396" y="390"/>
                  </a:moveTo>
                  <a:cubicBezTo>
                    <a:pt x="1396" y="391"/>
                    <a:pt x="1395" y="391"/>
                    <a:pt x="1395" y="392"/>
                  </a:cubicBezTo>
                  <a:cubicBezTo>
                    <a:pt x="1395" y="391"/>
                    <a:pt x="1396" y="391"/>
                    <a:pt x="1396" y="390"/>
                  </a:cubicBezTo>
                  <a:moveTo>
                    <a:pt x="1396" y="388"/>
                  </a:moveTo>
                  <a:cubicBezTo>
                    <a:pt x="1396" y="389"/>
                    <a:pt x="1396" y="390"/>
                    <a:pt x="1396" y="390"/>
                  </a:cubicBezTo>
                  <a:cubicBezTo>
                    <a:pt x="1396" y="390"/>
                    <a:pt x="1396" y="389"/>
                    <a:pt x="1396" y="388"/>
                  </a:cubicBezTo>
                  <a:moveTo>
                    <a:pt x="1396" y="386"/>
                  </a:moveTo>
                  <a:cubicBezTo>
                    <a:pt x="1396" y="387"/>
                    <a:pt x="1396" y="387"/>
                    <a:pt x="1396" y="388"/>
                  </a:cubicBezTo>
                  <a:cubicBezTo>
                    <a:pt x="1396" y="387"/>
                    <a:pt x="1396" y="387"/>
                    <a:pt x="1396" y="386"/>
                  </a:cubicBezTo>
                  <a:moveTo>
                    <a:pt x="1395" y="383"/>
                  </a:moveTo>
                  <a:cubicBezTo>
                    <a:pt x="1395" y="384"/>
                    <a:pt x="1395" y="385"/>
                    <a:pt x="1396" y="386"/>
                  </a:cubicBezTo>
                  <a:cubicBezTo>
                    <a:pt x="1395" y="385"/>
                    <a:pt x="1395" y="384"/>
                    <a:pt x="1395" y="383"/>
                  </a:cubicBezTo>
                  <a:moveTo>
                    <a:pt x="1394" y="378"/>
                  </a:moveTo>
                  <a:cubicBezTo>
                    <a:pt x="1394" y="380"/>
                    <a:pt x="1395" y="382"/>
                    <a:pt x="1395" y="383"/>
                  </a:cubicBezTo>
                  <a:cubicBezTo>
                    <a:pt x="1395" y="382"/>
                    <a:pt x="1394" y="380"/>
                    <a:pt x="1394" y="378"/>
                  </a:cubicBezTo>
                  <a:moveTo>
                    <a:pt x="1392" y="374"/>
                  </a:moveTo>
                  <a:cubicBezTo>
                    <a:pt x="1393" y="375"/>
                    <a:pt x="1393" y="377"/>
                    <a:pt x="1394" y="378"/>
                  </a:cubicBezTo>
                  <a:cubicBezTo>
                    <a:pt x="1393" y="377"/>
                    <a:pt x="1393" y="375"/>
                    <a:pt x="1392" y="374"/>
                  </a:cubicBezTo>
                  <a:moveTo>
                    <a:pt x="1392" y="374"/>
                  </a:moveTo>
                  <a:cubicBezTo>
                    <a:pt x="1392" y="374"/>
                    <a:pt x="1392" y="374"/>
                    <a:pt x="1392" y="374"/>
                  </a:cubicBezTo>
                  <a:cubicBezTo>
                    <a:pt x="1392" y="374"/>
                    <a:pt x="1392" y="374"/>
                    <a:pt x="1392" y="374"/>
                  </a:cubicBezTo>
                  <a:moveTo>
                    <a:pt x="1392" y="374"/>
                  </a:moveTo>
                  <a:cubicBezTo>
                    <a:pt x="1392" y="374"/>
                    <a:pt x="1392" y="374"/>
                    <a:pt x="1392" y="374"/>
                  </a:cubicBezTo>
                  <a:cubicBezTo>
                    <a:pt x="1392" y="374"/>
                    <a:pt x="1392" y="374"/>
                    <a:pt x="1392" y="374"/>
                  </a:cubicBezTo>
                  <a:moveTo>
                    <a:pt x="1392" y="373"/>
                  </a:moveTo>
                  <a:cubicBezTo>
                    <a:pt x="1392" y="374"/>
                    <a:pt x="1392" y="374"/>
                    <a:pt x="1392" y="374"/>
                  </a:cubicBezTo>
                  <a:cubicBezTo>
                    <a:pt x="1392" y="374"/>
                    <a:pt x="1392" y="374"/>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434" y="260"/>
                  </a:moveTo>
                  <a:cubicBezTo>
                    <a:pt x="1434" y="261"/>
                    <a:pt x="1434" y="261"/>
                    <a:pt x="1434" y="261"/>
                  </a:cubicBezTo>
                  <a:cubicBezTo>
                    <a:pt x="1434" y="261"/>
                    <a:pt x="1434" y="261"/>
                    <a:pt x="1434" y="260"/>
                  </a:cubicBezTo>
                  <a:moveTo>
                    <a:pt x="1435" y="259"/>
                  </a:moveTo>
                  <a:cubicBezTo>
                    <a:pt x="1434" y="260"/>
                    <a:pt x="1434" y="260"/>
                    <a:pt x="1434" y="260"/>
                  </a:cubicBezTo>
                  <a:cubicBezTo>
                    <a:pt x="1434" y="260"/>
                    <a:pt x="1434" y="260"/>
                    <a:pt x="1435" y="259"/>
                  </a:cubicBezTo>
                  <a:moveTo>
                    <a:pt x="1435" y="259"/>
                  </a:moveTo>
                  <a:cubicBezTo>
                    <a:pt x="1435" y="259"/>
                    <a:pt x="1435" y="259"/>
                    <a:pt x="1435" y="259"/>
                  </a:cubicBezTo>
                  <a:cubicBezTo>
                    <a:pt x="1435" y="259"/>
                    <a:pt x="1435" y="259"/>
                    <a:pt x="1435" y="259"/>
                  </a:cubicBezTo>
                  <a:moveTo>
                    <a:pt x="1435" y="258"/>
                  </a:moveTo>
                  <a:cubicBezTo>
                    <a:pt x="1435" y="258"/>
                    <a:pt x="1435" y="258"/>
                    <a:pt x="1435" y="259"/>
                  </a:cubicBezTo>
                  <a:cubicBezTo>
                    <a:pt x="1435" y="258"/>
                    <a:pt x="1435" y="258"/>
                    <a:pt x="1435" y="258"/>
                  </a:cubicBezTo>
                  <a:moveTo>
                    <a:pt x="1435" y="257"/>
                  </a:moveTo>
                  <a:cubicBezTo>
                    <a:pt x="1435" y="257"/>
                    <a:pt x="1435" y="257"/>
                    <a:pt x="1435" y="258"/>
                  </a:cubicBezTo>
                  <a:cubicBezTo>
                    <a:pt x="1435" y="257"/>
                    <a:pt x="1435" y="257"/>
                    <a:pt x="1435" y="257"/>
                  </a:cubicBezTo>
                  <a:moveTo>
                    <a:pt x="1435" y="256"/>
                  </a:moveTo>
                  <a:cubicBezTo>
                    <a:pt x="1435" y="256"/>
                    <a:pt x="1435" y="256"/>
                    <a:pt x="1435" y="257"/>
                  </a:cubicBezTo>
                  <a:cubicBezTo>
                    <a:pt x="1435" y="256"/>
                    <a:pt x="1435" y="256"/>
                    <a:pt x="1435" y="256"/>
                  </a:cubicBezTo>
                  <a:moveTo>
                    <a:pt x="1435" y="255"/>
                  </a:moveTo>
                  <a:cubicBezTo>
                    <a:pt x="1435" y="255"/>
                    <a:pt x="1435" y="255"/>
                    <a:pt x="1435" y="256"/>
                  </a:cubicBezTo>
                  <a:cubicBezTo>
                    <a:pt x="1435" y="255"/>
                    <a:pt x="1435" y="255"/>
                    <a:pt x="1435" y="255"/>
                  </a:cubicBezTo>
                  <a:moveTo>
                    <a:pt x="1435" y="254"/>
                  </a:moveTo>
                  <a:cubicBezTo>
                    <a:pt x="1435" y="254"/>
                    <a:pt x="1435" y="254"/>
                    <a:pt x="1435" y="255"/>
                  </a:cubicBezTo>
                  <a:cubicBezTo>
                    <a:pt x="1435" y="254"/>
                    <a:pt x="1435" y="254"/>
                    <a:pt x="1435" y="254"/>
                  </a:cubicBezTo>
                  <a:moveTo>
                    <a:pt x="1435" y="253"/>
                  </a:moveTo>
                  <a:cubicBezTo>
                    <a:pt x="1435" y="253"/>
                    <a:pt x="1435" y="253"/>
                    <a:pt x="1435" y="254"/>
                  </a:cubicBezTo>
                  <a:cubicBezTo>
                    <a:pt x="1435" y="253"/>
                    <a:pt x="1435" y="253"/>
                    <a:pt x="1435" y="253"/>
                  </a:cubicBezTo>
                  <a:moveTo>
                    <a:pt x="1434" y="251"/>
                  </a:moveTo>
                  <a:cubicBezTo>
                    <a:pt x="1435" y="252"/>
                    <a:pt x="1435" y="252"/>
                    <a:pt x="1435" y="253"/>
                  </a:cubicBezTo>
                  <a:cubicBezTo>
                    <a:pt x="1435" y="252"/>
                    <a:pt x="1435" y="252"/>
                    <a:pt x="1434" y="251"/>
                  </a:cubicBezTo>
                  <a:moveTo>
                    <a:pt x="1434" y="250"/>
                  </a:moveTo>
                  <a:cubicBezTo>
                    <a:pt x="1434" y="251"/>
                    <a:pt x="1434" y="251"/>
                    <a:pt x="1434" y="251"/>
                  </a:cubicBezTo>
                  <a:cubicBezTo>
                    <a:pt x="1434" y="251"/>
                    <a:pt x="1434" y="251"/>
                    <a:pt x="1434" y="250"/>
                  </a:cubicBezTo>
                  <a:moveTo>
                    <a:pt x="1434" y="249"/>
                  </a:moveTo>
                  <a:cubicBezTo>
                    <a:pt x="1434" y="249"/>
                    <a:pt x="1434" y="250"/>
                    <a:pt x="1434" y="250"/>
                  </a:cubicBezTo>
                  <a:cubicBezTo>
                    <a:pt x="1434" y="250"/>
                    <a:pt x="1434" y="249"/>
                    <a:pt x="1434" y="249"/>
                  </a:cubicBezTo>
                  <a:moveTo>
                    <a:pt x="1433" y="248"/>
                  </a:moveTo>
                  <a:cubicBezTo>
                    <a:pt x="1433" y="248"/>
                    <a:pt x="1434" y="249"/>
                    <a:pt x="1434" y="249"/>
                  </a:cubicBezTo>
                  <a:cubicBezTo>
                    <a:pt x="1434" y="249"/>
                    <a:pt x="1433" y="248"/>
                    <a:pt x="1433" y="248"/>
                  </a:cubicBezTo>
                  <a:moveTo>
                    <a:pt x="1433" y="246"/>
                  </a:moveTo>
                  <a:cubicBezTo>
                    <a:pt x="1433" y="246"/>
                    <a:pt x="1433" y="247"/>
                    <a:pt x="1433" y="248"/>
                  </a:cubicBezTo>
                  <a:cubicBezTo>
                    <a:pt x="1433" y="247"/>
                    <a:pt x="1433" y="246"/>
                    <a:pt x="1433" y="246"/>
                  </a:cubicBezTo>
                  <a:moveTo>
                    <a:pt x="1432" y="245"/>
                  </a:moveTo>
                  <a:cubicBezTo>
                    <a:pt x="1433" y="245"/>
                    <a:pt x="1433" y="246"/>
                    <a:pt x="1433" y="246"/>
                  </a:cubicBezTo>
                  <a:cubicBezTo>
                    <a:pt x="1433" y="246"/>
                    <a:pt x="1433" y="245"/>
                    <a:pt x="1432" y="245"/>
                  </a:cubicBezTo>
                  <a:moveTo>
                    <a:pt x="1431" y="243"/>
                  </a:moveTo>
                  <a:cubicBezTo>
                    <a:pt x="1432" y="244"/>
                    <a:pt x="1432" y="244"/>
                    <a:pt x="1432" y="245"/>
                  </a:cubicBezTo>
                  <a:cubicBezTo>
                    <a:pt x="1432" y="244"/>
                    <a:pt x="1432" y="244"/>
                    <a:pt x="1431" y="243"/>
                  </a:cubicBezTo>
                  <a:moveTo>
                    <a:pt x="1430" y="242"/>
                  </a:moveTo>
                  <a:cubicBezTo>
                    <a:pt x="1431" y="242"/>
                    <a:pt x="1431" y="243"/>
                    <a:pt x="1431" y="243"/>
                  </a:cubicBezTo>
                  <a:cubicBezTo>
                    <a:pt x="1431" y="243"/>
                    <a:pt x="1431" y="242"/>
                    <a:pt x="1430" y="242"/>
                  </a:cubicBezTo>
                  <a:moveTo>
                    <a:pt x="1430" y="240"/>
                  </a:moveTo>
                  <a:cubicBezTo>
                    <a:pt x="1430" y="241"/>
                    <a:pt x="1430" y="241"/>
                    <a:pt x="1430" y="242"/>
                  </a:cubicBezTo>
                  <a:cubicBezTo>
                    <a:pt x="1430" y="241"/>
                    <a:pt x="1430" y="241"/>
                    <a:pt x="1430" y="240"/>
                  </a:cubicBezTo>
                  <a:moveTo>
                    <a:pt x="1429" y="239"/>
                  </a:moveTo>
                  <a:cubicBezTo>
                    <a:pt x="1429" y="239"/>
                    <a:pt x="1429" y="240"/>
                    <a:pt x="1430" y="240"/>
                  </a:cubicBezTo>
                  <a:cubicBezTo>
                    <a:pt x="1429" y="240"/>
                    <a:pt x="1429" y="239"/>
                    <a:pt x="1429" y="239"/>
                  </a:cubicBezTo>
                  <a:moveTo>
                    <a:pt x="1427" y="237"/>
                  </a:moveTo>
                  <a:cubicBezTo>
                    <a:pt x="1428" y="237"/>
                    <a:pt x="1428" y="238"/>
                    <a:pt x="1429" y="239"/>
                  </a:cubicBezTo>
                  <a:cubicBezTo>
                    <a:pt x="1428" y="238"/>
                    <a:pt x="1428" y="237"/>
                    <a:pt x="1427" y="237"/>
                  </a:cubicBezTo>
                  <a:moveTo>
                    <a:pt x="1426" y="235"/>
                  </a:moveTo>
                  <a:cubicBezTo>
                    <a:pt x="1426" y="235"/>
                    <a:pt x="1427" y="236"/>
                    <a:pt x="1427" y="237"/>
                  </a:cubicBezTo>
                  <a:cubicBezTo>
                    <a:pt x="1427" y="236"/>
                    <a:pt x="1426" y="235"/>
                    <a:pt x="1426" y="235"/>
                  </a:cubicBezTo>
                  <a:moveTo>
                    <a:pt x="1425" y="233"/>
                  </a:moveTo>
                  <a:cubicBezTo>
                    <a:pt x="1425" y="233"/>
                    <a:pt x="1426" y="234"/>
                    <a:pt x="1426" y="235"/>
                  </a:cubicBezTo>
                  <a:cubicBezTo>
                    <a:pt x="1426" y="234"/>
                    <a:pt x="1425" y="233"/>
                    <a:pt x="1425" y="233"/>
                  </a:cubicBezTo>
                  <a:moveTo>
                    <a:pt x="1423" y="231"/>
                  </a:moveTo>
                  <a:cubicBezTo>
                    <a:pt x="1424" y="231"/>
                    <a:pt x="1425" y="232"/>
                    <a:pt x="1425" y="233"/>
                  </a:cubicBezTo>
                  <a:cubicBezTo>
                    <a:pt x="1425" y="232"/>
                    <a:pt x="1424" y="231"/>
                    <a:pt x="1423" y="231"/>
                  </a:cubicBezTo>
                  <a:moveTo>
                    <a:pt x="1422" y="229"/>
                  </a:moveTo>
                  <a:cubicBezTo>
                    <a:pt x="1422" y="230"/>
                    <a:pt x="1423" y="230"/>
                    <a:pt x="1423" y="231"/>
                  </a:cubicBezTo>
                  <a:cubicBezTo>
                    <a:pt x="1423" y="230"/>
                    <a:pt x="1422" y="230"/>
                    <a:pt x="1422" y="229"/>
                  </a:cubicBezTo>
                  <a:moveTo>
                    <a:pt x="1420" y="227"/>
                  </a:moveTo>
                  <a:cubicBezTo>
                    <a:pt x="1421" y="227"/>
                    <a:pt x="1421" y="228"/>
                    <a:pt x="1422" y="229"/>
                  </a:cubicBezTo>
                  <a:cubicBezTo>
                    <a:pt x="1421" y="228"/>
                    <a:pt x="1421" y="227"/>
                    <a:pt x="1420" y="227"/>
                  </a:cubicBezTo>
                  <a:moveTo>
                    <a:pt x="1418" y="224"/>
                  </a:moveTo>
                  <a:cubicBezTo>
                    <a:pt x="1419" y="225"/>
                    <a:pt x="1419" y="226"/>
                    <a:pt x="1420" y="227"/>
                  </a:cubicBezTo>
                  <a:cubicBezTo>
                    <a:pt x="1419" y="226"/>
                    <a:pt x="1419" y="225"/>
                    <a:pt x="1418" y="224"/>
                  </a:cubicBezTo>
                  <a:moveTo>
                    <a:pt x="1416" y="222"/>
                  </a:moveTo>
                  <a:cubicBezTo>
                    <a:pt x="1416" y="223"/>
                    <a:pt x="1417" y="224"/>
                    <a:pt x="1418" y="224"/>
                  </a:cubicBezTo>
                  <a:cubicBezTo>
                    <a:pt x="1417" y="224"/>
                    <a:pt x="1416" y="223"/>
                    <a:pt x="1416" y="222"/>
                  </a:cubicBezTo>
                  <a:moveTo>
                    <a:pt x="1414" y="220"/>
                  </a:moveTo>
                  <a:cubicBezTo>
                    <a:pt x="1415" y="220"/>
                    <a:pt x="1416" y="222"/>
                    <a:pt x="1416" y="222"/>
                  </a:cubicBezTo>
                  <a:cubicBezTo>
                    <a:pt x="1416" y="222"/>
                    <a:pt x="1415" y="220"/>
                    <a:pt x="1414" y="220"/>
                  </a:cubicBezTo>
                  <a:moveTo>
                    <a:pt x="1412" y="218"/>
                  </a:moveTo>
                  <a:cubicBezTo>
                    <a:pt x="1412" y="218"/>
                    <a:pt x="1413" y="219"/>
                    <a:pt x="1414" y="220"/>
                  </a:cubicBezTo>
                  <a:cubicBezTo>
                    <a:pt x="1413" y="219"/>
                    <a:pt x="1412" y="218"/>
                    <a:pt x="1412" y="218"/>
                  </a:cubicBezTo>
                  <a:moveTo>
                    <a:pt x="1409" y="215"/>
                  </a:moveTo>
                  <a:cubicBezTo>
                    <a:pt x="1410" y="215"/>
                    <a:pt x="1411" y="217"/>
                    <a:pt x="1412" y="218"/>
                  </a:cubicBezTo>
                  <a:cubicBezTo>
                    <a:pt x="1411" y="217"/>
                    <a:pt x="1410" y="215"/>
                    <a:pt x="1409" y="215"/>
                  </a:cubicBezTo>
                  <a:moveTo>
                    <a:pt x="1407" y="212"/>
                  </a:moveTo>
                  <a:cubicBezTo>
                    <a:pt x="1407" y="213"/>
                    <a:pt x="1409" y="214"/>
                    <a:pt x="1409" y="215"/>
                  </a:cubicBezTo>
                  <a:cubicBezTo>
                    <a:pt x="1409" y="214"/>
                    <a:pt x="1407" y="213"/>
                    <a:pt x="1407" y="212"/>
                  </a:cubicBezTo>
                  <a:moveTo>
                    <a:pt x="1407" y="212"/>
                  </a:moveTo>
                  <a:cubicBezTo>
                    <a:pt x="1406" y="211"/>
                    <a:pt x="1404" y="210"/>
                    <a:pt x="1404" y="210"/>
                  </a:cubicBezTo>
                  <a:cubicBezTo>
                    <a:pt x="1404" y="210"/>
                    <a:pt x="1406" y="211"/>
                    <a:pt x="1407" y="212"/>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6"/>
                  </a:moveTo>
                  <a:cubicBezTo>
                    <a:pt x="1187" y="177"/>
                    <a:pt x="1187" y="177"/>
                    <a:pt x="1187" y="177"/>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cubicBezTo>
                    <a:pt x="1187" y="176"/>
                    <a:pt x="1187" y="176"/>
                    <a:pt x="1187" y="176"/>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7" y="177"/>
                    <a:pt x="1187" y="177"/>
                    <a:pt x="1187" y="177"/>
                  </a:cubicBezTo>
                  <a:cubicBezTo>
                    <a:pt x="1187" y="177"/>
                    <a:pt x="1187" y="177"/>
                    <a:pt x="1186" y="177"/>
                  </a:cubicBezTo>
                  <a:moveTo>
                    <a:pt x="1187" y="177"/>
                  </a:moveTo>
                  <a:cubicBezTo>
                    <a:pt x="1187" y="177"/>
                    <a:pt x="1187" y="177"/>
                    <a:pt x="1187" y="177"/>
                  </a:cubicBezTo>
                  <a:cubicBezTo>
                    <a:pt x="1187" y="177"/>
                    <a:pt x="1187" y="177"/>
                    <a:pt x="1187" y="177"/>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1" y="178"/>
                  </a:moveTo>
                  <a:cubicBezTo>
                    <a:pt x="1180" y="178"/>
                    <a:pt x="1180" y="178"/>
                    <a:pt x="1180"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2" y="178"/>
                    <a:pt x="1182" y="178"/>
                    <a:pt x="1182" y="178"/>
                  </a:cubicBezTo>
                  <a:cubicBezTo>
                    <a:pt x="1182" y="178"/>
                    <a:pt x="1182" y="178"/>
                    <a:pt x="1181"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3" y="178"/>
                    <a:pt x="1183" y="178"/>
                    <a:pt x="1183" y="178"/>
                  </a:cubicBezTo>
                  <a:cubicBezTo>
                    <a:pt x="1182" y="178"/>
                    <a:pt x="1182" y="178"/>
                    <a:pt x="1182"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4" y="178"/>
                    <a:pt x="1184" y="178"/>
                    <a:pt x="1184" y="178"/>
                  </a:cubicBezTo>
                  <a:cubicBezTo>
                    <a:pt x="1183" y="178"/>
                    <a:pt x="1183" y="178"/>
                    <a:pt x="1183" y="178"/>
                  </a:cubicBezTo>
                  <a:moveTo>
                    <a:pt x="1184" y="177"/>
                  </a:moveTo>
                  <a:cubicBezTo>
                    <a:pt x="1184" y="177"/>
                    <a:pt x="1184" y="177"/>
                    <a:pt x="1184" y="178"/>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9" y="179"/>
                  </a:moveTo>
                  <a:cubicBezTo>
                    <a:pt x="1178" y="179"/>
                    <a:pt x="1178" y="179"/>
                    <a:pt x="1178"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cubicBezTo>
                    <a:pt x="1179" y="179"/>
                    <a:pt x="1179" y="179"/>
                    <a:pt x="1179" y="179"/>
                  </a:cubicBezTo>
                  <a:cubicBezTo>
                    <a:pt x="1179" y="179"/>
                    <a:pt x="1179" y="179"/>
                    <a:pt x="1179" y="179"/>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162" y="111"/>
                  </a:moveTo>
                  <a:cubicBezTo>
                    <a:pt x="1162" y="111"/>
                    <a:pt x="1161" y="110"/>
                    <a:pt x="1161" y="110"/>
                  </a:cubicBezTo>
                  <a:cubicBezTo>
                    <a:pt x="1161" y="110"/>
                    <a:pt x="1162" y="111"/>
                    <a:pt x="1162" y="111"/>
                  </a:cubicBezTo>
                  <a:moveTo>
                    <a:pt x="1164" y="111"/>
                  </a:moveTo>
                  <a:cubicBezTo>
                    <a:pt x="1163" y="111"/>
                    <a:pt x="1163" y="111"/>
                    <a:pt x="1162" y="111"/>
                  </a:cubicBezTo>
                  <a:cubicBezTo>
                    <a:pt x="1163" y="111"/>
                    <a:pt x="1163" y="111"/>
                    <a:pt x="1164" y="111"/>
                  </a:cubicBezTo>
                  <a:moveTo>
                    <a:pt x="1165" y="112"/>
                  </a:moveTo>
                  <a:cubicBezTo>
                    <a:pt x="1164" y="112"/>
                    <a:pt x="1164" y="112"/>
                    <a:pt x="1164" y="111"/>
                  </a:cubicBezTo>
                  <a:cubicBezTo>
                    <a:pt x="1164" y="112"/>
                    <a:pt x="1164" y="112"/>
                    <a:pt x="1165" y="112"/>
                  </a:cubicBezTo>
                  <a:moveTo>
                    <a:pt x="1166" y="112"/>
                  </a:moveTo>
                  <a:cubicBezTo>
                    <a:pt x="1166" y="112"/>
                    <a:pt x="1165" y="112"/>
                    <a:pt x="1165" y="112"/>
                  </a:cubicBezTo>
                  <a:cubicBezTo>
                    <a:pt x="1165" y="112"/>
                    <a:pt x="1166" y="112"/>
                    <a:pt x="1166" y="112"/>
                  </a:cubicBezTo>
                  <a:moveTo>
                    <a:pt x="1167" y="113"/>
                  </a:moveTo>
                  <a:cubicBezTo>
                    <a:pt x="1167" y="113"/>
                    <a:pt x="1167" y="112"/>
                    <a:pt x="1166" y="112"/>
                  </a:cubicBezTo>
                  <a:cubicBezTo>
                    <a:pt x="1167" y="112"/>
                    <a:pt x="1167" y="113"/>
                    <a:pt x="1167" y="113"/>
                  </a:cubicBezTo>
                  <a:moveTo>
                    <a:pt x="1168" y="113"/>
                  </a:moveTo>
                  <a:cubicBezTo>
                    <a:pt x="1168" y="113"/>
                    <a:pt x="1167" y="113"/>
                    <a:pt x="1167" y="113"/>
                  </a:cubicBezTo>
                  <a:cubicBezTo>
                    <a:pt x="1167" y="113"/>
                    <a:pt x="1168" y="113"/>
                    <a:pt x="1168" y="113"/>
                  </a:cubicBezTo>
                  <a:moveTo>
                    <a:pt x="1169" y="114"/>
                  </a:moveTo>
                  <a:cubicBezTo>
                    <a:pt x="1169" y="114"/>
                    <a:pt x="1168" y="114"/>
                    <a:pt x="1168" y="113"/>
                  </a:cubicBezTo>
                  <a:cubicBezTo>
                    <a:pt x="1168" y="114"/>
                    <a:pt x="1169" y="114"/>
                    <a:pt x="1169" y="114"/>
                  </a:cubicBezTo>
                  <a:moveTo>
                    <a:pt x="1170" y="114"/>
                  </a:moveTo>
                  <a:cubicBezTo>
                    <a:pt x="1170" y="114"/>
                    <a:pt x="1170" y="114"/>
                    <a:pt x="1169" y="114"/>
                  </a:cubicBezTo>
                  <a:cubicBezTo>
                    <a:pt x="1170" y="114"/>
                    <a:pt x="1170" y="114"/>
                    <a:pt x="1170" y="114"/>
                  </a:cubicBezTo>
                  <a:moveTo>
                    <a:pt x="1171" y="115"/>
                  </a:moveTo>
                  <a:cubicBezTo>
                    <a:pt x="1170" y="114"/>
                    <a:pt x="1170" y="114"/>
                    <a:pt x="1170" y="114"/>
                  </a:cubicBezTo>
                  <a:cubicBezTo>
                    <a:pt x="1170" y="114"/>
                    <a:pt x="1170" y="114"/>
                    <a:pt x="1171" y="115"/>
                  </a:cubicBezTo>
                  <a:moveTo>
                    <a:pt x="1172" y="115"/>
                  </a:moveTo>
                  <a:cubicBezTo>
                    <a:pt x="1171" y="115"/>
                    <a:pt x="1171" y="115"/>
                    <a:pt x="1171" y="115"/>
                  </a:cubicBezTo>
                  <a:cubicBezTo>
                    <a:pt x="1171" y="115"/>
                    <a:pt x="1171" y="115"/>
                    <a:pt x="1172" y="115"/>
                  </a:cubicBezTo>
                  <a:moveTo>
                    <a:pt x="1172" y="115"/>
                  </a:moveTo>
                  <a:cubicBezTo>
                    <a:pt x="1172" y="115"/>
                    <a:pt x="1172" y="115"/>
                    <a:pt x="1172" y="115"/>
                  </a:cubicBezTo>
                  <a:cubicBezTo>
                    <a:pt x="1172" y="115"/>
                    <a:pt x="1172" y="115"/>
                    <a:pt x="1172" y="115"/>
                  </a:cubicBezTo>
                  <a:moveTo>
                    <a:pt x="1173" y="116"/>
                  </a:moveTo>
                  <a:cubicBezTo>
                    <a:pt x="1173" y="115"/>
                    <a:pt x="1173" y="115"/>
                    <a:pt x="1172" y="115"/>
                  </a:cubicBezTo>
                  <a:cubicBezTo>
                    <a:pt x="1173" y="115"/>
                    <a:pt x="1173" y="115"/>
                    <a:pt x="1173" y="116"/>
                  </a:cubicBezTo>
                  <a:moveTo>
                    <a:pt x="1174" y="116"/>
                  </a:moveTo>
                  <a:cubicBezTo>
                    <a:pt x="1174" y="116"/>
                    <a:pt x="1173" y="116"/>
                    <a:pt x="1173" y="116"/>
                  </a:cubicBezTo>
                  <a:cubicBezTo>
                    <a:pt x="1173" y="116"/>
                    <a:pt x="1174" y="116"/>
                    <a:pt x="1174" y="116"/>
                  </a:cubicBezTo>
                  <a:moveTo>
                    <a:pt x="1175" y="116"/>
                  </a:moveTo>
                  <a:cubicBezTo>
                    <a:pt x="1174" y="116"/>
                    <a:pt x="1174" y="116"/>
                    <a:pt x="1174" y="116"/>
                  </a:cubicBezTo>
                  <a:cubicBezTo>
                    <a:pt x="1174" y="116"/>
                    <a:pt x="1174" y="116"/>
                    <a:pt x="1175" y="116"/>
                  </a:cubicBezTo>
                  <a:moveTo>
                    <a:pt x="1175" y="116"/>
                  </a:moveTo>
                  <a:cubicBezTo>
                    <a:pt x="1175" y="116"/>
                    <a:pt x="1175" y="116"/>
                    <a:pt x="1175" y="116"/>
                  </a:cubicBezTo>
                  <a:cubicBezTo>
                    <a:pt x="1175" y="116"/>
                    <a:pt x="1175" y="116"/>
                    <a:pt x="1175" y="116"/>
                  </a:cubicBezTo>
                  <a:moveTo>
                    <a:pt x="1175" y="116"/>
                  </a:moveTo>
                  <a:cubicBezTo>
                    <a:pt x="1175" y="116"/>
                    <a:pt x="1175" y="116"/>
                    <a:pt x="1175" y="116"/>
                  </a:cubicBezTo>
                  <a:cubicBezTo>
                    <a:pt x="1175" y="116"/>
                    <a:pt x="1175" y="116"/>
                    <a:pt x="1175" y="116"/>
                  </a:cubicBezTo>
                  <a:moveTo>
                    <a:pt x="1176" y="116"/>
                  </a:moveTo>
                  <a:cubicBezTo>
                    <a:pt x="1176" y="116"/>
                    <a:pt x="1176" y="116"/>
                    <a:pt x="1175" y="116"/>
                  </a:cubicBezTo>
                  <a:cubicBezTo>
                    <a:pt x="1176" y="116"/>
                    <a:pt x="1176" y="116"/>
                    <a:pt x="1176" y="116"/>
                  </a:cubicBezTo>
                  <a:moveTo>
                    <a:pt x="1177" y="117"/>
                  </a:moveTo>
                  <a:cubicBezTo>
                    <a:pt x="1176" y="116"/>
                    <a:pt x="1176" y="116"/>
                    <a:pt x="1176" y="116"/>
                  </a:cubicBezTo>
                  <a:cubicBezTo>
                    <a:pt x="1176" y="116"/>
                    <a:pt x="1176" y="116"/>
                    <a:pt x="1177" y="117"/>
                  </a:cubicBezTo>
                  <a:moveTo>
                    <a:pt x="1177" y="117"/>
                  </a:moveTo>
                  <a:cubicBezTo>
                    <a:pt x="1177" y="117"/>
                    <a:pt x="1177" y="117"/>
                    <a:pt x="1177" y="117"/>
                  </a:cubicBezTo>
                  <a:cubicBezTo>
                    <a:pt x="1177" y="117"/>
                    <a:pt x="1177" y="117"/>
                    <a:pt x="1177" y="117"/>
                  </a:cubicBezTo>
                  <a:moveTo>
                    <a:pt x="1177" y="117"/>
                  </a:moveTo>
                  <a:cubicBezTo>
                    <a:pt x="1177" y="117"/>
                    <a:pt x="1177" y="117"/>
                    <a:pt x="1177" y="117"/>
                  </a:cubicBezTo>
                  <a:cubicBezTo>
                    <a:pt x="1177" y="117"/>
                    <a:pt x="1177" y="117"/>
                    <a:pt x="1177" y="117"/>
                  </a:cubicBezTo>
                  <a:moveTo>
                    <a:pt x="1178" y="117"/>
                  </a:moveTo>
                  <a:cubicBezTo>
                    <a:pt x="1178" y="117"/>
                    <a:pt x="1178" y="117"/>
                    <a:pt x="1177" y="117"/>
                  </a:cubicBezTo>
                  <a:cubicBezTo>
                    <a:pt x="1178" y="117"/>
                    <a:pt x="1178" y="117"/>
                    <a:pt x="1178" y="117"/>
                  </a:cubicBezTo>
                  <a:moveTo>
                    <a:pt x="1178" y="117"/>
                  </a:moveTo>
                  <a:cubicBezTo>
                    <a:pt x="1178" y="117"/>
                    <a:pt x="1178" y="117"/>
                    <a:pt x="1178" y="117"/>
                  </a:cubicBezTo>
                  <a:cubicBezTo>
                    <a:pt x="1178" y="117"/>
                    <a:pt x="1178" y="117"/>
                    <a:pt x="1178" y="117"/>
                  </a:cubicBezTo>
                  <a:moveTo>
                    <a:pt x="1178" y="117"/>
                  </a:moveTo>
                  <a:cubicBezTo>
                    <a:pt x="1178" y="117"/>
                    <a:pt x="1178" y="117"/>
                    <a:pt x="1178" y="117"/>
                  </a:cubicBezTo>
                  <a:cubicBezTo>
                    <a:pt x="1178" y="117"/>
                    <a:pt x="1178" y="117"/>
                    <a:pt x="1178" y="117"/>
                  </a:cubicBezTo>
                  <a:moveTo>
                    <a:pt x="1179" y="117"/>
                  </a:moveTo>
                  <a:cubicBezTo>
                    <a:pt x="1178" y="117"/>
                    <a:pt x="1178" y="117"/>
                    <a:pt x="1178"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80" y="117"/>
                  </a:cubicBezTo>
                  <a:cubicBezTo>
                    <a:pt x="1179" y="117"/>
                    <a:pt x="1179" y="117"/>
                    <a:pt x="1179"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1" y="117"/>
                    <a:pt x="1181" y="117"/>
                    <a:pt x="1181" y="117"/>
                  </a:cubicBezTo>
                  <a:cubicBezTo>
                    <a:pt x="1180" y="117"/>
                    <a:pt x="1180" y="117"/>
                    <a:pt x="1180" y="117"/>
                  </a:cubicBezTo>
                  <a:moveTo>
                    <a:pt x="1181" y="117"/>
                  </a:moveTo>
                  <a:cubicBezTo>
                    <a:pt x="1181" y="117"/>
                    <a:pt x="1181" y="117"/>
                    <a:pt x="1181" y="117"/>
                  </a:cubicBezTo>
                  <a:cubicBezTo>
                    <a:pt x="1181" y="117"/>
                    <a:pt x="1181" y="117"/>
                    <a:pt x="1181" y="117"/>
                  </a:cubicBezTo>
                  <a:moveTo>
                    <a:pt x="1181" y="117"/>
                  </a:moveTo>
                  <a:cubicBezTo>
                    <a:pt x="1181" y="117"/>
                    <a:pt x="1181" y="117"/>
                    <a:pt x="1181" y="117"/>
                  </a:cubicBezTo>
                  <a:cubicBezTo>
                    <a:pt x="1181" y="117"/>
                    <a:pt x="1181" y="117"/>
                    <a:pt x="1181" y="117"/>
                  </a:cubicBezTo>
                  <a:moveTo>
                    <a:pt x="1181" y="117"/>
                  </a:moveTo>
                  <a:cubicBezTo>
                    <a:pt x="1181" y="117"/>
                    <a:pt x="1181" y="117"/>
                    <a:pt x="1182" y="117"/>
                  </a:cubicBezTo>
                  <a:cubicBezTo>
                    <a:pt x="1181" y="117"/>
                    <a:pt x="1181" y="117"/>
                    <a:pt x="1181" y="117"/>
                  </a:cubicBezTo>
                  <a:moveTo>
                    <a:pt x="1182" y="117"/>
                  </a:moveTo>
                  <a:cubicBezTo>
                    <a:pt x="1182" y="117"/>
                    <a:pt x="1182" y="117"/>
                    <a:pt x="1182" y="117"/>
                  </a:cubicBezTo>
                  <a:cubicBezTo>
                    <a:pt x="1182" y="117"/>
                    <a:pt x="1182" y="117"/>
                    <a:pt x="1182" y="117"/>
                  </a:cubicBezTo>
                  <a:moveTo>
                    <a:pt x="1182" y="118"/>
                  </a:moveTo>
                  <a:cubicBezTo>
                    <a:pt x="1182" y="118"/>
                    <a:pt x="1182" y="118"/>
                    <a:pt x="1182" y="118"/>
                  </a:cubicBezTo>
                  <a:cubicBezTo>
                    <a:pt x="1182" y="118"/>
                    <a:pt x="1182" y="118"/>
                    <a:pt x="1182" y="118"/>
                  </a:cubicBezTo>
                  <a:moveTo>
                    <a:pt x="1182" y="118"/>
                  </a:moveTo>
                  <a:cubicBezTo>
                    <a:pt x="1182" y="118"/>
                    <a:pt x="1182" y="118"/>
                    <a:pt x="1182" y="118"/>
                  </a:cubicBezTo>
                  <a:cubicBezTo>
                    <a:pt x="1182" y="118"/>
                    <a:pt x="1182" y="118"/>
                    <a:pt x="1182" y="118"/>
                  </a:cubicBezTo>
                  <a:moveTo>
                    <a:pt x="1183" y="118"/>
                  </a:moveTo>
                  <a:cubicBezTo>
                    <a:pt x="1182" y="118"/>
                    <a:pt x="1182" y="118"/>
                    <a:pt x="1182" y="118"/>
                  </a:cubicBezTo>
                  <a:cubicBezTo>
                    <a:pt x="1183" y="118"/>
                    <a:pt x="1183" y="118"/>
                    <a:pt x="1183" y="118"/>
                  </a:cubicBezTo>
                  <a:moveTo>
                    <a:pt x="1183" y="119"/>
                  </a:moveTo>
                  <a:cubicBezTo>
                    <a:pt x="1183" y="118"/>
                    <a:pt x="1183" y="118"/>
                    <a:pt x="1183" y="118"/>
                  </a:cubicBezTo>
                  <a:cubicBezTo>
                    <a:pt x="1183" y="119"/>
                    <a:pt x="1183" y="119"/>
                    <a:pt x="1183" y="119"/>
                  </a:cubicBezTo>
                  <a:moveTo>
                    <a:pt x="1183" y="119"/>
                  </a:moveTo>
                  <a:cubicBezTo>
                    <a:pt x="1183" y="119"/>
                    <a:pt x="1183" y="119"/>
                    <a:pt x="1183" y="119"/>
                  </a:cubicBezTo>
                  <a:cubicBezTo>
                    <a:pt x="1183" y="119"/>
                    <a:pt x="1183" y="119"/>
                    <a:pt x="1183" y="119"/>
                  </a:cubicBezTo>
                  <a:moveTo>
                    <a:pt x="1184" y="119"/>
                  </a:moveTo>
                  <a:cubicBezTo>
                    <a:pt x="1183" y="119"/>
                    <a:pt x="1183" y="119"/>
                    <a:pt x="1183"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5" y="119"/>
                    <a:pt x="1185" y="120"/>
                    <a:pt x="1185" y="120"/>
                  </a:cubicBezTo>
                  <a:cubicBezTo>
                    <a:pt x="1185" y="120"/>
                    <a:pt x="1185" y="119"/>
                    <a:pt x="1184" y="119"/>
                  </a:cubicBezTo>
                  <a:moveTo>
                    <a:pt x="1186" y="120"/>
                  </a:moveTo>
                  <a:cubicBezTo>
                    <a:pt x="1186" y="120"/>
                    <a:pt x="1185" y="120"/>
                    <a:pt x="1185" y="120"/>
                  </a:cubicBezTo>
                  <a:cubicBezTo>
                    <a:pt x="1185" y="120"/>
                    <a:pt x="1186" y="120"/>
                    <a:pt x="1186" y="120"/>
                  </a:cubicBezTo>
                  <a:moveTo>
                    <a:pt x="1186" y="120"/>
                  </a:moveTo>
                  <a:cubicBezTo>
                    <a:pt x="1186" y="120"/>
                    <a:pt x="1186" y="120"/>
                    <a:pt x="1186" y="120"/>
                  </a:cubicBezTo>
                  <a:cubicBezTo>
                    <a:pt x="1186" y="120"/>
                    <a:pt x="1186" y="120"/>
                    <a:pt x="1186" y="120"/>
                  </a:cubicBezTo>
                  <a:moveTo>
                    <a:pt x="1186" y="120"/>
                  </a:moveTo>
                  <a:cubicBezTo>
                    <a:pt x="1186" y="120"/>
                    <a:pt x="1186" y="121"/>
                    <a:pt x="1186" y="121"/>
                  </a:cubicBezTo>
                  <a:cubicBezTo>
                    <a:pt x="1186" y="121"/>
                    <a:pt x="1186" y="120"/>
                    <a:pt x="1186" y="120"/>
                  </a:cubicBezTo>
                  <a:moveTo>
                    <a:pt x="1186" y="121"/>
                  </a:moveTo>
                  <a:cubicBezTo>
                    <a:pt x="1187" y="121"/>
                    <a:pt x="1187" y="121"/>
                    <a:pt x="1187" y="121"/>
                  </a:cubicBezTo>
                  <a:cubicBezTo>
                    <a:pt x="1187" y="121"/>
                    <a:pt x="1187" y="121"/>
                    <a:pt x="1186" y="121"/>
                  </a:cubicBezTo>
                  <a:moveTo>
                    <a:pt x="1187" y="121"/>
                  </a:moveTo>
                  <a:cubicBezTo>
                    <a:pt x="1188" y="122"/>
                    <a:pt x="1188" y="122"/>
                    <a:pt x="1188" y="122"/>
                  </a:cubicBezTo>
                  <a:cubicBezTo>
                    <a:pt x="1188" y="122"/>
                    <a:pt x="1188" y="122"/>
                    <a:pt x="1187" y="121"/>
                  </a:cubicBezTo>
                  <a:moveTo>
                    <a:pt x="1189" y="123"/>
                  </a:moveTo>
                  <a:cubicBezTo>
                    <a:pt x="1189" y="123"/>
                    <a:pt x="1189" y="122"/>
                    <a:pt x="1188" y="122"/>
                  </a:cubicBezTo>
                  <a:cubicBezTo>
                    <a:pt x="1189" y="122"/>
                    <a:pt x="1189" y="123"/>
                    <a:pt x="1189" y="123"/>
                  </a:cubicBezTo>
                  <a:moveTo>
                    <a:pt x="1189" y="123"/>
                  </a:moveTo>
                  <a:cubicBezTo>
                    <a:pt x="1190" y="123"/>
                    <a:pt x="1190" y="123"/>
                    <a:pt x="1190" y="123"/>
                  </a:cubicBezTo>
                  <a:cubicBezTo>
                    <a:pt x="1190" y="123"/>
                    <a:pt x="1190" y="123"/>
                    <a:pt x="1189" y="123"/>
                  </a:cubicBezTo>
                  <a:moveTo>
                    <a:pt x="1191" y="124"/>
                  </a:moveTo>
                  <a:cubicBezTo>
                    <a:pt x="1190" y="124"/>
                    <a:pt x="1190" y="124"/>
                    <a:pt x="1190" y="123"/>
                  </a:cubicBezTo>
                  <a:cubicBezTo>
                    <a:pt x="1190" y="124"/>
                    <a:pt x="1190" y="124"/>
                    <a:pt x="1191" y="124"/>
                  </a:cubicBezTo>
                  <a:moveTo>
                    <a:pt x="1192" y="125"/>
                  </a:moveTo>
                  <a:cubicBezTo>
                    <a:pt x="1192" y="124"/>
                    <a:pt x="1191" y="124"/>
                    <a:pt x="1191" y="124"/>
                  </a:cubicBezTo>
                  <a:cubicBezTo>
                    <a:pt x="1191" y="124"/>
                    <a:pt x="1192" y="124"/>
                    <a:pt x="1192" y="125"/>
                  </a:cubicBezTo>
                  <a:moveTo>
                    <a:pt x="1192" y="125"/>
                  </a:moveTo>
                  <a:cubicBezTo>
                    <a:pt x="1192" y="125"/>
                    <a:pt x="1193" y="125"/>
                    <a:pt x="1193" y="125"/>
                  </a:cubicBezTo>
                  <a:cubicBezTo>
                    <a:pt x="1193" y="125"/>
                    <a:pt x="1192" y="125"/>
                    <a:pt x="1192" y="125"/>
                  </a:cubicBezTo>
                  <a:moveTo>
                    <a:pt x="1194" y="126"/>
                  </a:moveTo>
                  <a:cubicBezTo>
                    <a:pt x="1194" y="126"/>
                    <a:pt x="1193" y="126"/>
                    <a:pt x="1193" y="125"/>
                  </a:cubicBezTo>
                  <a:cubicBezTo>
                    <a:pt x="1193" y="126"/>
                    <a:pt x="1194" y="126"/>
                    <a:pt x="1194" y="126"/>
                  </a:cubicBezTo>
                  <a:moveTo>
                    <a:pt x="1194" y="126"/>
                  </a:moveTo>
                  <a:cubicBezTo>
                    <a:pt x="1195" y="127"/>
                    <a:pt x="1195" y="127"/>
                    <a:pt x="1196" y="127"/>
                  </a:cubicBezTo>
                  <a:cubicBezTo>
                    <a:pt x="1195" y="127"/>
                    <a:pt x="1195" y="127"/>
                    <a:pt x="1194" y="126"/>
                  </a:cubicBezTo>
                  <a:moveTo>
                    <a:pt x="1196" y="127"/>
                  </a:moveTo>
                  <a:cubicBezTo>
                    <a:pt x="1196" y="127"/>
                    <a:pt x="1196" y="127"/>
                    <a:pt x="1196" y="128"/>
                  </a:cubicBezTo>
                  <a:cubicBezTo>
                    <a:pt x="1196" y="127"/>
                    <a:pt x="1196" y="127"/>
                    <a:pt x="1196" y="127"/>
                  </a:cubicBezTo>
                  <a:moveTo>
                    <a:pt x="1198" y="129"/>
                  </a:moveTo>
                  <a:cubicBezTo>
                    <a:pt x="1198" y="129"/>
                    <a:pt x="1197" y="128"/>
                    <a:pt x="1196" y="128"/>
                  </a:cubicBezTo>
                  <a:cubicBezTo>
                    <a:pt x="1197" y="128"/>
                    <a:pt x="1198" y="129"/>
                    <a:pt x="1198" y="129"/>
                  </a:cubicBezTo>
                  <a:moveTo>
                    <a:pt x="1199" y="130"/>
                  </a:moveTo>
                  <a:cubicBezTo>
                    <a:pt x="1199" y="130"/>
                    <a:pt x="1199" y="129"/>
                    <a:pt x="1198" y="129"/>
                  </a:cubicBezTo>
                  <a:cubicBezTo>
                    <a:pt x="1199" y="129"/>
                    <a:pt x="1199" y="130"/>
                    <a:pt x="1199" y="130"/>
                  </a:cubicBezTo>
                  <a:moveTo>
                    <a:pt x="1201" y="131"/>
                  </a:moveTo>
                  <a:cubicBezTo>
                    <a:pt x="1200" y="131"/>
                    <a:pt x="1199" y="130"/>
                    <a:pt x="1199" y="130"/>
                  </a:cubicBezTo>
                  <a:cubicBezTo>
                    <a:pt x="1199" y="130"/>
                    <a:pt x="1200" y="131"/>
                    <a:pt x="1201" y="131"/>
                  </a:cubicBezTo>
                  <a:moveTo>
                    <a:pt x="1202" y="132"/>
                  </a:moveTo>
                  <a:cubicBezTo>
                    <a:pt x="1203" y="132"/>
                    <a:pt x="1204" y="133"/>
                    <a:pt x="1204" y="133"/>
                  </a:cubicBezTo>
                  <a:cubicBezTo>
                    <a:pt x="1204" y="133"/>
                    <a:pt x="1202" y="132"/>
                    <a:pt x="1202" y="132"/>
                  </a:cubicBezTo>
                  <a:cubicBezTo>
                    <a:pt x="1202" y="132"/>
                    <a:pt x="1201" y="132"/>
                    <a:pt x="1201" y="131"/>
                  </a:cubicBezTo>
                  <a:cubicBezTo>
                    <a:pt x="1201" y="132"/>
                    <a:pt x="1202" y="132"/>
                    <a:pt x="1202" y="132"/>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2" y="47"/>
                    <a:pt x="1212" y="47"/>
                    <a:pt x="1212" y="47"/>
                  </a:cubicBezTo>
                  <a:cubicBezTo>
                    <a:pt x="1213" y="47"/>
                    <a:pt x="1213" y="47"/>
                    <a:pt x="1213" y="47"/>
                  </a:cubicBezTo>
                  <a:moveTo>
                    <a:pt x="1212" y="47"/>
                  </a:moveTo>
                  <a:cubicBezTo>
                    <a:pt x="1212" y="47"/>
                    <a:pt x="1212" y="47"/>
                    <a:pt x="1212" y="47"/>
                  </a:cubicBezTo>
                  <a:cubicBezTo>
                    <a:pt x="1212" y="47"/>
                    <a:pt x="1212" y="47"/>
                    <a:pt x="1212" y="47"/>
                  </a:cubicBezTo>
                  <a:moveTo>
                    <a:pt x="1212" y="47"/>
                  </a:moveTo>
                  <a:cubicBezTo>
                    <a:pt x="1212" y="47"/>
                    <a:pt x="1212" y="47"/>
                    <a:pt x="1212" y="47"/>
                  </a:cubicBezTo>
                  <a:cubicBezTo>
                    <a:pt x="1212" y="47"/>
                    <a:pt x="1212" y="47"/>
                    <a:pt x="1212" y="47"/>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1" y="46"/>
                    <a:pt x="1211" y="46"/>
                    <a:pt x="1211" y="46"/>
                  </a:cubicBezTo>
                  <a:cubicBezTo>
                    <a:pt x="1211" y="46"/>
                    <a:pt x="1211" y="46"/>
                    <a:pt x="1212"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5"/>
                    <a:pt x="1211" y="45"/>
                    <a:pt x="1211" y="45"/>
                  </a:cubicBezTo>
                  <a:cubicBezTo>
                    <a:pt x="1211" y="46"/>
                    <a:pt x="1211" y="46"/>
                    <a:pt x="1211" y="46"/>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0" y="44"/>
                  </a:moveTo>
                  <a:cubicBezTo>
                    <a:pt x="1210" y="44"/>
                    <a:pt x="1211" y="44"/>
                    <a:pt x="1211" y="45"/>
                  </a:cubicBezTo>
                  <a:cubicBezTo>
                    <a:pt x="1211" y="44"/>
                    <a:pt x="1211" y="44"/>
                    <a:pt x="1211"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3"/>
                  </a:cubicBezTo>
                  <a:cubicBezTo>
                    <a:pt x="1210" y="44"/>
                    <a:pt x="1210" y="44"/>
                    <a:pt x="1210" y="44"/>
                  </a:cubicBezTo>
                  <a:moveTo>
                    <a:pt x="1210" y="43"/>
                  </a:moveTo>
                  <a:cubicBezTo>
                    <a:pt x="1210" y="43"/>
                    <a:pt x="1210" y="43"/>
                    <a:pt x="1210" y="43"/>
                  </a:cubicBezTo>
                  <a:cubicBezTo>
                    <a:pt x="1210" y="43"/>
                    <a:pt x="1210" y="43"/>
                    <a:pt x="1210" y="43"/>
                  </a:cubicBezTo>
                  <a:moveTo>
                    <a:pt x="1194" y="59"/>
                  </a:moveTo>
                  <a:cubicBezTo>
                    <a:pt x="1206" y="73"/>
                    <a:pt x="1206" y="73"/>
                    <a:pt x="1206" y="73"/>
                  </a:cubicBezTo>
                  <a:cubicBezTo>
                    <a:pt x="1194" y="59"/>
                    <a:pt x="1194" y="59"/>
                    <a:pt x="1194" y="59"/>
                  </a:cubicBezTo>
                  <a:moveTo>
                    <a:pt x="1178" y="48"/>
                  </a:moveTo>
                  <a:cubicBezTo>
                    <a:pt x="1194" y="59"/>
                    <a:pt x="1194" y="59"/>
                    <a:pt x="1194" y="59"/>
                  </a:cubicBezTo>
                  <a:cubicBezTo>
                    <a:pt x="1178" y="48"/>
                    <a:pt x="1178" y="48"/>
                    <a:pt x="1178" y="48"/>
                  </a:cubicBezTo>
                  <a:cubicBezTo>
                    <a:pt x="1194" y="56"/>
                    <a:pt x="1194" y="56"/>
                    <a:pt x="1194" y="56"/>
                  </a:cubicBezTo>
                  <a:cubicBezTo>
                    <a:pt x="1178" y="48"/>
                    <a:pt x="1178" y="48"/>
                    <a:pt x="1178" y="48"/>
                  </a:cubicBezTo>
                  <a:moveTo>
                    <a:pt x="1239" y="42"/>
                  </a:moveTo>
                  <a:cubicBezTo>
                    <a:pt x="1219" y="30"/>
                    <a:pt x="1199" y="21"/>
                    <a:pt x="1179" y="12"/>
                  </a:cubicBezTo>
                  <a:cubicBezTo>
                    <a:pt x="1179" y="12"/>
                    <a:pt x="1179" y="12"/>
                    <a:pt x="1179" y="12"/>
                  </a:cubicBezTo>
                  <a:cubicBezTo>
                    <a:pt x="1181" y="13"/>
                    <a:pt x="1181" y="13"/>
                    <a:pt x="1191" y="18"/>
                  </a:cubicBezTo>
                  <a:cubicBezTo>
                    <a:pt x="1193" y="19"/>
                    <a:pt x="1195" y="20"/>
                    <a:pt x="1197" y="21"/>
                  </a:cubicBezTo>
                  <a:cubicBezTo>
                    <a:pt x="1183" y="15"/>
                    <a:pt x="1182" y="15"/>
                    <a:pt x="1179" y="14"/>
                  </a:cubicBezTo>
                  <a:cubicBezTo>
                    <a:pt x="1180" y="15"/>
                    <a:pt x="1181" y="16"/>
                    <a:pt x="1182" y="17"/>
                  </a:cubicBezTo>
                  <a:cubicBezTo>
                    <a:pt x="1187" y="19"/>
                    <a:pt x="1193" y="22"/>
                    <a:pt x="1198" y="24"/>
                  </a:cubicBezTo>
                  <a:cubicBezTo>
                    <a:pt x="1217" y="34"/>
                    <a:pt x="1217" y="34"/>
                    <a:pt x="1217" y="34"/>
                  </a:cubicBezTo>
                  <a:cubicBezTo>
                    <a:pt x="1219" y="36"/>
                    <a:pt x="1219" y="37"/>
                    <a:pt x="1221" y="37"/>
                  </a:cubicBezTo>
                  <a:cubicBezTo>
                    <a:pt x="1225" y="41"/>
                    <a:pt x="1230" y="46"/>
                    <a:pt x="1233" y="50"/>
                  </a:cubicBezTo>
                  <a:cubicBezTo>
                    <a:pt x="1203" y="38"/>
                    <a:pt x="1203" y="38"/>
                    <a:pt x="1203" y="38"/>
                  </a:cubicBezTo>
                  <a:cubicBezTo>
                    <a:pt x="1206" y="47"/>
                    <a:pt x="1206" y="49"/>
                    <a:pt x="1203" y="60"/>
                  </a:cubicBezTo>
                  <a:cubicBezTo>
                    <a:pt x="1179" y="47"/>
                    <a:pt x="1179" y="47"/>
                    <a:pt x="1179" y="47"/>
                  </a:cubicBezTo>
                  <a:cubicBezTo>
                    <a:pt x="1169" y="45"/>
                    <a:pt x="1169" y="45"/>
                    <a:pt x="1169" y="45"/>
                  </a:cubicBezTo>
                  <a:cubicBezTo>
                    <a:pt x="1169" y="45"/>
                    <a:pt x="1169" y="45"/>
                    <a:pt x="1169" y="46"/>
                  </a:cubicBezTo>
                  <a:cubicBezTo>
                    <a:pt x="1168" y="47"/>
                    <a:pt x="1167" y="50"/>
                    <a:pt x="1166" y="52"/>
                  </a:cubicBezTo>
                  <a:cubicBezTo>
                    <a:pt x="1156" y="50"/>
                    <a:pt x="1156" y="50"/>
                    <a:pt x="1156" y="50"/>
                  </a:cubicBezTo>
                  <a:cubicBezTo>
                    <a:pt x="1155" y="52"/>
                    <a:pt x="1154" y="53"/>
                    <a:pt x="1153" y="54"/>
                  </a:cubicBezTo>
                  <a:cubicBezTo>
                    <a:pt x="1155" y="60"/>
                    <a:pt x="1158" y="68"/>
                    <a:pt x="1158" y="73"/>
                  </a:cubicBezTo>
                  <a:cubicBezTo>
                    <a:pt x="1158" y="77"/>
                    <a:pt x="1157" y="82"/>
                    <a:pt x="1156" y="85"/>
                  </a:cubicBezTo>
                  <a:cubicBezTo>
                    <a:pt x="1156" y="85"/>
                    <a:pt x="1155" y="86"/>
                    <a:pt x="1155" y="86"/>
                  </a:cubicBezTo>
                  <a:cubicBezTo>
                    <a:pt x="1159" y="93"/>
                    <a:pt x="1159" y="93"/>
                    <a:pt x="1159" y="93"/>
                  </a:cubicBezTo>
                  <a:cubicBezTo>
                    <a:pt x="1164" y="99"/>
                    <a:pt x="1164" y="99"/>
                    <a:pt x="1164" y="99"/>
                  </a:cubicBezTo>
                  <a:cubicBezTo>
                    <a:pt x="1160" y="102"/>
                    <a:pt x="1156" y="104"/>
                    <a:pt x="1152" y="106"/>
                  </a:cubicBezTo>
                  <a:cubicBezTo>
                    <a:pt x="1157" y="109"/>
                    <a:pt x="1161" y="113"/>
                    <a:pt x="1166" y="116"/>
                  </a:cubicBezTo>
                  <a:cubicBezTo>
                    <a:pt x="1158" y="120"/>
                    <a:pt x="1158" y="120"/>
                    <a:pt x="1158" y="120"/>
                  </a:cubicBezTo>
                  <a:cubicBezTo>
                    <a:pt x="1150" y="133"/>
                    <a:pt x="1150" y="133"/>
                    <a:pt x="1150" y="133"/>
                  </a:cubicBezTo>
                  <a:cubicBezTo>
                    <a:pt x="1158" y="137"/>
                    <a:pt x="1158" y="137"/>
                    <a:pt x="1158" y="137"/>
                  </a:cubicBezTo>
                  <a:cubicBezTo>
                    <a:pt x="1180" y="153"/>
                    <a:pt x="1180" y="153"/>
                    <a:pt x="1180" y="153"/>
                  </a:cubicBezTo>
                  <a:cubicBezTo>
                    <a:pt x="1178" y="147"/>
                    <a:pt x="1178" y="147"/>
                    <a:pt x="1178" y="147"/>
                  </a:cubicBezTo>
                  <a:cubicBezTo>
                    <a:pt x="1199" y="154"/>
                    <a:pt x="1199" y="154"/>
                    <a:pt x="1199" y="154"/>
                  </a:cubicBezTo>
                  <a:cubicBezTo>
                    <a:pt x="1201" y="156"/>
                    <a:pt x="1203" y="158"/>
                    <a:pt x="1205" y="160"/>
                  </a:cubicBezTo>
                  <a:cubicBezTo>
                    <a:pt x="1213" y="164"/>
                    <a:pt x="1213" y="164"/>
                    <a:pt x="1213" y="164"/>
                  </a:cubicBezTo>
                  <a:cubicBezTo>
                    <a:pt x="1205" y="160"/>
                    <a:pt x="1205" y="160"/>
                    <a:pt x="1205" y="160"/>
                  </a:cubicBezTo>
                  <a:cubicBezTo>
                    <a:pt x="1205" y="160"/>
                    <a:pt x="1204" y="161"/>
                    <a:pt x="1203" y="161"/>
                  </a:cubicBezTo>
                  <a:cubicBezTo>
                    <a:pt x="1199" y="154"/>
                    <a:pt x="1199" y="154"/>
                    <a:pt x="1199" y="154"/>
                  </a:cubicBezTo>
                  <a:cubicBezTo>
                    <a:pt x="1178" y="147"/>
                    <a:pt x="1178" y="147"/>
                    <a:pt x="1178" y="147"/>
                  </a:cubicBezTo>
                  <a:cubicBezTo>
                    <a:pt x="1180" y="153"/>
                    <a:pt x="1180" y="153"/>
                    <a:pt x="1180" y="153"/>
                  </a:cubicBezTo>
                  <a:cubicBezTo>
                    <a:pt x="1194" y="165"/>
                    <a:pt x="1194" y="165"/>
                    <a:pt x="1194" y="165"/>
                  </a:cubicBezTo>
                  <a:cubicBezTo>
                    <a:pt x="1203" y="179"/>
                    <a:pt x="1203" y="179"/>
                    <a:pt x="1203" y="179"/>
                  </a:cubicBezTo>
                  <a:cubicBezTo>
                    <a:pt x="1202" y="179"/>
                    <a:pt x="1199" y="180"/>
                    <a:pt x="1198" y="180"/>
                  </a:cubicBezTo>
                  <a:cubicBezTo>
                    <a:pt x="1190" y="176"/>
                    <a:pt x="1190" y="176"/>
                    <a:pt x="1190" y="176"/>
                  </a:cubicBezTo>
                  <a:cubicBezTo>
                    <a:pt x="1181" y="160"/>
                    <a:pt x="1181" y="160"/>
                    <a:pt x="1181" y="160"/>
                  </a:cubicBezTo>
                  <a:cubicBezTo>
                    <a:pt x="1173" y="156"/>
                    <a:pt x="1173" y="156"/>
                    <a:pt x="1173" y="156"/>
                  </a:cubicBezTo>
                  <a:cubicBezTo>
                    <a:pt x="1173" y="157"/>
                    <a:pt x="1174" y="158"/>
                    <a:pt x="1175" y="158"/>
                  </a:cubicBezTo>
                  <a:cubicBezTo>
                    <a:pt x="1174" y="158"/>
                    <a:pt x="1173" y="157"/>
                    <a:pt x="1173" y="156"/>
                  </a:cubicBezTo>
                  <a:cubicBezTo>
                    <a:pt x="1162" y="146"/>
                    <a:pt x="1152" y="136"/>
                    <a:pt x="1140" y="127"/>
                  </a:cubicBezTo>
                  <a:cubicBezTo>
                    <a:pt x="1138" y="127"/>
                    <a:pt x="1136" y="128"/>
                    <a:pt x="1134" y="129"/>
                  </a:cubicBezTo>
                  <a:cubicBezTo>
                    <a:pt x="1133" y="130"/>
                    <a:pt x="1132" y="132"/>
                    <a:pt x="1131" y="133"/>
                  </a:cubicBezTo>
                  <a:cubicBezTo>
                    <a:pt x="1131" y="133"/>
                    <a:pt x="1135" y="151"/>
                    <a:pt x="1154" y="162"/>
                  </a:cubicBezTo>
                  <a:cubicBezTo>
                    <a:pt x="1146" y="157"/>
                    <a:pt x="1146" y="157"/>
                    <a:pt x="1146" y="157"/>
                  </a:cubicBezTo>
                  <a:cubicBezTo>
                    <a:pt x="1154" y="162"/>
                    <a:pt x="1154" y="162"/>
                    <a:pt x="1154" y="162"/>
                  </a:cubicBezTo>
                  <a:cubicBezTo>
                    <a:pt x="1158" y="169"/>
                    <a:pt x="1158" y="169"/>
                    <a:pt x="1158" y="169"/>
                  </a:cubicBezTo>
                  <a:cubicBezTo>
                    <a:pt x="1143" y="166"/>
                    <a:pt x="1143" y="166"/>
                    <a:pt x="1143" y="166"/>
                  </a:cubicBezTo>
                  <a:cubicBezTo>
                    <a:pt x="1142" y="166"/>
                    <a:pt x="1141" y="166"/>
                    <a:pt x="1140" y="167"/>
                  </a:cubicBezTo>
                  <a:cubicBezTo>
                    <a:pt x="1116" y="165"/>
                    <a:pt x="1116" y="165"/>
                    <a:pt x="1116" y="165"/>
                  </a:cubicBezTo>
                  <a:cubicBezTo>
                    <a:pt x="1120" y="169"/>
                    <a:pt x="1123" y="173"/>
                    <a:pt x="1127" y="178"/>
                  </a:cubicBezTo>
                  <a:cubicBezTo>
                    <a:pt x="1126" y="178"/>
                    <a:pt x="1125" y="179"/>
                    <a:pt x="1124" y="179"/>
                  </a:cubicBezTo>
                  <a:cubicBezTo>
                    <a:pt x="1182" y="248"/>
                    <a:pt x="1233" y="329"/>
                    <a:pt x="1273" y="419"/>
                  </a:cubicBezTo>
                  <a:cubicBezTo>
                    <a:pt x="1284" y="409"/>
                    <a:pt x="1284" y="409"/>
                    <a:pt x="1284" y="409"/>
                  </a:cubicBezTo>
                  <a:cubicBezTo>
                    <a:pt x="1299" y="443"/>
                    <a:pt x="1299" y="443"/>
                    <a:pt x="1299" y="443"/>
                  </a:cubicBezTo>
                  <a:cubicBezTo>
                    <a:pt x="1288" y="452"/>
                    <a:pt x="1288" y="452"/>
                    <a:pt x="1288" y="452"/>
                  </a:cubicBezTo>
                  <a:cubicBezTo>
                    <a:pt x="1299" y="479"/>
                    <a:pt x="1310" y="507"/>
                    <a:pt x="1319" y="535"/>
                  </a:cubicBezTo>
                  <a:cubicBezTo>
                    <a:pt x="1483" y="494"/>
                    <a:pt x="1569" y="435"/>
                    <a:pt x="1558" y="374"/>
                  </a:cubicBezTo>
                  <a:cubicBezTo>
                    <a:pt x="1556" y="371"/>
                    <a:pt x="1556" y="371"/>
                    <a:pt x="1556" y="371"/>
                  </a:cubicBezTo>
                  <a:cubicBezTo>
                    <a:pt x="1557" y="372"/>
                    <a:pt x="1557" y="373"/>
                    <a:pt x="1557" y="374"/>
                  </a:cubicBezTo>
                  <a:cubicBezTo>
                    <a:pt x="1550" y="367"/>
                    <a:pt x="1550" y="367"/>
                    <a:pt x="1550" y="367"/>
                  </a:cubicBezTo>
                  <a:cubicBezTo>
                    <a:pt x="1538" y="344"/>
                    <a:pt x="1538" y="344"/>
                    <a:pt x="1538" y="344"/>
                  </a:cubicBezTo>
                  <a:cubicBezTo>
                    <a:pt x="1549" y="369"/>
                    <a:pt x="1549" y="369"/>
                    <a:pt x="1549" y="369"/>
                  </a:cubicBezTo>
                  <a:cubicBezTo>
                    <a:pt x="1538" y="344"/>
                    <a:pt x="1538" y="344"/>
                    <a:pt x="1538" y="344"/>
                  </a:cubicBezTo>
                  <a:cubicBezTo>
                    <a:pt x="1533" y="332"/>
                    <a:pt x="1533" y="332"/>
                    <a:pt x="1533" y="332"/>
                  </a:cubicBezTo>
                  <a:cubicBezTo>
                    <a:pt x="1542" y="343"/>
                    <a:pt x="1542" y="343"/>
                    <a:pt x="1542" y="343"/>
                  </a:cubicBezTo>
                  <a:cubicBezTo>
                    <a:pt x="1542" y="343"/>
                    <a:pt x="1541" y="343"/>
                    <a:pt x="1541" y="342"/>
                  </a:cubicBezTo>
                  <a:cubicBezTo>
                    <a:pt x="1535" y="331"/>
                    <a:pt x="1535" y="331"/>
                    <a:pt x="1535" y="331"/>
                  </a:cubicBezTo>
                  <a:cubicBezTo>
                    <a:pt x="1538" y="336"/>
                    <a:pt x="1542" y="340"/>
                    <a:pt x="1551" y="355"/>
                  </a:cubicBezTo>
                  <a:cubicBezTo>
                    <a:pt x="1551" y="356"/>
                    <a:pt x="1552" y="357"/>
                    <a:pt x="1553" y="357"/>
                  </a:cubicBezTo>
                  <a:cubicBezTo>
                    <a:pt x="1552" y="356"/>
                    <a:pt x="1551" y="355"/>
                    <a:pt x="1550" y="353"/>
                  </a:cubicBezTo>
                  <a:cubicBezTo>
                    <a:pt x="1544" y="343"/>
                    <a:pt x="1544" y="343"/>
                    <a:pt x="1544" y="343"/>
                  </a:cubicBezTo>
                  <a:cubicBezTo>
                    <a:pt x="1543" y="341"/>
                    <a:pt x="1543" y="341"/>
                    <a:pt x="1543" y="341"/>
                  </a:cubicBezTo>
                  <a:cubicBezTo>
                    <a:pt x="1526" y="312"/>
                    <a:pt x="1522" y="306"/>
                    <a:pt x="1504" y="280"/>
                  </a:cubicBezTo>
                  <a:cubicBezTo>
                    <a:pt x="1507" y="284"/>
                    <a:pt x="1507" y="284"/>
                    <a:pt x="1507" y="284"/>
                  </a:cubicBezTo>
                  <a:cubicBezTo>
                    <a:pt x="1523" y="308"/>
                    <a:pt x="1529" y="318"/>
                    <a:pt x="1537" y="332"/>
                  </a:cubicBezTo>
                  <a:cubicBezTo>
                    <a:pt x="1536" y="329"/>
                    <a:pt x="1534" y="326"/>
                    <a:pt x="1532" y="324"/>
                  </a:cubicBezTo>
                  <a:cubicBezTo>
                    <a:pt x="1515" y="295"/>
                    <a:pt x="1510" y="289"/>
                    <a:pt x="1478" y="245"/>
                  </a:cubicBezTo>
                  <a:cubicBezTo>
                    <a:pt x="1455" y="219"/>
                    <a:pt x="1424" y="185"/>
                    <a:pt x="1399" y="160"/>
                  </a:cubicBezTo>
                  <a:cubicBezTo>
                    <a:pt x="1401" y="161"/>
                    <a:pt x="1401" y="161"/>
                    <a:pt x="1401" y="161"/>
                  </a:cubicBezTo>
                  <a:cubicBezTo>
                    <a:pt x="1374" y="137"/>
                    <a:pt x="1326" y="92"/>
                    <a:pt x="1239" y="42"/>
                  </a:cubicBezTo>
                  <a:moveTo>
                    <a:pt x="1166" y="52"/>
                  </a:moveTo>
                  <a:cubicBezTo>
                    <a:pt x="1163" y="50"/>
                    <a:pt x="1160" y="49"/>
                    <a:pt x="1158" y="48"/>
                  </a:cubicBezTo>
                  <a:cubicBezTo>
                    <a:pt x="1157" y="48"/>
                    <a:pt x="1157" y="49"/>
                    <a:pt x="1156" y="50"/>
                  </a:cubicBezTo>
                  <a:cubicBezTo>
                    <a:pt x="1156" y="50"/>
                    <a:pt x="1156" y="50"/>
                    <a:pt x="1156" y="50"/>
                  </a:cubicBezTo>
                  <a:cubicBezTo>
                    <a:pt x="1166" y="52"/>
                    <a:pt x="1166" y="52"/>
                    <a:pt x="1166" y="52"/>
                  </a:cubicBezTo>
                  <a:moveTo>
                    <a:pt x="1074" y="123"/>
                  </a:moveTo>
                  <a:cubicBezTo>
                    <a:pt x="1080" y="117"/>
                    <a:pt x="1088" y="110"/>
                    <a:pt x="1094" y="104"/>
                  </a:cubicBezTo>
                  <a:cubicBezTo>
                    <a:pt x="1079" y="92"/>
                    <a:pt x="1079" y="92"/>
                    <a:pt x="1079" y="92"/>
                  </a:cubicBezTo>
                  <a:cubicBezTo>
                    <a:pt x="1075" y="99"/>
                    <a:pt x="1070" y="108"/>
                    <a:pt x="1065" y="114"/>
                  </a:cubicBezTo>
                  <a:cubicBezTo>
                    <a:pt x="1067" y="117"/>
                    <a:pt x="1071" y="120"/>
                    <a:pt x="1074" y="123"/>
                  </a:cubicBezTo>
                  <a:moveTo>
                    <a:pt x="460" y="29"/>
                  </a:moveTo>
                  <a:cubicBezTo>
                    <a:pt x="467" y="30"/>
                    <a:pt x="467" y="30"/>
                    <a:pt x="467" y="30"/>
                  </a:cubicBezTo>
                  <a:cubicBezTo>
                    <a:pt x="475" y="26"/>
                    <a:pt x="475" y="26"/>
                    <a:pt x="475" y="26"/>
                  </a:cubicBezTo>
                  <a:cubicBezTo>
                    <a:pt x="486" y="19"/>
                    <a:pt x="486" y="19"/>
                    <a:pt x="486" y="19"/>
                  </a:cubicBezTo>
                  <a:cubicBezTo>
                    <a:pt x="477" y="22"/>
                    <a:pt x="477" y="22"/>
                    <a:pt x="477" y="22"/>
                  </a:cubicBezTo>
                  <a:cubicBezTo>
                    <a:pt x="477" y="22"/>
                    <a:pt x="478" y="21"/>
                    <a:pt x="479" y="20"/>
                  </a:cubicBezTo>
                  <a:cubicBezTo>
                    <a:pt x="491" y="12"/>
                    <a:pt x="491" y="12"/>
                    <a:pt x="491" y="12"/>
                  </a:cubicBezTo>
                  <a:cubicBezTo>
                    <a:pt x="477" y="16"/>
                    <a:pt x="477" y="16"/>
                    <a:pt x="477" y="16"/>
                  </a:cubicBezTo>
                  <a:cubicBezTo>
                    <a:pt x="491" y="12"/>
                    <a:pt x="491" y="12"/>
                    <a:pt x="491" y="12"/>
                  </a:cubicBezTo>
                  <a:cubicBezTo>
                    <a:pt x="510" y="5"/>
                    <a:pt x="510" y="5"/>
                    <a:pt x="510" y="5"/>
                  </a:cubicBezTo>
                  <a:cubicBezTo>
                    <a:pt x="502" y="6"/>
                    <a:pt x="502" y="6"/>
                    <a:pt x="502" y="6"/>
                  </a:cubicBezTo>
                  <a:cubicBezTo>
                    <a:pt x="494" y="9"/>
                    <a:pt x="494" y="9"/>
                    <a:pt x="494" y="9"/>
                  </a:cubicBezTo>
                  <a:cubicBezTo>
                    <a:pt x="502" y="6"/>
                    <a:pt x="502" y="6"/>
                    <a:pt x="502" y="6"/>
                  </a:cubicBezTo>
                  <a:cubicBezTo>
                    <a:pt x="507" y="2"/>
                    <a:pt x="507" y="2"/>
                    <a:pt x="507" y="2"/>
                  </a:cubicBezTo>
                  <a:cubicBezTo>
                    <a:pt x="494" y="5"/>
                    <a:pt x="494" y="5"/>
                    <a:pt x="494" y="5"/>
                  </a:cubicBezTo>
                  <a:cubicBezTo>
                    <a:pt x="492" y="6"/>
                    <a:pt x="490" y="8"/>
                    <a:pt x="488" y="9"/>
                  </a:cubicBezTo>
                  <a:cubicBezTo>
                    <a:pt x="470" y="18"/>
                    <a:pt x="470" y="18"/>
                    <a:pt x="470" y="18"/>
                  </a:cubicBezTo>
                  <a:cubicBezTo>
                    <a:pt x="474" y="15"/>
                    <a:pt x="477" y="12"/>
                    <a:pt x="482" y="9"/>
                  </a:cubicBezTo>
                  <a:cubicBezTo>
                    <a:pt x="477" y="10"/>
                    <a:pt x="472" y="13"/>
                    <a:pt x="466" y="15"/>
                  </a:cubicBezTo>
                  <a:cubicBezTo>
                    <a:pt x="472" y="13"/>
                    <a:pt x="472" y="13"/>
                    <a:pt x="472" y="13"/>
                  </a:cubicBezTo>
                  <a:cubicBezTo>
                    <a:pt x="469" y="15"/>
                    <a:pt x="466" y="18"/>
                    <a:pt x="463" y="20"/>
                  </a:cubicBezTo>
                  <a:cubicBezTo>
                    <a:pt x="463" y="21"/>
                    <a:pt x="462" y="22"/>
                    <a:pt x="461" y="22"/>
                  </a:cubicBezTo>
                  <a:cubicBezTo>
                    <a:pt x="451" y="27"/>
                    <a:pt x="451" y="27"/>
                    <a:pt x="451" y="27"/>
                  </a:cubicBezTo>
                  <a:cubicBezTo>
                    <a:pt x="450" y="28"/>
                    <a:pt x="450" y="29"/>
                    <a:pt x="449" y="29"/>
                  </a:cubicBezTo>
                  <a:cubicBezTo>
                    <a:pt x="467" y="21"/>
                    <a:pt x="467" y="21"/>
                    <a:pt x="467" y="21"/>
                  </a:cubicBezTo>
                  <a:cubicBezTo>
                    <a:pt x="466" y="22"/>
                    <a:pt x="466" y="23"/>
                    <a:pt x="465" y="23"/>
                  </a:cubicBezTo>
                  <a:cubicBezTo>
                    <a:pt x="463" y="25"/>
                    <a:pt x="463" y="26"/>
                    <a:pt x="462" y="27"/>
                  </a:cubicBezTo>
                  <a:cubicBezTo>
                    <a:pt x="461" y="28"/>
                    <a:pt x="461" y="29"/>
                    <a:pt x="460" y="29"/>
                  </a:cubicBezTo>
                  <a:moveTo>
                    <a:pt x="508" y="10"/>
                  </a:moveTo>
                  <a:cubicBezTo>
                    <a:pt x="509" y="10"/>
                    <a:pt x="510" y="10"/>
                    <a:pt x="511" y="9"/>
                  </a:cubicBezTo>
                  <a:cubicBezTo>
                    <a:pt x="511" y="9"/>
                    <a:pt x="511" y="9"/>
                    <a:pt x="511" y="9"/>
                  </a:cubicBezTo>
                  <a:cubicBezTo>
                    <a:pt x="511" y="9"/>
                    <a:pt x="513" y="9"/>
                    <a:pt x="512" y="7"/>
                  </a:cubicBezTo>
                  <a:cubicBezTo>
                    <a:pt x="512" y="7"/>
                    <a:pt x="511" y="7"/>
                    <a:pt x="511" y="7"/>
                  </a:cubicBezTo>
                  <a:cubicBezTo>
                    <a:pt x="507" y="8"/>
                    <a:pt x="497" y="11"/>
                    <a:pt x="497" y="11"/>
                  </a:cubicBezTo>
                  <a:cubicBezTo>
                    <a:pt x="497" y="12"/>
                    <a:pt x="496" y="13"/>
                    <a:pt x="496" y="13"/>
                  </a:cubicBezTo>
                  <a:cubicBezTo>
                    <a:pt x="496" y="14"/>
                    <a:pt x="495" y="14"/>
                    <a:pt x="494" y="15"/>
                  </a:cubicBezTo>
                  <a:cubicBezTo>
                    <a:pt x="495" y="15"/>
                    <a:pt x="495" y="15"/>
                    <a:pt x="498" y="14"/>
                  </a:cubicBezTo>
                  <a:cubicBezTo>
                    <a:pt x="499" y="13"/>
                    <a:pt x="504" y="12"/>
                    <a:pt x="508" y="10"/>
                  </a:cubicBezTo>
                  <a:moveTo>
                    <a:pt x="489" y="37"/>
                  </a:moveTo>
                  <a:cubicBezTo>
                    <a:pt x="489" y="37"/>
                    <a:pt x="489" y="37"/>
                    <a:pt x="489" y="37"/>
                  </a:cubicBezTo>
                  <a:cubicBezTo>
                    <a:pt x="489" y="37"/>
                    <a:pt x="489" y="36"/>
                    <a:pt x="489" y="35"/>
                  </a:cubicBezTo>
                  <a:cubicBezTo>
                    <a:pt x="495" y="32"/>
                    <a:pt x="501" y="30"/>
                    <a:pt x="506" y="27"/>
                  </a:cubicBezTo>
                  <a:cubicBezTo>
                    <a:pt x="498" y="28"/>
                    <a:pt x="498" y="28"/>
                    <a:pt x="498" y="28"/>
                  </a:cubicBezTo>
                  <a:cubicBezTo>
                    <a:pt x="480" y="40"/>
                    <a:pt x="480" y="40"/>
                    <a:pt x="480" y="40"/>
                  </a:cubicBezTo>
                  <a:cubicBezTo>
                    <a:pt x="455" y="49"/>
                    <a:pt x="455" y="49"/>
                    <a:pt x="455" y="49"/>
                  </a:cubicBezTo>
                  <a:cubicBezTo>
                    <a:pt x="455" y="50"/>
                    <a:pt x="455" y="50"/>
                    <a:pt x="455" y="51"/>
                  </a:cubicBezTo>
                  <a:cubicBezTo>
                    <a:pt x="455" y="52"/>
                    <a:pt x="455" y="52"/>
                    <a:pt x="455" y="53"/>
                  </a:cubicBezTo>
                  <a:cubicBezTo>
                    <a:pt x="462" y="49"/>
                    <a:pt x="463" y="48"/>
                    <a:pt x="464" y="47"/>
                  </a:cubicBezTo>
                  <a:cubicBezTo>
                    <a:pt x="464" y="47"/>
                    <a:pt x="464" y="47"/>
                    <a:pt x="464" y="48"/>
                  </a:cubicBezTo>
                  <a:cubicBezTo>
                    <a:pt x="475" y="43"/>
                    <a:pt x="475" y="43"/>
                    <a:pt x="489" y="37"/>
                  </a:cubicBezTo>
                  <a:moveTo>
                    <a:pt x="498" y="22"/>
                  </a:moveTo>
                  <a:cubicBezTo>
                    <a:pt x="498" y="23"/>
                    <a:pt x="498" y="25"/>
                    <a:pt x="498" y="25"/>
                  </a:cubicBezTo>
                  <a:cubicBezTo>
                    <a:pt x="505" y="23"/>
                    <a:pt x="505" y="23"/>
                    <a:pt x="505" y="23"/>
                  </a:cubicBezTo>
                  <a:cubicBezTo>
                    <a:pt x="516" y="14"/>
                    <a:pt x="516" y="14"/>
                    <a:pt x="516" y="14"/>
                  </a:cubicBezTo>
                  <a:cubicBezTo>
                    <a:pt x="498" y="22"/>
                    <a:pt x="498" y="22"/>
                    <a:pt x="498" y="22"/>
                  </a:cubicBezTo>
                  <a:moveTo>
                    <a:pt x="1153" y="54"/>
                  </a:moveTo>
                  <a:cubicBezTo>
                    <a:pt x="1154" y="53"/>
                    <a:pt x="1155" y="52"/>
                    <a:pt x="1156" y="50"/>
                  </a:cubicBezTo>
                  <a:cubicBezTo>
                    <a:pt x="1129" y="39"/>
                    <a:pt x="1129" y="39"/>
                    <a:pt x="1129" y="39"/>
                  </a:cubicBezTo>
                  <a:cubicBezTo>
                    <a:pt x="1128" y="41"/>
                    <a:pt x="1127" y="41"/>
                    <a:pt x="1126" y="42"/>
                  </a:cubicBezTo>
                  <a:cubicBezTo>
                    <a:pt x="1126" y="43"/>
                    <a:pt x="1126" y="43"/>
                    <a:pt x="1143" y="52"/>
                  </a:cubicBezTo>
                  <a:cubicBezTo>
                    <a:pt x="1143" y="52"/>
                    <a:pt x="1144" y="51"/>
                    <a:pt x="1145" y="50"/>
                  </a:cubicBezTo>
                  <a:cubicBezTo>
                    <a:pt x="1146" y="49"/>
                    <a:pt x="1146" y="48"/>
                    <a:pt x="1146" y="47"/>
                  </a:cubicBezTo>
                  <a:cubicBezTo>
                    <a:pt x="1146" y="48"/>
                    <a:pt x="1146" y="49"/>
                    <a:pt x="1145" y="50"/>
                  </a:cubicBezTo>
                  <a:cubicBezTo>
                    <a:pt x="1147" y="51"/>
                    <a:pt x="1150" y="53"/>
                    <a:pt x="1153" y="54"/>
                  </a:cubicBezTo>
                  <a:moveTo>
                    <a:pt x="1129" y="52"/>
                  </a:moveTo>
                  <a:cubicBezTo>
                    <a:pt x="1127" y="51"/>
                    <a:pt x="1124" y="50"/>
                    <a:pt x="1121" y="48"/>
                  </a:cubicBezTo>
                  <a:cubicBezTo>
                    <a:pt x="1121" y="49"/>
                    <a:pt x="1120" y="49"/>
                    <a:pt x="1120" y="50"/>
                  </a:cubicBezTo>
                  <a:cubicBezTo>
                    <a:pt x="1109" y="47"/>
                    <a:pt x="1109" y="47"/>
                    <a:pt x="1109" y="47"/>
                  </a:cubicBezTo>
                  <a:cubicBezTo>
                    <a:pt x="1115" y="50"/>
                    <a:pt x="1120" y="53"/>
                    <a:pt x="1125" y="56"/>
                  </a:cubicBezTo>
                  <a:cubicBezTo>
                    <a:pt x="1127" y="55"/>
                    <a:pt x="1128" y="54"/>
                    <a:pt x="1129" y="52"/>
                  </a:cubicBezTo>
                  <a:moveTo>
                    <a:pt x="1133" y="49"/>
                  </a:moveTo>
                  <a:cubicBezTo>
                    <a:pt x="1128" y="46"/>
                    <a:pt x="1122" y="44"/>
                    <a:pt x="1116" y="41"/>
                  </a:cubicBezTo>
                  <a:cubicBezTo>
                    <a:pt x="1116" y="42"/>
                    <a:pt x="1115" y="43"/>
                    <a:pt x="1114" y="44"/>
                  </a:cubicBezTo>
                  <a:cubicBezTo>
                    <a:pt x="1121" y="48"/>
                    <a:pt x="1121" y="48"/>
                    <a:pt x="1121" y="48"/>
                  </a:cubicBezTo>
                  <a:cubicBezTo>
                    <a:pt x="1124" y="50"/>
                    <a:pt x="1127" y="51"/>
                    <a:pt x="1129" y="52"/>
                  </a:cubicBezTo>
                  <a:cubicBezTo>
                    <a:pt x="1131" y="51"/>
                    <a:pt x="1132" y="50"/>
                    <a:pt x="1133" y="49"/>
                  </a:cubicBezTo>
                  <a:moveTo>
                    <a:pt x="1121" y="48"/>
                  </a:moveTo>
                  <a:cubicBezTo>
                    <a:pt x="1114" y="44"/>
                    <a:pt x="1114" y="44"/>
                    <a:pt x="1114" y="44"/>
                  </a:cubicBezTo>
                  <a:cubicBezTo>
                    <a:pt x="1105" y="40"/>
                    <a:pt x="1105" y="40"/>
                    <a:pt x="1105" y="40"/>
                  </a:cubicBezTo>
                  <a:cubicBezTo>
                    <a:pt x="1103" y="42"/>
                    <a:pt x="1102" y="43"/>
                    <a:pt x="1100" y="44"/>
                  </a:cubicBezTo>
                  <a:cubicBezTo>
                    <a:pt x="1103" y="46"/>
                    <a:pt x="1105" y="47"/>
                    <a:pt x="1108" y="48"/>
                  </a:cubicBezTo>
                  <a:cubicBezTo>
                    <a:pt x="1108" y="48"/>
                    <a:pt x="1109" y="47"/>
                    <a:pt x="1109" y="47"/>
                  </a:cubicBezTo>
                  <a:cubicBezTo>
                    <a:pt x="1120" y="50"/>
                    <a:pt x="1120" y="50"/>
                    <a:pt x="1120" y="50"/>
                  </a:cubicBezTo>
                  <a:cubicBezTo>
                    <a:pt x="1120" y="49"/>
                    <a:pt x="1121" y="49"/>
                    <a:pt x="1121" y="48"/>
                  </a:cubicBezTo>
                  <a:moveTo>
                    <a:pt x="518" y="34"/>
                  </a:moveTo>
                  <a:cubicBezTo>
                    <a:pt x="521" y="33"/>
                    <a:pt x="524" y="32"/>
                    <a:pt x="527" y="30"/>
                  </a:cubicBezTo>
                  <a:cubicBezTo>
                    <a:pt x="534" y="22"/>
                    <a:pt x="534" y="22"/>
                    <a:pt x="534" y="22"/>
                  </a:cubicBezTo>
                  <a:cubicBezTo>
                    <a:pt x="533" y="21"/>
                    <a:pt x="533" y="20"/>
                    <a:pt x="533" y="19"/>
                  </a:cubicBezTo>
                  <a:cubicBezTo>
                    <a:pt x="533" y="20"/>
                    <a:pt x="533" y="21"/>
                    <a:pt x="534" y="22"/>
                  </a:cubicBezTo>
                  <a:cubicBezTo>
                    <a:pt x="537" y="21"/>
                    <a:pt x="540" y="20"/>
                    <a:pt x="543" y="19"/>
                  </a:cubicBezTo>
                  <a:cubicBezTo>
                    <a:pt x="542" y="18"/>
                    <a:pt x="542" y="17"/>
                    <a:pt x="542" y="16"/>
                  </a:cubicBezTo>
                  <a:cubicBezTo>
                    <a:pt x="533" y="17"/>
                    <a:pt x="533" y="17"/>
                    <a:pt x="533" y="17"/>
                  </a:cubicBezTo>
                  <a:cubicBezTo>
                    <a:pt x="527" y="20"/>
                    <a:pt x="521" y="22"/>
                    <a:pt x="515" y="24"/>
                  </a:cubicBezTo>
                  <a:cubicBezTo>
                    <a:pt x="514" y="25"/>
                    <a:pt x="513" y="26"/>
                    <a:pt x="506" y="31"/>
                  </a:cubicBezTo>
                  <a:cubicBezTo>
                    <a:pt x="501" y="34"/>
                    <a:pt x="500" y="36"/>
                    <a:pt x="500" y="37"/>
                  </a:cubicBezTo>
                  <a:cubicBezTo>
                    <a:pt x="500" y="37"/>
                    <a:pt x="501" y="37"/>
                    <a:pt x="508" y="34"/>
                  </a:cubicBezTo>
                  <a:cubicBezTo>
                    <a:pt x="508" y="35"/>
                    <a:pt x="508" y="35"/>
                    <a:pt x="508" y="35"/>
                  </a:cubicBezTo>
                  <a:cubicBezTo>
                    <a:pt x="518" y="34"/>
                    <a:pt x="518" y="34"/>
                    <a:pt x="518" y="34"/>
                  </a:cubicBezTo>
                  <a:moveTo>
                    <a:pt x="1034" y="79"/>
                  </a:moveTo>
                  <a:cubicBezTo>
                    <a:pt x="1030" y="76"/>
                    <a:pt x="1026" y="73"/>
                    <a:pt x="1022" y="70"/>
                  </a:cubicBezTo>
                  <a:cubicBezTo>
                    <a:pt x="1021" y="70"/>
                    <a:pt x="1019" y="70"/>
                    <a:pt x="1018" y="70"/>
                  </a:cubicBezTo>
                  <a:cubicBezTo>
                    <a:pt x="1022" y="74"/>
                    <a:pt x="1026" y="77"/>
                    <a:pt x="1030" y="81"/>
                  </a:cubicBezTo>
                  <a:cubicBezTo>
                    <a:pt x="1032" y="80"/>
                    <a:pt x="1033" y="80"/>
                    <a:pt x="1034" y="79"/>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01" y="42"/>
                  </a:moveTo>
                  <a:cubicBezTo>
                    <a:pt x="504" y="40"/>
                    <a:pt x="507" y="39"/>
                    <a:pt x="510" y="38"/>
                  </a:cubicBezTo>
                  <a:cubicBezTo>
                    <a:pt x="507" y="39"/>
                    <a:pt x="504" y="40"/>
                    <a:pt x="501" y="42"/>
                  </a:cubicBezTo>
                  <a:moveTo>
                    <a:pt x="550" y="61"/>
                  </a:moveTo>
                  <a:cubicBezTo>
                    <a:pt x="552" y="60"/>
                    <a:pt x="555" y="58"/>
                    <a:pt x="558" y="57"/>
                  </a:cubicBezTo>
                  <a:cubicBezTo>
                    <a:pt x="555" y="58"/>
                    <a:pt x="552" y="60"/>
                    <a:pt x="550" y="61"/>
                  </a:cubicBezTo>
                  <a:moveTo>
                    <a:pt x="582" y="53"/>
                  </a:moveTo>
                  <a:cubicBezTo>
                    <a:pt x="586" y="53"/>
                    <a:pt x="586" y="53"/>
                    <a:pt x="586" y="53"/>
                  </a:cubicBezTo>
                  <a:cubicBezTo>
                    <a:pt x="582" y="53"/>
                    <a:pt x="582" y="53"/>
                    <a:pt x="582" y="53"/>
                  </a:cubicBezTo>
                  <a:moveTo>
                    <a:pt x="529" y="89"/>
                  </a:moveTo>
                  <a:cubicBezTo>
                    <a:pt x="548" y="76"/>
                    <a:pt x="567" y="64"/>
                    <a:pt x="586" y="53"/>
                  </a:cubicBezTo>
                  <a:cubicBezTo>
                    <a:pt x="582" y="53"/>
                    <a:pt x="582" y="53"/>
                    <a:pt x="582" y="53"/>
                  </a:cubicBezTo>
                  <a:cubicBezTo>
                    <a:pt x="579" y="49"/>
                    <a:pt x="579" y="49"/>
                    <a:pt x="579" y="49"/>
                  </a:cubicBezTo>
                  <a:cubicBezTo>
                    <a:pt x="596" y="43"/>
                    <a:pt x="596" y="43"/>
                    <a:pt x="596" y="43"/>
                  </a:cubicBezTo>
                  <a:cubicBezTo>
                    <a:pt x="595" y="43"/>
                    <a:pt x="593" y="42"/>
                    <a:pt x="592" y="42"/>
                  </a:cubicBezTo>
                  <a:cubicBezTo>
                    <a:pt x="575" y="35"/>
                    <a:pt x="564" y="30"/>
                    <a:pt x="554" y="20"/>
                  </a:cubicBezTo>
                  <a:cubicBezTo>
                    <a:pt x="553" y="20"/>
                    <a:pt x="553" y="19"/>
                    <a:pt x="553" y="18"/>
                  </a:cubicBezTo>
                  <a:cubicBezTo>
                    <a:pt x="538" y="30"/>
                    <a:pt x="538" y="30"/>
                    <a:pt x="538" y="30"/>
                  </a:cubicBezTo>
                  <a:cubicBezTo>
                    <a:pt x="548" y="29"/>
                    <a:pt x="548" y="29"/>
                    <a:pt x="548" y="29"/>
                  </a:cubicBezTo>
                  <a:cubicBezTo>
                    <a:pt x="549" y="31"/>
                    <a:pt x="551" y="35"/>
                    <a:pt x="552" y="37"/>
                  </a:cubicBezTo>
                  <a:cubicBezTo>
                    <a:pt x="551" y="35"/>
                    <a:pt x="549" y="31"/>
                    <a:pt x="548" y="29"/>
                  </a:cubicBezTo>
                  <a:cubicBezTo>
                    <a:pt x="538" y="30"/>
                    <a:pt x="538" y="30"/>
                    <a:pt x="538" y="30"/>
                  </a:cubicBezTo>
                  <a:cubicBezTo>
                    <a:pt x="553" y="18"/>
                    <a:pt x="553" y="18"/>
                    <a:pt x="553" y="18"/>
                  </a:cubicBezTo>
                  <a:cubicBezTo>
                    <a:pt x="545" y="21"/>
                    <a:pt x="545" y="21"/>
                    <a:pt x="545" y="21"/>
                  </a:cubicBezTo>
                  <a:cubicBezTo>
                    <a:pt x="535" y="29"/>
                    <a:pt x="535" y="29"/>
                    <a:pt x="535" y="29"/>
                  </a:cubicBezTo>
                  <a:cubicBezTo>
                    <a:pt x="527" y="30"/>
                    <a:pt x="527" y="30"/>
                    <a:pt x="527" y="30"/>
                  </a:cubicBezTo>
                  <a:cubicBezTo>
                    <a:pt x="524" y="32"/>
                    <a:pt x="521" y="33"/>
                    <a:pt x="518" y="34"/>
                  </a:cubicBezTo>
                  <a:cubicBezTo>
                    <a:pt x="510" y="39"/>
                    <a:pt x="510" y="39"/>
                    <a:pt x="510" y="39"/>
                  </a:cubicBezTo>
                  <a:cubicBezTo>
                    <a:pt x="505" y="42"/>
                    <a:pt x="499" y="45"/>
                    <a:pt x="493" y="47"/>
                  </a:cubicBezTo>
                  <a:cubicBezTo>
                    <a:pt x="496" y="50"/>
                    <a:pt x="496" y="50"/>
                    <a:pt x="496" y="50"/>
                  </a:cubicBezTo>
                  <a:cubicBezTo>
                    <a:pt x="493" y="47"/>
                    <a:pt x="493" y="47"/>
                    <a:pt x="493" y="47"/>
                  </a:cubicBezTo>
                  <a:cubicBezTo>
                    <a:pt x="499" y="45"/>
                    <a:pt x="505" y="42"/>
                    <a:pt x="510" y="39"/>
                  </a:cubicBezTo>
                  <a:cubicBezTo>
                    <a:pt x="518" y="34"/>
                    <a:pt x="518" y="34"/>
                    <a:pt x="518" y="34"/>
                  </a:cubicBezTo>
                  <a:cubicBezTo>
                    <a:pt x="508" y="35"/>
                    <a:pt x="508" y="35"/>
                    <a:pt x="508" y="35"/>
                  </a:cubicBezTo>
                  <a:cubicBezTo>
                    <a:pt x="498" y="40"/>
                    <a:pt x="498" y="40"/>
                    <a:pt x="498" y="40"/>
                  </a:cubicBezTo>
                  <a:cubicBezTo>
                    <a:pt x="510" y="38"/>
                    <a:pt x="510" y="38"/>
                    <a:pt x="510" y="38"/>
                  </a:cubicBezTo>
                  <a:cubicBezTo>
                    <a:pt x="507" y="39"/>
                    <a:pt x="504" y="40"/>
                    <a:pt x="501" y="42"/>
                  </a:cubicBezTo>
                  <a:cubicBezTo>
                    <a:pt x="485" y="46"/>
                    <a:pt x="485" y="46"/>
                    <a:pt x="485" y="46"/>
                  </a:cubicBezTo>
                  <a:cubicBezTo>
                    <a:pt x="484" y="50"/>
                    <a:pt x="484" y="50"/>
                    <a:pt x="484" y="50"/>
                  </a:cubicBezTo>
                  <a:cubicBezTo>
                    <a:pt x="486" y="53"/>
                    <a:pt x="489" y="57"/>
                    <a:pt x="492" y="61"/>
                  </a:cubicBezTo>
                  <a:cubicBezTo>
                    <a:pt x="510" y="53"/>
                    <a:pt x="510" y="53"/>
                    <a:pt x="510" y="53"/>
                  </a:cubicBezTo>
                  <a:cubicBezTo>
                    <a:pt x="510" y="54"/>
                    <a:pt x="510" y="54"/>
                    <a:pt x="511" y="54"/>
                  </a:cubicBezTo>
                  <a:cubicBezTo>
                    <a:pt x="540" y="39"/>
                    <a:pt x="540" y="39"/>
                    <a:pt x="540" y="39"/>
                  </a:cubicBezTo>
                  <a:cubicBezTo>
                    <a:pt x="506" y="49"/>
                    <a:pt x="506" y="49"/>
                    <a:pt x="506" y="49"/>
                  </a:cubicBezTo>
                  <a:cubicBezTo>
                    <a:pt x="540" y="39"/>
                    <a:pt x="540" y="39"/>
                    <a:pt x="540" y="39"/>
                  </a:cubicBezTo>
                  <a:cubicBezTo>
                    <a:pt x="511" y="54"/>
                    <a:pt x="511" y="54"/>
                    <a:pt x="511" y="54"/>
                  </a:cubicBezTo>
                  <a:cubicBezTo>
                    <a:pt x="512" y="55"/>
                    <a:pt x="513" y="56"/>
                    <a:pt x="513" y="56"/>
                  </a:cubicBezTo>
                  <a:cubicBezTo>
                    <a:pt x="529" y="47"/>
                    <a:pt x="529" y="47"/>
                    <a:pt x="529" y="47"/>
                  </a:cubicBezTo>
                  <a:cubicBezTo>
                    <a:pt x="532" y="50"/>
                    <a:pt x="532" y="50"/>
                    <a:pt x="532" y="50"/>
                  </a:cubicBezTo>
                  <a:cubicBezTo>
                    <a:pt x="535" y="48"/>
                    <a:pt x="538" y="47"/>
                    <a:pt x="541" y="46"/>
                  </a:cubicBezTo>
                  <a:cubicBezTo>
                    <a:pt x="539" y="45"/>
                    <a:pt x="537" y="43"/>
                    <a:pt x="536" y="42"/>
                  </a:cubicBezTo>
                  <a:cubicBezTo>
                    <a:pt x="537" y="43"/>
                    <a:pt x="539" y="45"/>
                    <a:pt x="541" y="46"/>
                  </a:cubicBezTo>
                  <a:cubicBezTo>
                    <a:pt x="549" y="46"/>
                    <a:pt x="561" y="46"/>
                    <a:pt x="569" y="46"/>
                  </a:cubicBezTo>
                  <a:cubicBezTo>
                    <a:pt x="570" y="46"/>
                    <a:pt x="570" y="46"/>
                    <a:pt x="571" y="47"/>
                  </a:cubicBezTo>
                  <a:cubicBezTo>
                    <a:pt x="571" y="47"/>
                    <a:pt x="571" y="47"/>
                    <a:pt x="572" y="47"/>
                  </a:cubicBezTo>
                  <a:cubicBezTo>
                    <a:pt x="566" y="53"/>
                    <a:pt x="566" y="53"/>
                    <a:pt x="566" y="53"/>
                  </a:cubicBezTo>
                  <a:cubicBezTo>
                    <a:pt x="565" y="52"/>
                    <a:pt x="564" y="51"/>
                    <a:pt x="563" y="51"/>
                  </a:cubicBezTo>
                  <a:cubicBezTo>
                    <a:pt x="560" y="53"/>
                    <a:pt x="557" y="54"/>
                    <a:pt x="555" y="56"/>
                  </a:cubicBezTo>
                  <a:cubicBezTo>
                    <a:pt x="556" y="56"/>
                    <a:pt x="556" y="56"/>
                    <a:pt x="558" y="57"/>
                  </a:cubicBezTo>
                  <a:cubicBezTo>
                    <a:pt x="560" y="56"/>
                    <a:pt x="563" y="54"/>
                    <a:pt x="566" y="53"/>
                  </a:cubicBezTo>
                  <a:cubicBezTo>
                    <a:pt x="563" y="54"/>
                    <a:pt x="560" y="56"/>
                    <a:pt x="558" y="57"/>
                  </a:cubicBezTo>
                  <a:cubicBezTo>
                    <a:pt x="555" y="58"/>
                    <a:pt x="552" y="60"/>
                    <a:pt x="550" y="61"/>
                  </a:cubicBezTo>
                  <a:cubicBezTo>
                    <a:pt x="549" y="61"/>
                    <a:pt x="548" y="60"/>
                    <a:pt x="547" y="59"/>
                  </a:cubicBezTo>
                  <a:cubicBezTo>
                    <a:pt x="545" y="59"/>
                    <a:pt x="544" y="58"/>
                    <a:pt x="543" y="57"/>
                  </a:cubicBezTo>
                  <a:cubicBezTo>
                    <a:pt x="540" y="59"/>
                    <a:pt x="537" y="60"/>
                    <a:pt x="535" y="62"/>
                  </a:cubicBezTo>
                  <a:cubicBezTo>
                    <a:pt x="533" y="60"/>
                    <a:pt x="531" y="59"/>
                    <a:pt x="530" y="58"/>
                  </a:cubicBezTo>
                  <a:cubicBezTo>
                    <a:pt x="529" y="58"/>
                    <a:pt x="529" y="58"/>
                    <a:pt x="528" y="57"/>
                  </a:cubicBezTo>
                  <a:cubicBezTo>
                    <a:pt x="526" y="59"/>
                    <a:pt x="523" y="60"/>
                    <a:pt x="520" y="62"/>
                  </a:cubicBezTo>
                  <a:cubicBezTo>
                    <a:pt x="522" y="63"/>
                    <a:pt x="523" y="64"/>
                    <a:pt x="524" y="64"/>
                  </a:cubicBezTo>
                  <a:cubicBezTo>
                    <a:pt x="526" y="66"/>
                    <a:pt x="529" y="67"/>
                    <a:pt x="531" y="68"/>
                  </a:cubicBezTo>
                  <a:cubicBezTo>
                    <a:pt x="532" y="69"/>
                    <a:pt x="532" y="69"/>
                    <a:pt x="533" y="69"/>
                  </a:cubicBezTo>
                  <a:cubicBezTo>
                    <a:pt x="528" y="73"/>
                    <a:pt x="522" y="76"/>
                    <a:pt x="517" y="79"/>
                  </a:cubicBezTo>
                  <a:cubicBezTo>
                    <a:pt x="519" y="79"/>
                    <a:pt x="519" y="79"/>
                    <a:pt x="525" y="82"/>
                  </a:cubicBezTo>
                  <a:cubicBezTo>
                    <a:pt x="519" y="79"/>
                    <a:pt x="519" y="79"/>
                    <a:pt x="517" y="79"/>
                  </a:cubicBezTo>
                  <a:cubicBezTo>
                    <a:pt x="522" y="76"/>
                    <a:pt x="528" y="73"/>
                    <a:pt x="533" y="69"/>
                  </a:cubicBezTo>
                  <a:cubicBezTo>
                    <a:pt x="532" y="69"/>
                    <a:pt x="532" y="69"/>
                    <a:pt x="531" y="68"/>
                  </a:cubicBezTo>
                  <a:cubicBezTo>
                    <a:pt x="529" y="67"/>
                    <a:pt x="526" y="66"/>
                    <a:pt x="524" y="64"/>
                  </a:cubicBezTo>
                  <a:cubicBezTo>
                    <a:pt x="496" y="82"/>
                    <a:pt x="502" y="85"/>
                    <a:pt x="525" y="91"/>
                  </a:cubicBezTo>
                  <a:cubicBezTo>
                    <a:pt x="526" y="91"/>
                    <a:pt x="528" y="89"/>
                    <a:pt x="529" y="89"/>
                  </a:cubicBezTo>
                  <a:cubicBezTo>
                    <a:pt x="530" y="86"/>
                    <a:pt x="529" y="84"/>
                    <a:pt x="527" y="82"/>
                  </a:cubicBezTo>
                  <a:cubicBezTo>
                    <a:pt x="529" y="84"/>
                    <a:pt x="530" y="86"/>
                    <a:pt x="529" y="89"/>
                  </a:cubicBezTo>
                </a:path>
              </a:pathLst>
            </a:custGeom>
            <a:solidFill>
              <a:srgbClr val="246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3" name="图片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5000" contrast="-40000"/>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876256" y="-20538"/>
            <a:ext cx="2110673" cy="583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128" name="椭圆 127"/>
          <p:cNvSpPr/>
          <p:nvPr/>
        </p:nvSpPr>
        <p:spPr>
          <a:xfrm>
            <a:off x="488403" y="1005900"/>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440962" y="744739"/>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cxnSp>
        <p:nvCxnSpPr>
          <p:cNvPr id="133" name="直接连接符 132"/>
          <p:cNvCxnSpPr>
            <a:cxnSpLocks/>
          </p:cNvCxnSpPr>
          <p:nvPr/>
        </p:nvCxnSpPr>
        <p:spPr>
          <a:xfrm>
            <a:off x="671010" y="1083609"/>
            <a:ext cx="1180598" cy="0"/>
          </a:xfrm>
          <a:prstGeom prst="line">
            <a:avLst/>
          </a:prstGeom>
          <a:ln w="15875">
            <a:solidFill>
              <a:srgbClr val="056CC9"/>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flipV="1">
            <a:off x="723509" y="4390390"/>
            <a:ext cx="6904421"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三、研究内容与方法</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sp>
        <p:nvSpPr>
          <p:cNvPr id="29" name="TextBox 55">
            <a:extLst>
              <a:ext uri="{FF2B5EF4-FFF2-40B4-BE49-F238E27FC236}">
                <a16:creationId xmlns:a16="http://schemas.microsoft.com/office/drawing/2014/main" id="{81B22F8A-D218-4994-8C85-F23D6D7D2F90}"/>
              </a:ext>
            </a:extLst>
          </p:cNvPr>
          <p:cNvSpPr txBox="1"/>
          <p:nvPr/>
        </p:nvSpPr>
        <p:spPr>
          <a:xfrm>
            <a:off x="623814" y="714277"/>
            <a:ext cx="1343231" cy="369332"/>
          </a:xfrm>
          <a:prstGeom prst="rect">
            <a:avLst/>
          </a:prstGeom>
          <a:noFill/>
        </p:spPr>
        <p:txBody>
          <a:bodyPr wrap="square" rtlCol="0">
            <a:spAutoFit/>
          </a:bodyPr>
          <a:lstStyle/>
          <a:p>
            <a:pPr defTabSz="1219200"/>
            <a:r>
              <a:rPr lang="en-US" altLang="zh-CN" b="1" dirty="0">
                <a:solidFill>
                  <a:srgbClr val="056CC9"/>
                </a:solidFill>
                <a:cs typeface="+mn-ea"/>
                <a:sym typeface="+mn-lt"/>
              </a:rPr>
              <a:t>1.</a:t>
            </a:r>
            <a:r>
              <a:rPr lang="zh-CN" altLang="en-US" b="1" dirty="0">
                <a:solidFill>
                  <a:srgbClr val="056CC9"/>
                </a:solidFill>
                <a:cs typeface="+mn-ea"/>
                <a:sym typeface="+mn-lt"/>
              </a:rPr>
              <a:t>研究内容</a:t>
            </a:r>
          </a:p>
        </p:txBody>
      </p:sp>
      <p:grpSp>
        <p:nvGrpSpPr>
          <p:cNvPr id="15" name="组合 14">
            <a:extLst>
              <a:ext uri="{FF2B5EF4-FFF2-40B4-BE49-F238E27FC236}">
                <a16:creationId xmlns:a16="http://schemas.microsoft.com/office/drawing/2014/main" id="{1714F9BD-28AA-47FA-9D17-81885EC093B0}"/>
              </a:ext>
            </a:extLst>
          </p:cNvPr>
          <p:cNvGrpSpPr/>
          <p:nvPr/>
        </p:nvGrpSpPr>
        <p:grpSpPr>
          <a:xfrm>
            <a:off x="1161582" y="3322989"/>
            <a:ext cx="2121843" cy="861578"/>
            <a:chOff x="901136" y="1431479"/>
            <a:chExt cx="3455794" cy="1325539"/>
          </a:xfrm>
        </p:grpSpPr>
        <p:sp>
          <p:nvSpPr>
            <p:cNvPr id="27" name="流程图: 接点 26">
              <a:extLst>
                <a:ext uri="{FF2B5EF4-FFF2-40B4-BE49-F238E27FC236}">
                  <a16:creationId xmlns:a16="http://schemas.microsoft.com/office/drawing/2014/main" id="{06ACDD69-BF29-4402-B419-2261B25AE740}"/>
                </a:ext>
              </a:extLst>
            </p:cNvPr>
            <p:cNvSpPr/>
            <p:nvPr/>
          </p:nvSpPr>
          <p:spPr>
            <a:xfrm>
              <a:off x="901136" y="1431479"/>
              <a:ext cx="1325539" cy="1325539"/>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effectLst/>
                  <a:latin typeface="微软雅黑" panose="020B0503020204020204" charset="-122"/>
                  <a:ea typeface="微软雅黑" panose="020B0503020204020204" charset="-122"/>
                  <a:cs typeface="宋体" panose="02010600030101010101" pitchFamily="2" charset="-122"/>
                  <a:sym typeface="+mn-ea"/>
                </a:rPr>
                <a:t>位姿估计与优化算法</a:t>
              </a:r>
            </a:p>
          </p:txBody>
        </p:sp>
        <p:sp>
          <p:nvSpPr>
            <p:cNvPr id="28" name="矩形: 圆角 27">
              <a:extLst>
                <a:ext uri="{FF2B5EF4-FFF2-40B4-BE49-F238E27FC236}">
                  <a16:creationId xmlns:a16="http://schemas.microsoft.com/office/drawing/2014/main" id="{487AE593-5B43-41D5-A521-CCF2769E4F2E}"/>
                </a:ext>
              </a:extLst>
            </p:cNvPr>
            <p:cNvSpPr/>
            <p:nvPr/>
          </p:nvSpPr>
          <p:spPr>
            <a:xfrm>
              <a:off x="2680388" y="1440471"/>
              <a:ext cx="1673710" cy="43375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kern="100" dirty="0" err="1">
                  <a:solidFill>
                    <a:schemeClr val="accent1"/>
                  </a:solidFill>
                  <a:latin typeface="微软雅黑" panose="020B0503020204020204" charset="-122"/>
                  <a:ea typeface="微软雅黑" panose="020B0503020204020204" charset="-122"/>
                  <a:cs typeface="宋体" panose="02010600030101010101" pitchFamily="2" charset="-122"/>
                  <a:sym typeface="+mn-ea"/>
                </a:rPr>
                <a:t>pnp</a:t>
              </a:r>
              <a:endPar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p:txBody>
        </p:sp>
        <p:sp>
          <p:nvSpPr>
            <p:cNvPr id="30" name="矩形: 圆角 29">
              <a:extLst>
                <a:ext uri="{FF2B5EF4-FFF2-40B4-BE49-F238E27FC236}">
                  <a16:creationId xmlns:a16="http://schemas.microsoft.com/office/drawing/2014/main" id="{6BABAF78-085F-4E37-A99A-FC857B25AA66}"/>
                </a:ext>
              </a:extLst>
            </p:cNvPr>
            <p:cNvSpPr/>
            <p:nvPr/>
          </p:nvSpPr>
          <p:spPr>
            <a:xfrm>
              <a:off x="2683220" y="2139684"/>
              <a:ext cx="1673710" cy="42375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ICP</a:t>
              </a:r>
              <a:endPar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p:txBody>
        </p:sp>
        <p:cxnSp>
          <p:nvCxnSpPr>
            <p:cNvPr id="33" name="直接箭头连接符 32">
              <a:extLst>
                <a:ext uri="{FF2B5EF4-FFF2-40B4-BE49-F238E27FC236}">
                  <a16:creationId xmlns:a16="http://schemas.microsoft.com/office/drawing/2014/main" id="{1FAE6B70-433F-4A74-86ED-799995F17FCE}"/>
                </a:ext>
              </a:extLst>
            </p:cNvPr>
            <p:cNvCxnSpPr>
              <a:cxnSpLocks/>
              <a:stCxn id="27" idx="6"/>
              <a:endCxn id="28" idx="1"/>
            </p:cNvCxnSpPr>
            <p:nvPr/>
          </p:nvCxnSpPr>
          <p:spPr>
            <a:xfrm flipV="1">
              <a:off x="2226675" y="1657349"/>
              <a:ext cx="453713" cy="436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54945309-E329-4E48-A9BF-67E3A13F354B}"/>
                </a:ext>
              </a:extLst>
            </p:cNvPr>
            <p:cNvCxnSpPr>
              <a:cxnSpLocks/>
              <a:stCxn id="27" idx="6"/>
              <a:endCxn id="30" idx="1"/>
            </p:cNvCxnSpPr>
            <p:nvPr/>
          </p:nvCxnSpPr>
          <p:spPr>
            <a:xfrm>
              <a:off x="2226675" y="2094249"/>
              <a:ext cx="456545" cy="257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DF769F72-00BF-4DC8-B421-0A5005299D9E}"/>
              </a:ext>
            </a:extLst>
          </p:cNvPr>
          <p:cNvGrpSpPr/>
          <p:nvPr/>
        </p:nvGrpSpPr>
        <p:grpSpPr>
          <a:xfrm>
            <a:off x="6833040" y="1277520"/>
            <a:ext cx="1242839" cy="905722"/>
            <a:chOff x="6459073" y="997807"/>
            <a:chExt cx="1242839" cy="905722"/>
          </a:xfrm>
        </p:grpSpPr>
        <p:sp>
          <p:nvSpPr>
            <p:cNvPr id="38" name="矩形: 圆角 37">
              <a:extLst>
                <a:ext uri="{FF2B5EF4-FFF2-40B4-BE49-F238E27FC236}">
                  <a16:creationId xmlns:a16="http://schemas.microsoft.com/office/drawing/2014/main" id="{8D2D06B5-55F5-4F9F-8FB2-9AFA4182748A}"/>
                </a:ext>
              </a:extLst>
            </p:cNvPr>
            <p:cNvSpPr/>
            <p:nvPr/>
          </p:nvSpPr>
          <p:spPr>
            <a:xfrm>
              <a:off x="6459073" y="997807"/>
              <a:ext cx="1242839" cy="349842"/>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卷积神经网络特征学习</a:t>
              </a:r>
            </a:p>
          </p:txBody>
        </p:sp>
        <p:sp>
          <p:nvSpPr>
            <p:cNvPr id="40" name="矩形: 圆角 39">
              <a:extLst>
                <a:ext uri="{FF2B5EF4-FFF2-40B4-BE49-F238E27FC236}">
                  <a16:creationId xmlns:a16="http://schemas.microsoft.com/office/drawing/2014/main" id="{9918970D-8F82-417C-A588-E4608B719AAC}"/>
                </a:ext>
              </a:extLst>
            </p:cNvPr>
            <p:cNvSpPr/>
            <p:nvPr/>
          </p:nvSpPr>
          <p:spPr>
            <a:xfrm>
              <a:off x="6459073" y="1561752"/>
              <a:ext cx="1242839" cy="34177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实列分割</a:t>
              </a:r>
            </a:p>
          </p:txBody>
        </p:sp>
      </p:grpSp>
      <p:cxnSp>
        <p:nvCxnSpPr>
          <p:cNvPr id="42" name="直接箭头连接符 41">
            <a:extLst>
              <a:ext uri="{FF2B5EF4-FFF2-40B4-BE49-F238E27FC236}">
                <a16:creationId xmlns:a16="http://schemas.microsoft.com/office/drawing/2014/main" id="{927643B5-3EA4-46A1-AECE-FF1BFBF76DEA}"/>
              </a:ext>
            </a:extLst>
          </p:cNvPr>
          <p:cNvCxnSpPr>
            <a:cxnSpLocks/>
            <a:stCxn id="70" idx="3"/>
            <a:endCxn id="38" idx="1"/>
          </p:cNvCxnSpPr>
          <p:nvPr/>
        </p:nvCxnSpPr>
        <p:spPr>
          <a:xfrm flipV="1">
            <a:off x="6423573" y="1452441"/>
            <a:ext cx="409467" cy="277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8B909695-4B02-4CDE-A57E-04C05F0D7822}"/>
              </a:ext>
            </a:extLst>
          </p:cNvPr>
          <p:cNvCxnSpPr>
            <a:cxnSpLocks/>
            <a:stCxn id="70" idx="3"/>
            <a:endCxn id="40" idx="1"/>
          </p:cNvCxnSpPr>
          <p:nvPr/>
        </p:nvCxnSpPr>
        <p:spPr>
          <a:xfrm>
            <a:off x="6423573" y="1730382"/>
            <a:ext cx="409467" cy="281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圆角 45">
            <a:extLst>
              <a:ext uri="{FF2B5EF4-FFF2-40B4-BE49-F238E27FC236}">
                <a16:creationId xmlns:a16="http://schemas.microsoft.com/office/drawing/2014/main" id="{6176534B-5E38-4910-AF80-99C4FABCA302}"/>
              </a:ext>
            </a:extLst>
          </p:cNvPr>
          <p:cNvSpPr/>
          <p:nvPr/>
        </p:nvSpPr>
        <p:spPr>
          <a:xfrm>
            <a:off x="8236634" y="1559493"/>
            <a:ext cx="740675" cy="34177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YOLOv8</a:t>
            </a:r>
            <a:endPar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p:txBody>
      </p:sp>
      <p:cxnSp>
        <p:nvCxnSpPr>
          <p:cNvPr id="47" name="直接箭头连接符 46">
            <a:extLst>
              <a:ext uri="{FF2B5EF4-FFF2-40B4-BE49-F238E27FC236}">
                <a16:creationId xmlns:a16="http://schemas.microsoft.com/office/drawing/2014/main" id="{0C8E4F4A-6B9A-4FF3-AEEF-4E1561B1150A}"/>
              </a:ext>
            </a:extLst>
          </p:cNvPr>
          <p:cNvCxnSpPr>
            <a:cxnSpLocks/>
            <a:stCxn id="46" idx="1"/>
            <a:endCxn id="38" idx="3"/>
          </p:cNvCxnSpPr>
          <p:nvPr/>
        </p:nvCxnSpPr>
        <p:spPr>
          <a:xfrm flipH="1" flipV="1">
            <a:off x="8075879" y="1452441"/>
            <a:ext cx="160755" cy="277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25000FA1-7ECB-4D18-87E6-F2C1AF0C39C6}"/>
              </a:ext>
            </a:extLst>
          </p:cNvPr>
          <p:cNvCxnSpPr>
            <a:cxnSpLocks/>
            <a:stCxn id="46" idx="1"/>
            <a:endCxn id="40" idx="3"/>
          </p:cNvCxnSpPr>
          <p:nvPr/>
        </p:nvCxnSpPr>
        <p:spPr>
          <a:xfrm flipH="1">
            <a:off x="8075879" y="1730382"/>
            <a:ext cx="160755" cy="281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3" name="组合 52">
            <a:extLst>
              <a:ext uri="{FF2B5EF4-FFF2-40B4-BE49-F238E27FC236}">
                <a16:creationId xmlns:a16="http://schemas.microsoft.com/office/drawing/2014/main" id="{024641B4-8976-4CEB-A8B1-DAC0E54AA369}"/>
              </a:ext>
            </a:extLst>
          </p:cNvPr>
          <p:cNvGrpSpPr/>
          <p:nvPr/>
        </p:nvGrpSpPr>
        <p:grpSpPr>
          <a:xfrm>
            <a:off x="884077" y="1812218"/>
            <a:ext cx="2121843" cy="861578"/>
            <a:chOff x="901136" y="1431479"/>
            <a:chExt cx="3455794" cy="1325539"/>
          </a:xfrm>
        </p:grpSpPr>
        <p:sp>
          <p:nvSpPr>
            <p:cNvPr id="54" name="流程图: 接点 53">
              <a:extLst>
                <a:ext uri="{FF2B5EF4-FFF2-40B4-BE49-F238E27FC236}">
                  <a16:creationId xmlns:a16="http://schemas.microsoft.com/office/drawing/2014/main" id="{9EBBB028-7331-4043-BFFD-162B85AEAC9C}"/>
                </a:ext>
              </a:extLst>
            </p:cNvPr>
            <p:cNvSpPr/>
            <p:nvPr/>
          </p:nvSpPr>
          <p:spPr>
            <a:xfrm>
              <a:off x="901136" y="1431479"/>
              <a:ext cx="1325539" cy="1325539"/>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effectLst/>
                  <a:latin typeface="微软雅黑" panose="020B0503020204020204" charset="-122"/>
                  <a:ea typeface="微软雅黑" panose="020B0503020204020204" charset="-122"/>
                  <a:cs typeface="宋体" panose="02010600030101010101" pitchFamily="2" charset="-122"/>
                  <a:sym typeface="+mn-ea"/>
                </a:rPr>
                <a:t>双目立体视觉</a:t>
              </a:r>
            </a:p>
          </p:txBody>
        </p:sp>
        <p:sp>
          <p:nvSpPr>
            <p:cNvPr id="55" name="矩形: 圆角 54">
              <a:extLst>
                <a:ext uri="{FF2B5EF4-FFF2-40B4-BE49-F238E27FC236}">
                  <a16:creationId xmlns:a16="http://schemas.microsoft.com/office/drawing/2014/main" id="{A0E1C34E-0D24-4F81-8E19-FC02B3BB6FD2}"/>
                </a:ext>
              </a:extLst>
            </p:cNvPr>
            <p:cNvSpPr/>
            <p:nvPr/>
          </p:nvSpPr>
          <p:spPr>
            <a:xfrm>
              <a:off x="2680388" y="1440471"/>
              <a:ext cx="1673710" cy="43375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对极几何与三角测量</a:t>
              </a:r>
            </a:p>
          </p:txBody>
        </p:sp>
        <p:sp>
          <p:nvSpPr>
            <p:cNvPr id="56" name="矩形: 圆角 55">
              <a:extLst>
                <a:ext uri="{FF2B5EF4-FFF2-40B4-BE49-F238E27FC236}">
                  <a16:creationId xmlns:a16="http://schemas.microsoft.com/office/drawing/2014/main" id="{76E63FDE-E1D7-47E6-BDF6-CAE157B5D2E5}"/>
                </a:ext>
              </a:extLst>
            </p:cNvPr>
            <p:cNvSpPr/>
            <p:nvPr/>
          </p:nvSpPr>
          <p:spPr>
            <a:xfrm>
              <a:off x="2683220" y="2139684"/>
              <a:ext cx="1673710" cy="42375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相机成像与标定</a:t>
              </a:r>
            </a:p>
          </p:txBody>
        </p:sp>
        <p:cxnSp>
          <p:nvCxnSpPr>
            <p:cNvPr id="57" name="直接箭头连接符 56">
              <a:extLst>
                <a:ext uri="{FF2B5EF4-FFF2-40B4-BE49-F238E27FC236}">
                  <a16:creationId xmlns:a16="http://schemas.microsoft.com/office/drawing/2014/main" id="{A915EFBA-7384-47BA-AB05-CCB88AD1351F}"/>
                </a:ext>
              </a:extLst>
            </p:cNvPr>
            <p:cNvCxnSpPr>
              <a:cxnSpLocks/>
              <a:stCxn id="54" idx="6"/>
              <a:endCxn id="55" idx="1"/>
            </p:cNvCxnSpPr>
            <p:nvPr/>
          </p:nvCxnSpPr>
          <p:spPr>
            <a:xfrm flipV="1">
              <a:off x="2226675" y="1657349"/>
              <a:ext cx="453713" cy="436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25ACEE30-313C-42B9-B072-C370BE9709B9}"/>
                </a:ext>
              </a:extLst>
            </p:cNvPr>
            <p:cNvCxnSpPr>
              <a:cxnSpLocks/>
              <a:stCxn id="54" idx="6"/>
              <a:endCxn id="56" idx="1"/>
            </p:cNvCxnSpPr>
            <p:nvPr/>
          </p:nvCxnSpPr>
          <p:spPr>
            <a:xfrm>
              <a:off x="2226675" y="2094249"/>
              <a:ext cx="456545" cy="257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0" name="流程图: 接点 59">
            <a:extLst>
              <a:ext uri="{FF2B5EF4-FFF2-40B4-BE49-F238E27FC236}">
                <a16:creationId xmlns:a16="http://schemas.microsoft.com/office/drawing/2014/main" id="{5EAE383C-190F-4DE9-9F74-05DE95F2F791}"/>
              </a:ext>
            </a:extLst>
          </p:cNvPr>
          <p:cNvSpPr/>
          <p:nvPr/>
        </p:nvSpPr>
        <p:spPr>
          <a:xfrm>
            <a:off x="4495377" y="3187266"/>
            <a:ext cx="813875" cy="861578"/>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effectLst/>
                <a:latin typeface="微软雅黑" panose="020B0503020204020204" charset="-122"/>
                <a:ea typeface="微软雅黑" panose="020B0503020204020204" charset="-122"/>
                <a:cs typeface="宋体" panose="02010600030101010101" pitchFamily="2" charset="-122"/>
                <a:sym typeface="+mn-ea"/>
              </a:rPr>
              <a:t>机器人运动学</a:t>
            </a:r>
          </a:p>
        </p:txBody>
      </p:sp>
      <p:sp>
        <p:nvSpPr>
          <p:cNvPr id="61" name="矩形: 圆角 60">
            <a:extLst>
              <a:ext uri="{FF2B5EF4-FFF2-40B4-BE49-F238E27FC236}">
                <a16:creationId xmlns:a16="http://schemas.microsoft.com/office/drawing/2014/main" id="{7D2C8EF3-E06B-4CD9-AD9D-C34759FDAAD9}"/>
              </a:ext>
            </a:extLst>
          </p:cNvPr>
          <p:cNvSpPr/>
          <p:nvPr/>
        </p:nvSpPr>
        <p:spPr>
          <a:xfrm>
            <a:off x="5587830" y="3193111"/>
            <a:ext cx="1027651" cy="28193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DH</a:t>
            </a: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参数法</a:t>
            </a:r>
          </a:p>
        </p:txBody>
      </p:sp>
      <p:sp>
        <p:nvSpPr>
          <p:cNvPr id="62" name="矩形: 圆角 61">
            <a:extLst>
              <a:ext uri="{FF2B5EF4-FFF2-40B4-BE49-F238E27FC236}">
                <a16:creationId xmlns:a16="http://schemas.microsoft.com/office/drawing/2014/main" id="{AB3F5DD8-762E-43D6-87A4-DB667791A562}"/>
              </a:ext>
            </a:extLst>
          </p:cNvPr>
          <p:cNvSpPr/>
          <p:nvPr/>
        </p:nvSpPr>
        <p:spPr>
          <a:xfrm>
            <a:off x="5589569" y="3647587"/>
            <a:ext cx="1027651" cy="27543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手眼标定</a:t>
            </a:r>
          </a:p>
        </p:txBody>
      </p:sp>
      <p:cxnSp>
        <p:nvCxnSpPr>
          <p:cNvPr id="63" name="直接箭头连接符 62">
            <a:extLst>
              <a:ext uri="{FF2B5EF4-FFF2-40B4-BE49-F238E27FC236}">
                <a16:creationId xmlns:a16="http://schemas.microsoft.com/office/drawing/2014/main" id="{4C771CAF-618E-4ADC-8E39-6FC826E0C4EA}"/>
              </a:ext>
            </a:extLst>
          </p:cNvPr>
          <p:cNvCxnSpPr>
            <a:cxnSpLocks/>
            <a:stCxn id="60" idx="6"/>
            <a:endCxn id="61" idx="1"/>
          </p:cNvCxnSpPr>
          <p:nvPr/>
        </p:nvCxnSpPr>
        <p:spPr>
          <a:xfrm flipV="1">
            <a:off x="5309252" y="3334078"/>
            <a:ext cx="278578" cy="283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149626F4-CE2F-4A8D-9A67-4CF8E818643B}"/>
              </a:ext>
            </a:extLst>
          </p:cNvPr>
          <p:cNvCxnSpPr>
            <a:cxnSpLocks/>
            <a:stCxn id="60" idx="6"/>
            <a:endCxn id="62" idx="1"/>
          </p:cNvCxnSpPr>
          <p:nvPr/>
        </p:nvCxnSpPr>
        <p:spPr>
          <a:xfrm>
            <a:off x="5309252" y="3618055"/>
            <a:ext cx="280317" cy="16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矩形: 圆角 64">
            <a:extLst>
              <a:ext uri="{FF2B5EF4-FFF2-40B4-BE49-F238E27FC236}">
                <a16:creationId xmlns:a16="http://schemas.microsoft.com/office/drawing/2014/main" id="{BC441A35-B5A3-4650-8AAA-DEB3C33A7D54}"/>
              </a:ext>
            </a:extLst>
          </p:cNvPr>
          <p:cNvSpPr/>
          <p:nvPr/>
        </p:nvSpPr>
        <p:spPr>
          <a:xfrm>
            <a:off x="5587830" y="4136296"/>
            <a:ext cx="1027651" cy="27543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坐标系变换</a:t>
            </a:r>
          </a:p>
        </p:txBody>
      </p:sp>
      <p:cxnSp>
        <p:nvCxnSpPr>
          <p:cNvPr id="66" name="直接箭头连接符 65">
            <a:extLst>
              <a:ext uri="{FF2B5EF4-FFF2-40B4-BE49-F238E27FC236}">
                <a16:creationId xmlns:a16="http://schemas.microsoft.com/office/drawing/2014/main" id="{C52E727D-D8F5-4B22-8BBE-FFF2845FAD69}"/>
              </a:ext>
            </a:extLst>
          </p:cNvPr>
          <p:cNvCxnSpPr>
            <a:cxnSpLocks/>
            <a:stCxn id="60" idx="6"/>
            <a:endCxn id="65" idx="1"/>
          </p:cNvCxnSpPr>
          <p:nvPr/>
        </p:nvCxnSpPr>
        <p:spPr>
          <a:xfrm>
            <a:off x="5309252" y="3618055"/>
            <a:ext cx="278578" cy="655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矩形: 圆角 69">
            <a:extLst>
              <a:ext uri="{FF2B5EF4-FFF2-40B4-BE49-F238E27FC236}">
                <a16:creationId xmlns:a16="http://schemas.microsoft.com/office/drawing/2014/main" id="{D3625D9E-1086-4FE6-B489-29ED98C022C7}"/>
              </a:ext>
            </a:extLst>
          </p:cNvPr>
          <p:cNvSpPr/>
          <p:nvPr/>
        </p:nvSpPr>
        <p:spPr>
          <a:xfrm>
            <a:off x="5180734" y="1559493"/>
            <a:ext cx="1242839" cy="34177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深度学习与卷积神经网络</a:t>
            </a:r>
          </a:p>
        </p:txBody>
      </p:sp>
      <p:sp>
        <p:nvSpPr>
          <p:cNvPr id="71" name="矩形: 圆角 70">
            <a:extLst>
              <a:ext uri="{FF2B5EF4-FFF2-40B4-BE49-F238E27FC236}">
                <a16:creationId xmlns:a16="http://schemas.microsoft.com/office/drawing/2014/main" id="{1EA8F758-B8BF-4B80-8D13-9E484E065888}"/>
              </a:ext>
            </a:extLst>
          </p:cNvPr>
          <p:cNvSpPr/>
          <p:nvPr/>
        </p:nvSpPr>
        <p:spPr>
          <a:xfrm>
            <a:off x="5586144" y="2243007"/>
            <a:ext cx="1242839" cy="34177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特征匹配</a:t>
            </a:r>
          </a:p>
        </p:txBody>
      </p:sp>
      <p:sp>
        <p:nvSpPr>
          <p:cNvPr id="75" name="流程图: 接点 74">
            <a:extLst>
              <a:ext uri="{FF2B5EF4-FFF2-40B4-BE49-F238E27FC236}">
                <a16:creationId xmlns:a16="http://schemas.microsoft.com/office/drawing/2014/main" id="{1C2340FF-E814-4216-B892-40E513D6097A}"/>
              </a:ext>
            </a:extLst>
          </p:cNvPr>
          <p:cNvSpPr/>
          <p:nvPr/>
        </p:nvSpPr>
        <p:spPr>
          <a:xfrm>
            <a:off x="4278176" y="1915993"/>
            <a:ext cx="813875" cy="861578"/>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kern="100" dirty="0">
                <a:solidFill>
                  <a:schemeClr val="accent1"/>
                </a:solidFill>
                <a:effectLst/>
                <a:latin typeface="微软雅黑" panose="020B0503020204020204" charset="-122"/>
                <a:ea typeface="微软雅黑" panose="020B0503020204020204" charset="-122"/>
                <a:cs typeface="宋体" panose="02010600030101010101" pitchFamily="2" charset="-122"/>
                <a:sym typeface="+mn-ea"/>
              </a:rPr>
              <a:t>目标识别算法</a:t>
            </a:r>
          </a:p>
        </p:txBody>
      </p:sp>
      <p:cxnSp>
        <p:nvCxnSpPr>
          <p:cNvPr id="76" name="直接箭头连接符 75">
            <a:extLst>
              <a:ext uri="{FF2B5EF4-FFF2-40B4-BE49-F238E27FC236}">
                <a16:creationId xmlns:a16="http://schemas.microsoft.com/office/drawing/2014/main" id="{4C78A822-D918-4DB0-9DA1-66659E8EC225}"/>
              </a:ext>
            </a:extLst>
          </p:cNvPr>
          <p:cNvCxnSpPr>
            <a:cxnSpLocks/>
            <a:stCxn id="75" idx="7"/>
            <a:endCxn id="70" idx="1"/>
          </p:cNvCxnSpPr>
          <p:nvPr/>
        </p:nvCxnSpPr>
        <p:spPr>
          <a:xfrm flipV="1">
            <a:off x="4972862" y="1730382"/>
            <a:ext cx="207872" cy="31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55B26FCC-AB5E-42F1-9CC6-5DF9E1D248A3}"/>
              </a:ext>
            </a:extLst>
          </p:cNvPr>
          <p:cNvCxnSpPr>
            <a:cxnSpLocks/>
            <a:stCxn id="75" idx="7"/>
            <a:endCxn id="71" idx="1"/>
          </p:cNvCxnSpPr>
          <p:nvPr/>
        </p:nvCxnSpPr>
        <p:spPr>
          <a:xfrm>
            <a:off x="4972862" y="2042168"/>
            <a:ext cx="613282" cy="371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30CA5998-925E-40A8-81A2-50C1CD126499}"/>
              </a:ext>
            </a:extLst>
          </p:cNvPr>
          <p:cNvSpPr/>
          <p:nvPr/>
        </p:nvSpPr>
        <p:spPr>
          <a:xfrm>
            <a:off x="558132" y="1170301"/>
            <a:ext cx="6866250" cy="276999"/>
          </a:xfrm>
          <a:prstGeom prst="rect">
            <a:avLst/>
          </a:prstGeom>
        </p:spPr>
        <p:txBody>
          <a:bodyPr wrap="square">
            <a:spAutoFit/>
          </a:bodyPr>
          <a:lstStyle/>
          <a:p>
            <a:r>
              <a:rPr lang="zh-CN" altLang="en-US" sz="1200" dirty="0">
                <a:solidFill>
                  <a:schemeClr val="accent1">
                    <a:lumMod val="60000"/>
                    <a:lumOff val="40000"/>
                  </a:schemeClr>
                </a:solidFill>
              </a:rPr>
              <a:t>本研究的核心内容围绕实现机器人精准视觉抓取展开，主要包括以下几个方面：</a:t>
            </a:r>
          </a:p>
        </p:txBody>
      </p:sp>
    </p:spTree>
    <p:extLst>
      <p:ext uri="{BB962C8B-B14F-4D97-AF65-F5344CB8AC3E}">
        <p14:creationId xmlns:p14="http://schemas.microsoft.com/office/powerpoint/2010/main" val="169590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128" name="椭圆 127"/>
          <p:cNvSpPr/>
          <p:nvPr/>
        </p:nvSpPr>
        <p:spPr>
          <a:xfrm>
            <a:off x="540658" y="1161176"/>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493217" y="900015"/>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grpSp>
        <p:nvGrpSpPr>
          <p:cNvPr id="141" name="组合 140"/>
          <p:cNvGrpSpPr/>
          <p:nvPr/>
        </p:nvGrpSpPr>
        <p:grpSpPr>
          <a:xfrm flipV="1">
            <a:off x="723509" y="4390389"/>
            <a:ext cx="8004300"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cxnSp>
        <p:nvCxnSpPr>
          <p:cNvPr id="44" name="直接连接符 43">
            <a:extLst>
              <a:ext uri="{FF2B5EF4-FFF2-40B4-BE49-F238E27FC236}">
                <a16:creationId xmlns:a16="http://schemas.microsoft.com/office/drawing/2014/main" id="{5F180A2A-770E-4EFB-B623-962A1217ABC8}"/>
              </a:ext>
            </a:extLst>
          </p:cNvPr>
          <p:cNvCxnSpPr>
            <a:cxnSpLocks/>
          </p:cNvCxnSpPr>
          <p:nvPr/>
        </p:nvCxnSpPr>
        <p:spPr>
          <a:xfrm>
            <a:off x="723265" y="1238885"/>
            <a:ext cx="1242013" cy="0"/>
          </a:xfrm>
          <a:prstGeom prst="line">
            <a:avLst/>
          </a:prstGeom>
          <a:ln w="15875">
            <a:solidFill>
              <a:srgbClr val="056CC9"/>
            </a:solidFill>
          </a:ln>
        </p:spPr>
        <p:style>
          <a:lnRef idx="1">
            <a:schemeClr val="accent1"/>
          </a:lnRef>
          <a:fillRef idx="0">
            <a:schemeClr val="accent1"/>
          </a:fillRef>
          <a:effectRef idx="0">
            <a:schemeClr val="accent1"/>
          </a:effectRef>
          <a:fontRef idx="minor">
            <a:schemeClr val="tx1"/>
          </a:fontRef>
        </p:style>
      </p:cxnSp>
      <p:sp>
        <p:nvSpPr>
          <p:cNvPr id="45" name="TextBox 55">
            <a:extLst>
              <a:ext uri="{FF2B5EF4-FFF2-40B4-BE49-F238E27FC236}">
                <a16:creationId xmlns:a16="http://schemas.microsoft.com/office/drawing/2014/main" id="{64478FC1-8AB3-49A1-B600-4B3D760236C1}"/>
              </a:ext>
            </a:extLst>
          </p:cNvPr>
          <p:cNvSpPr txBox="1"/>
          <p:nvPr/>
        </p:nvSpPr>
        <p:spPr>
          <a:xfrm>
            <a:off x="676069" y="869553"/>
            <a:ext cx="1562163" cy="369332"/>
          </a:xfrm>
          <a:prstGeom prst="rect">
            <a:avLst/>
          </a:prstGeom>
          <a:noFill/>
        </p:spPr>
        <p:txBody>
          <a:bodyPr wrap="square" rtlCol="0">
            <a:spAutoFit/>
          </a:bodyPr>
          <a:lstStyle/>
          <a:p>
            <a:pPr defTabSz="1219200"/>
            <a:r>
              <a:rPr lang="en-US" altLang="zh-CN" b="1" dirty="0">
                <a:solidFill>
                  <a:srgbClr val="056CC9"/>
                </a:solidFill>
                <a:cs typeface="+mn-ea"/>
                <a:sym typeface="+mn-lt"/>
              </a:rPr>
              <a:t>2.</a:t>
            </a:r>
            <a:r>
              <a:rPr lang="zh-CN" altLang="en-US" b="1" dirty="0">
                <a:solidFill>
                  <a:srgbClr val="056CC9"/>
                </a:solidFill>
                <a:cs typeface="+mn-ea"/>
                <a:sym typeface="+mn-lt"/>
              </a:rPr>
              <a:t>研究方法</a:t>
            </a:r>
          </a:p>
        </p:txBody>
      </p:sp>
      <p:sp>
        <p:nvSpPr>
          <p:cNvPr id="46" name="文本占位符 53">
            <a:extLst>
              <a:ext uri="{FF2B5EF4-FFF2-40B4-BE49-F238E27FC236}">
                <a16:creationId xmlns:a16="http://schemas.microsoft.com/office/drawing/2014/main" id="{8D9FA372-1C72-48E2-ACA6-2F3A53AA62FA}"/>
              </a:ext>
            </a:extLst>
          </p:cNvPr>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三、研究内容与方法</a:t>
            </a:r>
          </a:p>
        </p:txBody>
      </p:sp>
      <p:sp>
        <p:nvSpPr>
          <p:cNvPr id="2" name="矩形 1">
            <a:extLst>
              <a:ext uri="{FF2B5EF4-FFF2-40B4-BE49-F238E27FC236}">
                <a16:creationId xmlns:a16="http://schemas.microsoft.com/office/drawing/2014/main" id="{A3508D42-5300-40C9-9C81-8D39AFB37F2E}"/>
              </a:ext>
            </a:extLst>
          </p:cNvPr>
          <p:cNvSpPr/>
          <p:nvPr/>
        </p:nvSpPr>
        <p:spPr>
          <a:xfrm>
            <a:off x="493216" y="1445182"/>
            <a:ext cx="8234593" cy="276999"/>
          </a:xfrm>
          <a:prstGeom prst="rect">
            <a:avLst/>
          </a:prstGeom>
        </p:spPr>
        <p:txBody>
          <a:bodyPr wrap="square">
            <a:spAutoFit/>
          </a:bodyPr>
          <a:lstStyle/>
          <a:p>
            <a:r>
              <a:rPr lang="zh-CN" altLang="zh-CN" sz="1200" dirty="0">
                <a:solidFill>
                  <a:schemeClr val="accent1">
                    <a:lumMod val="60000"/>
                    <a:lumOff val="40000"/>
                  </a:schemeClr>
                </a:solidFill>
              </a:rPr>
              <a:t>本研究旨在构建一套</a:t>
            </a:r>
            <a:r>
              <a:rPr lang="en-US" altLang="zh-CN" sz="1200" dirty="0">
                <a:solidFill>
                  <a:schemeClr val="accent1">
                    <a:lumMod val="60000"/>
                    <a:lumOff val="40000"/>
                  </a:schemeClr>
                </a:solidFill>
              </a:rPr>
              <a:t>“</a:t>
            </a:r>
            <a:r>
              <a:rPr lang="zh-CN" altLang="zh-CN" sz="1200" dirty="0">
                <a:solidFill>
                  <a:schemeClr val="accent1">
                    <a:lumMod val="60000"/>
                    <a:lumOff val="40000"/>
                  </a:schemeClr>
                </a:solidFill>
              </a:rPr>
              <a:t>视觉引导、智能决策、精准执行</a:t>
            </a:r>
            <a:r>
              <a:rPr lang="en-US" altLang="zh-CN" sz="1200" dirty="0">
                <a:solidFill>
                  <a:schemeClr val="accent1">
                    <a:lumMod val="60000"/>
                    <a:lumOff val="40000"/>
                  </a:schemeClr>
                </a:solidFill>
              </a:rPr>
              <a:t>”</a:t>
            </a:r>
            <a:r>
              <a:rPr lang="zh-CN" altLang="zh-CN" sz="1200" dirty="0">
                <a:solidFill>
                  <a:schemeClr val="accent1">
                    <a:lumMod val="60000"/>
                    <a:lumOff val="40000"/>
                  </a:schemeClr>
                </a:solidFill>
              </a:rPr>
              <a:t>的机器人抓取系统</a:t>
            </a:r>
            <a:r>
              <a:rPr lang="zh-CN" altLang="en-US" sz="1200" dirty="0">
                <a:solidFill>
                  <a:schemeClr val="accent1">
                    <a:lumMod val="60000"/>
                    <a:lumOff val="40000"/>
                  </a:schemeClr>
                </a:solidFill>
              </a:rPr>
              <a:t>，系统采用“感知</a:t>
            </a:r>
            <a:r>
              <a:rPr lang="en-US" altLang="zh-CN" sz="1200" dirty="0">
                <a:solidFill>
                  <a:schemeClr val="accent1">
                    <a:lumMod val="60000"/>
                    <a:lumOff val="40000"/>
                  </a:schemeClr>
                </a:solidFill>
              </a:rPr>
              <a:t>-</a:t>
            </a:r>
            <a:r>
              <a:rPr lang="zh-CN" altLang="en-US" sz="1200" dirty="0">
                <a:solidFill>
                  <a:schemeClr val="accent1">
                    <a:lumMod val="60000"/>
                    <a:lumOff val="40000"/>
                  </a:schemeClr>
                </a:solidFill>
              </a:rPr>
              <a:t>决策</a:t>
            </a:r>
            <a:r>
              <a:rPr lang="en-US" altLang="zh-CN" sz="1200" dirty="0">
                <a:solidFill>
                  <a:schemeClr val="accent1">
                    <a:lumMod val="60000"/>
                    <a:lumOff val="40000"/>
                  </a:schemeClr>
                </a:solidFill>
              </a:rPr>
              <a:t>-</a:t>
            </a:r>
            <a:r>
              <a:rPr lang="zh-CN" altLang="en-US" sz="1200" dirty="0">
                <a:solidFill>
                  <a:schemeClr val="accent1">
                    <a:lumMod val="60000"/>
                    <a:lumOff val="40000"/>
                  </a:schemeClr>
                </a:solidFill>
              </a:rPr>
              <a:t>执行”的架构。</a:t>
            </a:r>
          </a:p>
        </p:txBody>
      </p:sp>
      <p:pic>
        <p:nvPicPr>
          <p:cNvPr id="49" name="图片 48">
            <a:extLst>
              <a:ext uri="{FF2B5EF4-FFF2-40B4-BE49-F238E27FC236}">
                <a16:creationId xmlns:a16="http://schemas.microsoft.com/office/drawing/2014/main" id="{69EF781A-CCDF-4B2E-87A3-B9682FC50D6C}"/>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84643" y="2108313"/>
            <a:ext cx="5558789" cy="1592710"/>
          </a:xfrm>
          <a:prstGeom prst="rect">
            <a:avLst/>
          </a:prstGeom>
        </p:spPr>
      </p:pic>
      <p:sp>
        <p:nvSpPr>
          <p:cNvPr id="3" name="文本框 2">
            <a:extLst>
              <a:ext uri="{FF2B5EF4-FFF2-40B4-BE49-F238E27FC236}">
                <a16:creationId xmlns:a16="http://schemas.microsoft.com/office/drawing/2014/main" id="{FE9F5342-18F4-470D-B2F9-386E8CD53B1D}"/>
              </a:ext>
            </a:extLst>
          </p:cNvPr>
          <p:cNvSpPr txBox="1"/>
          <p:nvPr/>
        </p:nvSpPr>
        <p:spPr>
          <a:xfrm>
            <a:off x="6286101" y="2224754"/>
            <a:ext cx="2584377" cy="246221"/>
          </a:xfrm>
          <a:prstGeom prst="rect">
            <a:avLst/>
          </a:prstGeom>
          <a:noFill/>
        </p:spPr>
        <p:txBody>
          <a:bodyPr wrap="square" rtlCol="0">
            <a:spAutoFit/>
          </a:bodyPr>
          <a:lstStyle/>
          <a:p>
            <a:r>
              <a:rPr lang="zh-CN" altLang="en-US" sz="1000" dirty="0">
                <a:latin typeface="Inter"/>
              </a:rPr>
              <a:t>负责获取环境与工件的关键信息</a:t>
            </a:r>
          </a:p>
        </p:txBody>
      </p:sp>
      <p:sp>
        <p:nvSpPr>
          <p:cNvPr id="4" name="矩形 3">
            <a:extLst>
              <a:ext uri="{FF2B5EF4-FFF2-40B4-BE49-F238E27FC236}">
                <a16:creationId xmlns:a16="http://schemas.microsoft.com/office/drawing/2014/main" id="{056D9196-7739-48B1-9444-42B9BCB000FE}"/>
              </a:ext>
            </a:extLst>
          </p:cNvPr>
          <p:cNvSpPr/>
          <p:nvPr/>
        </p:nvSpPr>
        <p:spPr>
          <a:xfrm>
            <a:off x="6286101" y="2732436"/>
            <a:ext cx="2364750" cy="246221"/>
          </a:xfrm>
          <a:prstGeom prst="rect">
            <a:avLst/>
          </a:prstGeom>
        </p:spPr>
        <p:txBody>
          <a:bodyPr wrap="none">
            <a:spAutoFit/>
          </a:bodyPr>
          <a:lstStyle/>
          <a:p>
            <a:r>
              <a:rPr lang="zh-CN" altLang="en-US" sz="1000" dirty="0">
                <a:latin typeface="Inter"/>
              </a:rPr>
              <a:t>根据感知层的信息制定合理的抓取方案</a:t>
            </a:r>
            <a:endParaRPr lang="zh-CN" altLang="en-US" sz="1000" dirty="0"/>
          </a:p>
        </p:txBody>
      </p:sp>
      <p:sp>
        <p:nvSpPr>
          <p:cNvPr id="5" name="矩形 4">
            <a:extLst>
              <a:ext uri="{FF2B5EF4-FFF2-40B4-BE49-F238E27FC236}">
                <a16:creationId xmlns:a16="http://schemas.microsoft.com/office/drawing/2014/main" id="{4B57C8D2-3D97-4DFD-8BF3-0E3F098EC271}"/>
              </a:ext>
            </a:extLst>
          </p:cNvPr>
          <p:cNvSpPr/>
          <p:nvPr/>
        </p:nvSpPr>
        <p:spPr>
          <a:xfrm>
            <a:off x="6286101" y="3240118"/>
            <a:ext cx="2364750" cy="246221"/>
          </a:xfrm>
          <a:prstGeom prst="rect">
            <a:avLst/>
          </a:prstGeom>
        </p:spPr>
        <p:txBody>
          <a:bodyPr wrap="none">
            <a:spAutoFit/>
          </a:bodyPr>
          <a:lstStyle/>
          <a:p>
            <a:r>
              <a:rPr lang="zh-CN" altLang="en-US" sz="1000" dirty="0">
                <a:latin typeface="Inter"/>
              </a:rPr>
              <a:t>负责将决策方案转化为实际的抓取动作</a:t>
            </a:r>
          </a:p>
        </p:txBody>
      </p:sp>
      <p:sp>
        <p:nvSpPr>
          <p:cNvPr id="7" name="箭头: 右 6">
            <a:extLst>
              <a:ext uri="{FF2B5EF4-FFF2-40B4-BE49-F238E27FC236}">
                <a16:creationId xmlns:a16="http://schemas.microsoft.com/office/drawing/2014/main" id="{B6EA7452-9016-42EE-825A-4497B2781C15}"/>
              </a:ext>
            </a:extLst>
          </p:cNvPr>
          <p:cNvSpPr/>
          <p:nvPr/>
        </p:nvSpPr>
        <p:spPr>
          <a:xfrm>
            <a:off x="6143432" y="2313731"/>
            <a:ext cx="243720" cy="1094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E7180636-0D51-4120-8102-DEDCDA7429DE}"/>
              </a:ext>
            </a:extLst>
          </p:cNvPr>
          <p:cNvSpPr/>
          <p:nvPr/>
        </p:nvSpPr>
        <p:spPr>
          <a:xfrm>
            <a:off x="6143432" y="2795268"/>
            <a:ext cx="243720" cy="1094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箭头: 右 52">
            <a:extLst>
              <a:ext uri="{FF2B5EF4-FFF2-40B4-BE49-F238E27FC236}">
                <a16:creationId xmlns:a16="http://schemas.microsoft.com/office/drawing/2014/main" id="{21796049-B424-4BE9-94BE-513F01041AF4}"/>
              </a:ext>
            </a:extLst>
          </p:cNvPr>
          <p:cNvSpPr/>
          <p:nvPr/>
        </p:nvSpPr>
        <p:spPr>
          <a:xfrm>
            <a:off x="6143432" y="3311344"/>
            <a:ext cx="243720" cy="1094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68878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198FCEC3-9900-4260-B790-02A18E071268}"/>
              </a:ext>
            </a:extLst>
          </p:cNvPr>
          <p:cNvPicPr/>
          <p:nvPr/>
        </p:nvPicPr>
        <p:blipFill rotWithShape="1">
          <a:blip r:embed="rId3" cstate="print">
            <a:extLst>
              <a:ext uri="{28A0092B-C50C-407E-A947-70E740481C1C}">
                <a14:useLocalDpi xmlns:a14="http://schemas.microsoft.com/office/drawing/2010/main" val="0"/>
              </a:ext>
            </a:extLst>
          </a:blip>
          <a:srcRect b="33106"/>
          <a:stretch/>
        </p:blipFill>
        <p:spPr>
          <a:xfrm>
            <a:off x="5904" y="706692"/>
            <a:ext cx="4808231" cy="4415265"/>
          </a:xfrm>
          <a:prstGeom prst="rect">
            <a:avLst/>
          </a:prstGeom>
        </p:spPr>
      </p:pic>
      <p:sp>
        <p:nvSpPr>
          <p:cNvPr id="23" name="矩形 22">
            <a:extLst>
              <a:ext uri="{FF2B5EF4-FFF2-40B4-BE49-F238E27FC236}">
                <a16:creationId xmlns:a16="http://schemas.microsoft.com/office/drawing/2014/main" id="{27077707-CB97-441F-AB1A-724B61014506}"/>
              </a:ext>
            </a:extLst>
          </p:cNvPr>
          <p:cNvSpPr/>
          <p:nvPr/>
        </p:nvSpPr>
        <p:spPr>
          <a:xfrm>
            <a:off x="7112776" y="4686709"/>
            <a:ext cx="1961422" cy="44678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三、研究内容与方法</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4"/>
          <a:stretch>
            <a:fillRect/>
          </a:stretch>
        </p:blipFill>
        <p:spPr>
          <a:xfrm>
            <a:off x="169647" y="221880"/>
            <a:ext cx="1477740" cy="246290"/>
          </a:xfrm>
          <a:prstGeom prst="rect">
            <a:avLst/>
          </a:prstGeom>
        </p:spPr>
      </p:pic>
      <p:sp>
        <p:nvSpPr>
          <p:cNvPr id="3" name="Rectangle 2">
            <a:extLst>
              <a:ext uri="{FF2B5EF4-FFF2-40B4-BE49-F238E27FC236}">
                <a16:creationId xmlns:a16="http://schemas.microsoft.com/office/drawing/2014/main" id="{30E68F71-BC19-48DB-805A-1F2A621EA797}"/>
              </a:ext>
            </a:extLst>
          </p:cNvPr>
          <p:cNvSpPr>
            <a:spLocks noChangeArrowheads="1"/>
          </p:cNvSpPr>
          <p:nvPr/>
        </p:nvSpPr>
        <p:spPr bwMode="auto">
          <a:xfrm>
            <a:off x="3726973" y="900015"/>
            <a:ext cx="7258186" cy="5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28" name="椭圆 127"/>
          <p:cNvSpPr/>
          <p:nvPr/>
        </p:nvSpPr>
        <p:spPr>
          <a:xfrm>
            <a:off x="416238" y="978651"/>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368797" y="717490"/>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sp>
        <p:nvSpPr>
          <p:cNvPr id="29" name="TextBox 55">
            <a:extLst>
              <a:ext uri="{FF2B5EF4-FFF2-40B4-BE49-F238E27FC236}">
                <a16:creationId xmlns:a16="http://schemas.microsoft.com/office/drawing/2014/main" id="{81B22F8A-D218-4994-8C85-F23D6D7D2F90}"/>
              </a:ext>
            </a:extLst>
          </p:cNvPr>
          <p:cNvSpPr txBox="1"/>
          <p:nvPr/>
        </p:nvSpPr>
        <p:spPr>
          <a:xfrm>
            <a:off x="599090" y="665163"/>
            <a:ext cx="3006931" cy="369332"/>
          </a:xfrm>
          <a:prstGeom prst="rect">
            <a:avLst/>
          </a:prstGeom>
          <a:noFill/>
        </p:spPr>
        <p:txBody>
          <a:bodyPr wrap="square" rtlCol="0">
            <a:spAutoFit/>
          </a:bodyPr>
          <a:lstStyle/>
          <a:p>
            <a:pPr defTabSz="1219200"/>
            <a:r>
              <a:rPr lang="en-US" altLang="zh-CN" b="1" dirty="0">
                <a:solidFill>
                  <a:srgbClr val="056CC9"/>
                </a:solidFill>
                <a:cs typeface="+mn-ea"/>
                <a:sym typeface="+mn-lt"/>
              </a:rPr>
              <a:t>3.</a:t>
            </a:r>
            <a:r>
              <a:rPr lang="zh-CN" altLang="en-US" b="1" dirty="0">
                <a:solidFill>
                  <a:srgbClr val="056CC9"/>
                </a:solidFill>
                <a:cs typeface="+mn-ea"/>
                <a:sym typeface="+mn-lt"/>
              </a:rPr>
              <a:t> 技术路线</a:t>
            </a:r>
          </a:p>
        </p:txBody>
      </p:sp>
      <p:sp>
        <p:nvSpPr>
          <p:cNvPr id="4" name="箭头: 右 3">
            <a:extLst>
              <a:ext uri="{FF2B5EF4-FFF2-40B4-BE49-F238E27FC236}">
                <a16:creationId xmlns:a16="http://schemas.microsoft.com/office/drawing/2014/main" id="{E91AA5EA-F6AF-40F0-B525-455054F22E63}"/>
              </a:ext>
            </a:extLst>
          </p:cNvPr>
          <p:cNvSpPr/>
          <p:nvPr/>
        </p:nvSpPr>
        <p:spPr>
          <a:xfrm>
            <a:off x="4851207" y="2868843"/>
            <a:ext cx="251286" cy="2553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4B95ABAF-04A2-4BFE-8880-5E7E3385F0B2}"/>
              </a:ext>
            </a:extLst>
          </p:cNvPr>
          <p:cNvPicPr/>
          <p:nvPr/>
        </p:nvPicPr>
        <p:blipFill rotWithShape="1">
          <a:blip r:embed="rId5" cstate="print">
            <a:extLst>
              <a:ext uri="{28A0092B-C50C-407E-A947-70E740481C1C}">
                <a14:useLocalDpi xmlns:a14="http://schemas.microsoft.com/office/drawing/2010/main" val="0"/>
              </a:ext>
            </a:extLst>
          </a:blip>
          <a:srcRect t="63546"/>
          <a:stretch/>
        </p:blipFill>
        <p:spPr>
          <a:xfrm>
            <a:off x="5096589" y="1863501"/>
            <a:ext cx="4041507" cy="2293027"/>
          </a:xfrm>
          <a:prstGeom prst="rect">
            <a:avLst/>
          </a:prstGeom>
        </p:spPr>
      </p:pic>
    </p:spTree>
    <p:extLst>
      <p:ext uri="{BB962C8B-B14F-4D97-AF65-F5344CB8AC3E}">
        <p14:creationId xmlns:p14="http://schemas.microsoft.com/office/powerpoint/2010/main" val="396552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6"/>
          <p:cNvSpPr/>
          <p:nvPr/>
        </p:nvSpPr>
        <p:spPr>
          <a:xfrm>
            <a:off x="0" y="1722623"/>
            <a:ext cx="9144000" cy="1656184"/>
          </a:xfrm>
          <a:prstGeom prst="rect">
            <a:avLst/>
          </a:pr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sz="1800"/>
          </a:p>
        </p:txBody>
      </p:sp>
      <p:sp>
        <p:nvSpPr>
          <p:cNvPr id="4" name="Text Placeholder 4"/>
          <p:cNvSpPr txBox="1"/>
          <p:nvPr/>
        </p:nvSpPr>
        <p:spPr>
          <a:xfrm>
            <a:off x="6757078" y="2028601"/>
            <a:ext cx="1272728" cy="108012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8000" dirty="0">
                <a:solidFill>
                  <a:schemeClr val="bg1"/>
                </a:solidFill>
                <a:latin typeface="Impact" panose="020B0806030902050204" pitchFamily="34" charset="0"/>
                <a:ea typeface="微软雅黑" panose="020B0503020204020204" charset="-122"/>
              </a:rPr>
              <a:t>04</a:t>
            </a:r>
            <a:endParaRPr lang="en-GB" sz="5400" dirty="0">
              <a:solidFill>
                <a:schemeClr val="bg1"/>
              </a:solidFill>
              <a:latin typeface="Impact" panose="020B0806030902050204" pitchFamily="34" charset="0"/>
              <a:ea typeface="微软雅黑" panose="020B0503020204020204" charset="-122"/>
            </a:endParaRPr>
          </a:p>
        </p:txBody>
      </p:sp>
      <p:sp>
        <p:nvSpPr>
          <p:cNvPr id="5" name="TextBox 4"/>
          <p:cNvSpPr txBox="1"/>
          <p:nvPr/>
        </p:nvSpPr>
        <p:spPr>
          <a:xfrm>
            <a:off x="3178426" y="2221791"/>
            <a:ext cx="3578652" cy="639472"/>
          </a:xfrm>
          <a:prstGeom prst="rect">
            <a:avLst/>
          </a:prstGeom>
          <a:noFill/>
        </p:spPr>
        <p:txBody>
          <a:bodyPr wrap="square" lIns="68584" tIns="34291" rIns="68584" bIns="34291" rtlCol="0">
            <a:spAutoFit/>
          </a:bodyPr>
          <a:lstStyle/>
          <a:p>
            <a:pPr>
              <a:lnSpc>
                <a:spcPct val="150000"/>
              </a:lnSpc>
            </a:pPr>
            <a:r>
              <a:rPr lang="zh-CN" altLang="en-US" sz="2800" b="1" dirty="0">
                <a:solidFill>
                  <a:schemeClr val="bg1"/>
                </a:solidFill>
                <a:latin typeface="微软雅黑" panose="020B0503020204020204" charset="-122"/>
                <a:ea typeface="微软雅黑" panose="020B0503020204020204" charset="-122"/>
                <a:sym typeface="+mn-ea"/>
              </a:rPr>
              <a:t>预期结果与进度安排</a:t>
            </a:r>
            <a:endParaRPr lang="zh-CN" altLang="en-GB" sz="2800" b="1" dirty="0">
              <a:solidFill>
                <a:schemeClr val="bg1"/>
              </a:solidFill>
              <a:latin typeface="微软雅黑" panose="020B0503020204020204" charset="-122"/>
              <a:ea typeface="微软雅黑" panose="020B0503020204020204" charset="-122"/>
              <a:sym typeface="+mn-ea"/>
            </a:endParaRPr>
          </a:p>
        </p:txBody>
      </p:sp>
      <p:grpSp>
        <p:nvGrpSpPr>
          <p:cNvPr id="27" name="组合 26"/>
          <p:cNvGrpSpPr/>
          <p:nvPr/>
        </p:nvGrpSpPr>
        <p:grpSpPr>
          <a:xfrm>
            <a:off x="827585" y="1505590"/>
            <a:ext cx="2096339" cy="2089241"/>
            <a:chOff x="755650" y="852488"/>
            <a:chExt cx="2344738" cy="2336800"/>
          </a:xfrm>
        </p:grpSpPr>
        <p:sp>
          <p:nvSpPr>
            <p:cNvPr id="24" name="Freeform 5"/>
            <p:cNvSpPr>
              <a:spLocks noEditPoints="1"/>
            </p:cNvSpPr>
            <p:nvPr/>
          </p:nvSpPr>
          <p:spPr bwMode="auto">
            <a:xfrm>
              <a:off x="755650" y="852488"/>
              <a:ext cx="2344738" cy="2336800"/>
            </a:xfrm>
            <a:custGeom>
              <a:avLst/>
              <a:gdLst>
                <a:gd name="T0" fmla="*/ 325 w 3063"/>
                <a:gd name="T1" fmla="*/ 1531 h 3056"/>
                <a:gd name="T2" fmla="*/ 1531 w 3063"/>
                <a:gd name="T3" fmla="*/ 325 h 3056"/>
                <a:gd name="T4" fmla="*/ 2738 w 3063"/>
                <a:gd name="T5" fmla="*/ 1531 h 3056"/>
                <a:gd name="T6" fmla="*/ 1531 w 3063"/>
                <a:gd name="T7" fmla="*/ 2737 h 3056"/>
                <a:gd name="T8" fmla="*/ 325 w 3063"/>
                <a:gd name="T9" fmla="*/ 1531 h 3056"/>
                <a:gd name="T10" fmla="*/ 1291 w 3063"/>
                <a:gd name="T11" fmla="*/ 246 h 3056"/>
                <a:gd name="T12" fmla="*/ 1115 w 3063"/>
                <a:gd name="T13" fmla="*/ 57 h 3056"/>
                <a:gd name="T14" fmla="*/ 846 w 3063"/>
                <a:gd name="T15" fmla="*/ 162 h 3056"/>
                <a:gd name="T16" fmla="*/ 843 w 3063"/>
                <a:gd name="T17" fmla="*/ 419 h 3056"/>
                <a:gd name="T18" fmla="*/ 611 w 3063"/>
                <a:gd name="T19" fmla="*/ 307 h 3056"/>
                <a:gd name="T20" fmla="*/ 398 w 3063"/>
                <a:gd name="T21" fmla="*/ 502 h 3056"/>
                <a:gd name="T22" fmla="*/ 488 w 3063"/>
                <a:gd name="T23" fmla="*/ 743 h 3056"/>
                <a:gd name="T24" fmla="*/ 231 w 3063"/>
                <a:gd name="T25" fmla="*/ 722 h 3056"/>
                <a:gd name="T26" fmla="*/ 102 w 3063"/>
                <a:gd name="T27" fmla="*/ 981 h 3056"/>
                <a:gd name="T28" fmla="*/ 274 w 3063"/>
                <a:gd name="T29" fmla="*/ 1173 h 3056"/>
                <a:gd name="T30" fmla="*/ 27 w 3063"/>
                <a:gd name="T31" fmla="*/ 1247 h 3056"/>
                <a:gd name="T32" fmla="*/ 0 w 3063"/>
                <a:gd name="T33" fmla="*/ 1531 h 3056"/>
                <a:gd name="T34" fmla="*/ 0 w 3063"/>
                <a:gd name="T35" fmla="*/ 1535 h 3056"/>
                <a:gd name="T36" fmla="*/ 229 w 3063"/>
                <a:gd name="T37" fmla="*/ 1652 h 3056"/>
                <a:gd name="T38" fmla="*/ 26 w 3063"/>
                <a:gd name="T39" fmla="*/ 1809 h 3056"/>
                <a:gd name="T40" fmla="*/ 105 w 3063"/>
                <a:gd name="T41" fmla="*/ 2087 h 3056"/>
                <a:gd name="T42" fmla="*/ 361 w 3063"/>
                <a:gd name="T43" fmla="*/ 2114 h 3056"/>
                <a:gd name="T44" fmla="*/ 228 w 3063"/>
                <a:gd name="T45" fmla="*/ 2334 h 3056"/>
                <a:gd name="T46" fmla="*/ 402 w 3063"/>
                <a:gd name="T47" fmla="*/ 2565 h 3056"/>
                <a:gd name="T48" fmla="*/ 651 w 3063"/>
                <a:gd name="T49" fmla="*/ 2498 h 3056"/>
                <a:gd name="T50" fmla="*/ 606 w 3063"/>
                <a:gd name="T51" fmla="*/ 2751 h 3056"/>
                <a:gd name="T52" fmla="*/ 852 w 3063"/>
                <a:gd name="T53" fmla="*/ 2904 h 3056"/>
                <a:gd name="T54" fmla="*/ 1059 w 3063"/>
                <a:gd name="T55" fmla="*/ 2751 h 3056"/>
                <a:gd name="T56" fmla="*/ 1109 w 3063"/>
                <a:gd name="T57" fmla="*/ 3003 h 3056"/>
                <a:gd name="T58" fmla="*/ 1394 w 3063"/>
                <a:gd name="T59" fmla="*/ 3056 h 3056"/>
                <a:gd name="T60" fmla="*/ 1531 w 3063"/>
                <a:gd name="T61" fmla="*/ 2839 h 3056"/>
                <a:gd name="T62" fmla="*/ 1669 w 3063"/>
                <a:gd name="T63" fmla="*/ 3056 h 3056"/>
                <a:gd name="T64" fmla="*/ 1954 w 3063"/>
                <a:gd name="T65" fmla="*/ 3003 h 3056"/>
                <a:gd name="T66" fmla="*/ 2004 w 3063"/>
                <a:gd name="T67" fmla="*/ 2751 h 3056"/>
                <a:gd name="T68" fmla="*/ 2211 w 3063"/>
                <a:gd name="T69" fmla="*/ 2904 h 3056"/>
                <a:gd name="T70" fmla="*/ 2457 w 3063"/>
                <a:gd name="T71" fmla="*/ 2751 h 3056"/>
                <a:gd name="T72" fmla="*/ 2412 w 3063"/>
                <a:gd name="T73" fmla="*/ 2498 h 3056"/>
                <a:gd name="T74" fmla="*/ 2661 w 3063"/>
                <a:gd name="T75" fmla="*/ 2565 h 3056"/>
                <a:gd name="T76" fmla="*/ 2835 w 3063"/>
                <a:gd name="T77" fmla="*/ 2334 h 3056"/>
                <a:gd name="T78" fmla="*/ 2702 w 3063"/>
                <a:gd name="T79" fmla="*/ 2114 h 3056"/>
                <a:gd name="T80" fmla="*/ 2958 w 3063"/>
                <a:gd name="T81" fmla="*/ 2087 h 3056"/>
                <a:gd name="T82" fmla="*/ 3037 w 3063"/>
                <a:gd name="T83" fmla="*/ 1809 h 3056"/>
                <a:gd name="T84" fmla="*/ 2834 w 3063"/>
                <a:gd name="T85" fmla="*/ 1652 h 3056"/>
                <a:gd name="T86" fmla="*/ 3063 w 3063"/>
                <a:gd name="T87" fmla="*/ 1535 h 3056"/>
                <a:gd name="T88" fmla="*/ 3063 w 3063"/>
                <a:gd name="T89" fmla="*/ 1531 h 3056"/>
                <a:gd name="T90" fmla="*/ 3036 w 3063"/>
                <a:gd name="T91" fmla="*/ 1247 h 3056"/>
                <a:gd name="T92" fmla="*/ 2789 w 3063"/>
                <a:gd name="T93" fmla="*/ 1173 h 3056"/>
                <a:gd name="T94" fmla="*/ 2961 w 3063"/>
                <a:gd name="T95" fmla="*/ 981 h 3056"/>
                <a:gd name="T96" fmla="*/ 2832 w 3063"/>
                <a:gd name="T97" fmla="*/ 722 h 3056"/>
                <a:gd name="T98" fmla="*/ 2575 w 3063"/>
                <a:gd name="T99" fmla="*/ 743 h 3056"/>
                <a:gd name="T100" fmla="*/ 2665 w 3063"/>
                <a:gd name="T101" fmla="*/ 502 h 3056"/>
                <a:gd name="T102" fmla="*/ 2451 w 3063"/>
                <a:gd name="T103" fmla="*/ 307 h 3056"/>
                <a:gd name="T104" fmla="*/ 2220 w 3063"/>
                <a:gd name="T105" fmla="*/ 419 h 3056"/>
                <a:gd name="T106" fmla="*/ 2217 w 3063"/>
                <a:gd name="T107" fmla="*/ 162 h 3056"/>
                <a:gd name="T108" fmla="*/ 1948 w 3063"/>
                <a:gd name="T109" fmla="*/ 57 h 3056"/>
                <a:gd name="T110" fmla="*/ 1772 w 3063"/>
                <a:gd name="T111" fmla="*/ 246 h 3056"/>
                <a:gd name="T112" fmla="*/ 1676 w 3063"/>
                <a:gd name="T113" fmla="*/ 7 h 3056"/>
                <a:gd name="T114" fmla="*/ 1531 w 3063"/>
                <a:gd name="T115" fmla="*/ 0 h 3056"/>
                <a:gd name="T116" fmla="*/ 1387 w 3063"/>
                <a:gd name="T117" fmla="*/ 7 h 3056"/>
                <a:gd name="T118" fmla="*/ 1291 w 3063"/>
                <a:gd name="T119" fmla="*/ 246 h 3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63" h="3056">
                  <a:moveTo>
                    <a:pt x="325" y="1531"/>
                  </a:moveTo>
                  <a:cubicBezTo>
                    <a:pt x="325" y="865"/>
                    <a:pt x="865" y="325"/>
                    <a:pt x="1531" y="325"/>
                  </a:cubicBezTo>
                  <a:cubicBezTo>
                    <a:pt x="2198" y="325"/>
                    <a:pt x="2738" y="865"/>
                    <a:pt x="2738" y="1531"/>
                  </a:cubicBezTo>
                  <a:cubicBezTo>
                    <a:pt x="2738" y="2197"/>
                    <a:pt x="2198" y="2737"/>
                    <a:pt x="1531" y="2737"/>
                  </a:cubicBezTo>
                  <a:cubicBezTo>
                    <a:pt x="865" y="2737"/>
                    <a:pt x="325" y="2197"/>
                    <a:pt x="325" y="1531"/>
                  </a:cubicBezTo>
                  <a:close/>
                  <a:moveTo>
                    <a:pt x="1291" y="246"/>
                  </a:moveTo>
                  <a:cubicBezTo>
                    <a:pt x="1115" y="57"/>
                    <a:pt x="1115" y="57"/>
                    <a:pt x="1115" y="57"/>
                  </a:cubicBezTo>
                  <a:cubicBezTo>
                    <a:pt x="1022" y="84"/>
                    <a:pt x="932" y="119"/>
                    <a:pt x="846" y="162"/>
                  </a:cubicBezTo>
                  <a:cubicBezTo>
                    <a:pt x="843" y="419"/>
                    <a:pt x="843" y="419"/>
                    <a:pt x="843" y="419"/>
                  </a:cubicBezTo>
                  <a:cubicBezTo>
                    <a:pt x="611" y="307"/>
                    <a:pt x="611" y="307"/>
                    <a:pt x="611" y="307"/>
                  </a:cubicBezTo>
                  <a:cubicBezTo>
                    <a:pt x="534" y="365"/>
                    <a:pt x="463" y="431"/>
                    <a:pt x="398" y="502"/>
                  </a:cubicBezTo>
                  <a:cubicBezTo>
                    <a:pt x="488" y="743"/>
                    <a:pt x="488" y="743"/>
                    <a:pt x="488" y="743"/>
                  </a:cubicBezTo>
                  <a:cubicBezTo>
                    <a:pt x="231" y="722"/>
                    <a:pt x="231" y="722"/>
                    <a:pt x="231" y="722"/>
                  </a:cubicBezTo>
                  <a:cubicBezTo>
                    <a:pt x="181" y="804"/>
                    <a:pt x="137" y="890"/>
                    <a:pt x="102" y="981"/>
                  </a:cubicBezTo>
                  <a:cubicBezTo>
                    <a:pt x="274" y="1173"/>
                    <a:pt x="274" y="1173"/>
                    <a:pt x="274" y="1173"/>
                  </a:cubicBezTo>
                  <a:cubicBezTo>
                    <a:pt x="27" y="1247"/>
                    <a:pt x="27" y="1247"/>
                    <a:pt x="27" y="1247"/>
                  </a:cubicBezTo>
                  <a:cubicBezTo>
                    <a:pt x="9" y="1339"/>
                    <a:pt x="0" y="1434"/>
                    <a:pt x="0" y="1531"/>
                  </a:cubicBezTo>
                  <a:cubicBezTo>
                    <a:pt x="0" y="1532"/>
                    <a:pt x="0" y="1533"/>
                    <a:pt x="0" y="1535"/>
                  </a:cubicBezTo>
                  <a:cubicBezTo>
                    <a:pt x="229" y="1652"/>
                    <a:pt x="229" y="1652"/>
                    <a:pt x="229" y="1652"/>
                  </a:cubicBezTo>
                  <a:cubicBezTo>
                    <a:pt x="26" y="1809"/>
                    <a:pt x="26" y="1809"/>
                    <a:pt x="26" y="1809"/>
                  </a:cubicBezTo>
                  <a:cubicBezTo>
                    <a:pt x="43" y="1906"/>
                    <a:pt x="70" y="1999"/>
                    <a:pt x="105" y="2087"/>
                  </a:cubicBezTo>
                  <a:cubicBezTo>
                    <a:pt x="361" y="2114"/>
                    <a:pt x="361" y="2114"/>
                    <a:pt x="361" y="2114"/>
                  </a:cubicBezTo>
                  <a:cubicBezTo>
                    <a:pt x="228" y="2334"/>
                    <a:pt x="228" y="2334"/>
                    <a:pt x="228" y="2334"/>
                  </a:cubicBezTo>
                  <a:cubicBezTo>
                    <a:pt x="279" y="2417"/>
                    <a:pt x="337" y="2494"/>
                    <a:pt x="402" y="2565"/>
                  </a:cubicBezTo>
                  <a:cubicBezTo>
                    <a:pt x="651" y="2498"/>
                    <a:pt x="651" y="2498"/>
                    <a:pt x="651" y="2498"/>
                  </a:cubicBezTo>
                  <a:cubicBezTo>
                    <a:pt x="606" y="2751"/>
                    <a:pt x="606" y="2751"/>
                    <a:pt x="606" y="2751"/>
                  </a:cubicBezTo>
                  <a:cubicBezTo>
                    <a:pt x="683" y="2809"/>
                    <a:pt x="765" y="2860"/>
                    <a:pt x="852" y="2904"/>
                  </a:cubicBezTo>
                  <a:cubicBezTo>
                    <a:pt x="1059" y="2751"/>
                    <a:pt x="1059" y="2751"/>
                    <a:pt x="1059" y="2751"/>
                  </a:cubicBezTo>
                  <a:cubicBezTo>
                    <a:pt x="1109" y="3003"/>
                    <a:pt x="1109" y="3003"/>
                    <a:pt x="1109" y="3003"/>
                  </a:cubicBezTo>
                  <a:cubicBezTo>
                    <a:pt x="1201" y="3030"/>
                    <a:pt x="1296" y="3048"/>
                    <a:pt x="1394" y="3056"/>
                  </a:cubicBezTo>
                  <a:cubicBezTo>
                    <a:pt x="1531" y="2839"/>
                    <a:pt x="1531" y="2839"/>
                    <a:pt x="1531" y="2839"/>
                  </a:cubicBezTo>
                  <a:cubicBezTo>
                    <a:pt x="1669" y="3056"/>
                    <a:pt x="1669" y="3056"/>
                    <a:pt x="1669" y="3056"/>
                  </a:cubicBezTo>
                  <a:cubicBezTo>
                    <a:pt x="1767" y="3048"/>
                    <a:pt x="1862" y="3030"/>
                    <a:pt x="1954" y="3003"/>
                  </a:cubicBezTo>
                  <a:cubicBezTo>
                    <a:pt x="2004" y="2751"/>
                    <a:pt x="2004" y="2751"/>
                    <a:pt x="2004" y="2751"/>
                  </a:cubicBezTo>
                  <a:cubicBezTo>
                    <a:pt x="2211" y="2904"/>
                    <a:pt x="2211" y="2904"/>
                    <a:pt x="2211" y="2904"/>
                  </a:cubicBezTo>
                  <a:cubicBezTo>
                    <a:pt x="2298" y="2860"/>
                    <a:pt x="2380" y="2809"/>
                    <a:pt x="2457" y="2751"/>
                  </a:cubicBezTo>
                  <a:cubicBezTo>
                    <a:pt x="2412" y="2498"/>
                    <a:pt x="2412" y="2498"/>
                    <a:pt x="2412" y="2498"/>
                  </a:cubicBezTo>
                  <a:cubicBezTo>
                    <a:pt x="2661" y="2565"/>
                    <a:pt x="2661" y="2565"/>
                    <a:pt x="2661" y="2565"/>
                  </a:cubicBezTo>
                  <a:cubicBezTo>
                    <a:pt x="2726" y="2494"/>
                    <a:pt x="2784" y="2417"/>
                    <a:pt x="2835" y="2334"/>
                  </a:cubicBezTo>
                  <a:cubicBezTo>
                    <a:pt x="2702" y="2114"/>
                    <a:pt x="2702" y="2114"/>
                    <a:pt x="2702" y="2114"/>
                  </a:cubicBezTo>
                  <a:cubicBezTo>
                    <a:pt x="2958" y="2087"/>
                    <a:pt x="2958" y="2087"/>
                    <a:pt x="2958" y="2087"/>
                  </a:cubicBezTo>
                  <a:cubicBezTo>
                    <a:pt x="2993" y="1999"/>
                    <a:pt x="3020" y="1906"/>
                    <a:pt x="3037" y="1809"/>
                  </a:cubicBezTo>
                  <a:cubicBezTo>
                    <a:pt x="2834" y="1652"/>
                    <a:pt x="2834" y="1652"/>
                    <a:pt x="2834" y="1652"/>
                  </a:cubicBezTo>
                  <a:cubicBezTo>
                    <a:pt x="3063" y="1535"/>
                    <a:pt x="3063" y="1535"/>
                    <a:pt x="3063" y="1535"/>
                  </a:cubicBezTo>
                  <a:cubicBezTo>
                    <a:pt x="3063" y="1533"/>
                    <a:pt x="3063" y="1532"/>
                    <a:pt x="3063" y="1531"/>
                  </a:cubicBezTo>
                  <a:cubicBezTo>
                    <a:pt x="3063" y="1434"/>
                    <a:pt x="3054" y="1339"/>
                    <a:pt x="3036" y="1247"/>
                  </a:cubicBezTo>
                  <a:cubicBezTo>
                    <a:pt x="2789" y="1173"/>
                    <a:pt x="2789" y="1173"/>
                    <a:pt x="2789" y="1173"/>
                  </a:cubicBezTo>
                  <a:cubicBezTo>
                    <a:pt x="2961" y="981"/>
                    <a:pt x="2961" y="981"/>
                    <a:pt x="2961" y="981"/>
                  </a:cubicBezTo>
                  <a:cubicBezTo>
                    <a:pt x="2926" y="890"/>
                    <a:pt x="2883" y="804"/>
                    <a:pt x="2832" y="722"/>
                  </a:cubicBezTo>
                  <a:cubicBezTo>
                    <a:pt x="2575" y="743"/>
                    <a:pt x="2575" y="743"/>
                    <a:pt x="2575" y="743"/>
                  </a:cubicBezTo>
                  <a:cubicBezTo>
                    <a:pt x="2665" y="502"/>
                    <a:pt x="2665" y="502"/>
                    <a:pt x="2665" y="502"/>
                  </a:cubicBezTo>
                  <a:cubicBezTo>
                    <a:pt x="2600" y="431"/>
                    <a:pt x="2529" y="365"/>
                    <a:pt x="2451" y="307"/>
                  </a:cubicBezTo>
                  <a:cubicBezTo>
                    <a:pt x="2220" y="419"/>
                    <a:pt x="2220" y="419"/>
                    <a:pt x="2220" y="419"/>
                  </a:cubicBezTo>
                  <a:cubicBezTo>
                    <a:pt x="2217" y="162"/>
                    <a:pt x="2217" y="162"/>
                    <a:pt x="2217" y="162"/>
                  </a:cubicBezTo>
                  <a:cubicBezTo>
                    <a:pt x="2131" y="119"/>
                    <a:pt x="2041" y="84"/>
                    <a:pt x="1948" y="57"/>
                  </a:cubicBezTo>
                  <a:cubicBezTo>
                    <a:pt x="1772" y="246"/>
                    <a:pt x="1772" y="246"/>
                    <a:pt x="1772" y="246"/>
                  </a:cubicBezTo>
                  <a:cubicBezTo>
                    <a:pt x="1676" y="7"/>
                    <a:pt x="1676" y="7"/>
                    <a:pt x="1676" y="7"/>
                  </a:cubicBezTo>
                  <a:cubicBezTo>
                    <a:pt x="1628" y="2"/>
                    <a:pt x="1580" y="0"/>
                    <a:pt x="1531" y="0"/>
                  </a:cubicBezTo>
                  <a:cubicBezTo>
                    <a:pt x="1483" y="0"/>
                    <a:pt x="1435" y="2"/>
                    <a:pt x="1387" y="7"/>
                  </a:cubicBezTo>
                  <a:lnTo>
                    <a:pt x="1291" y="246"/>
                  </a:lnTo>
                  <a:close/>
                </a:path>
              </a:pathLst>
            </a:custGeom>
            <a:solidFill>
              <a:schemeClr val="bg1">
                <a:lumMod val="95000"/>
              </a:schemeClr>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25" name="Oval 6"/>
            <p:cNvSpPr>
              <a:spLocks noChangeArrowheads="1"/>
            </p:cNvSpPr>
            <p:nvPr/>
          </p:nvSpPr>
          <p:spPr bwMode="auto">
            <a:xfrm>
              <a:off x="1292225" y="1420813"/>
              <a:ext cx="1268413" cy="1241425"/>
            </a:xfrm>
            <a:prstGeom prst="ellipse">
              <a:avLst/>
            </a:prstGeom>
            <a:solidFill>
              <a:srgbClr val="FFFFFF"/>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7"/>
            <p:cNvSpPr>
              <a:spLocks noEditPoints="1"/>
            </p:cNvSpPr>
            <p:nvPr/>
          </p:nvSpPr>
          <p:spPr bwMode="auto">
            <a:xfrm>
              <a:off x="1295400" y="1473201"/>
              <a:ext cx="1263650" cy="1104900"/>
            </a:xfrm>
            <a:custGeom>
              <a:avLst/>
              <a:gdLst>
                <a:gd name="T0" fmla="*/ 1087 w 1650"/>
                <a:gd name="T1" fmla="*/ 1248 h 1445"/>
                <a:gd name="T2" fmla="*/ 1090 w 1650"/>
                <a:gd name="T3" fmla="*/ 1249 h 1445"/>
                <a:gd name="T4" fmla="*/ 1102 w 1650"/>
                <a:gd name="T5" fmla="*/ 1246 h 1445"/>
                <a:gd name="T6" fmla="*/ 1096 w 1650"/>
                <a:gd name="T7" fmla="*/ 1234 h 1445"/>
                <a:gd name="T8" fmla="*/ 1099 w 1650"/>
                <a:gd name="T9" fmla="*/ 1230 h 1445"/>
                <a:gd name="T10" fmla="*/ 1624 w 1650"/>
                <a:gd name="T11" fmla="*/ 904 h 1445"/>
                <a:gd name="T12" fmla="*/ 47 w 1650"/>
                <a:gd name="T13" fmla="*/ 668 h 1445"/>
                <a:gd name="T14" fmla="*/ 7 w 1650"/>
                <a:gd name="T15" fmla="*/ 643 h 1445"/>
                <a:gd name="T16" fmla="*/ 9 w 1650"/>
                <a:gd name="T17" fmla="*/ 747 h 1445"/>
                <a:gd name="T18" fmla="*/ 880 w 1650"/>
                <a:gd name="T19" fmla="*/ 583 h 1445"/>
                <a:gd name="T20" fmla="*/ 740 w 1650"/>
                <a:gd name="T21" fmla="*/ 410 h 1445"/>
                <a:gd name="T22" fmla="*/ 1216 w 1650"/>
                <a:gd name="T23" fmla="*/ 522 h 1445"/>
                <a:gd name="T24" fmla="*/ 1198 w 1650"/>
                <a:gd name="T25" fmla="*/ 507 h 1445"/>
                <a:gd name="T26" fmla="*/ 675 w 1650"/>
                <a:gd name="T27" fmla="*/ 509 h 1445"/>
                <a:gd name="T28" fmla="*/ 707 w 1650"/>
                <a:gd name="T29" fmla="*/ 504 h 1445"/>
                <a:gd name="T30" fmla="*/ 710 w 1650"/>
                <a:gd name="T31" fmla="*/ 501 h 1445"/>
                <a:gd name="T32" fmla="*/ 805 w 1650"/>
                <a:gd name="T33" fmla="*/ 478 h 1445"/>
                <a:gd name="T34" fmla="*/ 798 w 1650"/>
                <a:gd name="T35" fmla="*/ 478 h 1445"/>
                <a:gd name="T36" fmla="*/ 800 w 1650"/>
                <a:gd name="T37" fmla="*/ 478 h 1445"/>
                <a:gd name="T38" fmla="*/ 801 w 1650"/>
                <a:gd name="T39" fmla="*/ 478 h 1445"/>
                <a:gd name="T40" fmla="*/ 806 w 1650"/>
                <a:gd name="T41" fmla="*/ 443 h 1445"/>
                <a:gd name="T42" fmla="*/ 936 w 1650"/>
                <a:gd name="T43" fmla="*/ 312 h 1445"/>
                <a:gd name="T44" fmla="*/ 980 w 1650"/>
                <a:gd name="T45" fmla="*/ 289 h 1445"/>
                <a:gd name="T46" fmla="*/ 1002 w 1650"/>
                <a:gd name="T47" fmla="*/ 294 h 1445"/>
                <a:gd name="T48" fmla="*/ 1032 w 1650"/>
                <a:gd name="T49" fmla="*/ 228 h 1445"/>
                <a:gd name="T50" fmla="*/ 1031 w 1650"/>
                <a:gd name="T51" fmla="*/ 227 h 1445"/>
                <a:gd name="T52" fmla="*/ 878 w 1650"/>
                <a:gd name="T53" fmla="*/ 333 h 1445"/>
                <a:gd name="T54" fmla="*/ 1122 w 1650"/>
                <a:gd name="T55" fmla="*/ 486 h 1445"/>
                <a:gd name="T56" fmla="*/ 840 w 1650"/>
                <a:gd name="T57" fmla="*/ 120 h 1445"/>
                <a:gd name="T58" fmla="*/ 879 w 1650"/>
                <a:gd name="T59" fmla="*/ 104 h 1445"/>
                <a:gd name="T60" fmla="*/ 536 w 1650"/>
                <a:gd name="T61" fmla="*/ 202 h 1445"/>
                <a:gd name="T62" fmla="*/ 530 w 1650"/>
                <a:gd name="T63" fmla="*/ 201 h 1445"/>
                <a:gd name="T64" fmla="*/ 617 w 1650"/>
                <a:gd name="T65" fmla="*/ 160 h 1445"/>
                <a:gd name="T66" fmla="*/ 612 w 1650"/>
                <a:gd name="T67" fmla="*/ 188 h 1445"/>
                <a:gd name="T68" fmla="*/ 1073 w 1650"/>
                <a:gd name="T69" fmla="*/ 700 h 1445"/>
                <a:gd name="T70" fmla="*/ 611 w 1650"/>
                <a:gd name="T71" fmla="*/ 657 h 1445"/>
                <a:gd name="T72" fmla="*/ 1200 w 1650"/>
                <a:gd name="T73" fmla="*/ 560 h 1445"/>
                <a:gd name="T74" fmla="*/ 348 w 1650"/>
                <a:gd name="T75" fmla="*/ 148 h 1445"/>
                <a:gd name="T76" fmla="*/ 136 w 1650"/>
                <a:gd name="T77" fmla="*/ 348 h 1445"/>
                <a:gd name="T78" fmla="*/ 157 w 1650"/>
                <a:gd name="T79" fmla="*/ 360 h 1445"/>
                <a:gd name="T80" fmla="*/ 161 w 1650"/>
                <a:gd name="T81" fmla="*/ 364 h 1445"/>
                <a:gd name="T82" fmla="*/ 199 w 1650"/>
                <a:gd name="T83" fmla="*/ 261 h 1445"/>
                <a:gd name="T84" fmla="*/ 152 w 1650"/>
                <a:gd name="T85" fmla="*/ 328 h 1445"/>
                <a:gd name="T86" fmla="*/ 208 w 1650"/>
                <a:gd name="T87" fmla="*/ 217 h 1445"/>
                <a:gd name="T88" fmla="*/ 315 w 1650"/>
                <a:gd name="T89" fmla="*/ 239 h 1445"/>
                <a:gd name="T90" fmla="*/ 324 w 1650"/>
                <a:gd name="T91" fmla="*/ 235 h 1445"/>
                <a:gd name="T92" fmla="*/ 318 w 1650"/>
                <a:gd name="T93" fmla="*/ 109 h 1445"/>
                <a:gd name="T94" fmla="*/ 394 w 1650"/>
                <a:gd name="T95" fmla="*/ 64 h 1445"/>
                <a:gd name="T96" fmla="*/ 451 w 1650"/>
                <a:gd name="T97" fmla="*/ 27 h 1445"/>
                <a:gd name="T98" fmla="*/ 447 w 1650"/>
                <a:gd name="T99" fmla="*/ 55 h 1445"/>
                <a:gd name="T100" fmla="*/ 466 w 1650"/>
                <a:gd name="T101" fmla="*/ 72 h 1445"/>
                <a:gd name="T102" fmla="*/ 1387 w 1650"/>
                <a:gd name="T103" fmla="*/ 395 h 1445"/>
                <a:gd name="T104" fmla="*/ 1435 w 1650"/>
                <a:gd name="T105" fmla="*/ 253 h 1445"/>
                <a:gd name="T106" fmla="*/ 1187 w 1650"/>
                <a:gd name="T107" fmla="*/ 176 h 1445"/>
                <a:gd name="T108" fmla="*/ 1186 w 1650"/>
                <a:gd name="T109" fmla="*/ 177 h 1445"/>
                <a:gd name="T110" fmla="*/ 1183 w 1650"/>
                <a:gd name="T111" fmla="*/ 178 h 1445"/>
                <a:gd name="T112" fmla="*/ 1220 w 1650"/>
                <a:gd name="T113" fmla="*/ 55 h 1445"/>
                <a:gd name="T114" fmla="*/ 1169 w 1650"/>
                <a:gd name="T115" fmla="*/ 114 h 1445"/>
                <a:gd name="T116" fmla="*/ 1184 w 1650"/>
                <a:gd name="T117" fmla="*/ 119 h 1445"/>
                <a:gd name="T118" fmla="*/ 1211 w 1650"/>
                <a:gd name="T119" fmla="*/ 46 h 1445"/>
                <a:gd name="T120" fmla="*/ 1288 w 1650"/>
                <a:gd name="T121" fmla="*/ 452 h 1445"/>
                <a:gd name="T122" fmla="*/ 1114 w 1650"/>
                <a:gd name="T123" fmla="*/ 44 h 1445"/>
                <a:gd name="T124" fmla="*/ 526 w 1650"/>
                <a:gd name="T125" fmla="*/ 8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50" h="1445">
                  <a:moveTo>
                    <a:pt x="1237" y="1254"/>
                  </a:moveTo>
                  <a:cubicBezTo>
                    <a:pt x="1246" y="1246"/>
                    <a:pt x="1246" y="1246"/>
                    <a:pt x="1246" y="1246"/>
                  </a:cubicBezTo>
                  <a:cubicBezTo>
                    <a:pt x="1237" y="1254"/>
                    <a:pt x="1237" y="1254"/>
                    <a:pt x="1237" y="1254"/>
                  </a:cubicBezTo>
                  <a:moveTo>
                    <a:pt x="1246" y="1246"/>
                  </a:moveTo>
                  <a:cubicBezTo>
                    <a:pt x="1247" y="1244"/>
                    <a:pt x="1247" y="1241"/>
                    <a:pt x="1248" y="1239"/>
                  </a:cubicBezTo>
                  <a:cubicBezTo>
                    <a:pt x="1248" y="1218"/>
                    <a:pt x="1248" y="1218"/>
                    <a:pt x="1248" y="1218"/>
                  </a:cubicBezTo>
                  <a:cubicBezTo>
                    <a:pt x="1246" y="1219"/>
                    <a:pt x="1244" y="1219"/>
                    <a:pt x="1242" y="1220"/>
                  </a:cubicBezTo>
                  <a:cubicBezTo>
                    <a:pt x="1231" y="1235"/>
                    <a:pt x="1231" y="1235"/>
                    <a:pt x="1231" y="1235"/>
                  </a:cubicBezTo>
                  <a:cubicBezTo>
                    <a:pt x="1222" y="1244"/>
                    <a:pt x="1222" y="1244"/>
                    <a:pt x="1222" y="1244"/>
                  </a:cubicBezTo>
                  <a:cubicBezTo>
                    <a:pt x="1214" y="1252"/>
                    <a:pt x="1214" y="1252"/>
                    <a:pt x="1214" y="1252"/>
                  </a:cubicBezTo>
                  <a:cubicBezTo>
                    <a:pt x="1205" y="1260"/>
                    <a:pt x="1205" y="1260"/>
                    <a:pt x="1205" y="1260"/>
                  </a:cubicBezTo>
                  <a:cubicBezTo>
                    <a:pt x="1199" y="1261"/>
                    <a:pt x="1192" y="1262"/>
                    <a:pt x="1186" y="1263"/>
                  </a:cubicBezTo>
                  <a:cubicBezTo>
                    <a:pt x="1182" y="1275"/>
                    <a:pt x="1179" y="1286"/>
                    <a:pt x="1175" y="1297"/>
                  </a:cubicBezTo>
                  <a:cubicBezTo>
                    <a:pt x="1171" y="1307"/>
                    <a:pt x="1170" y="1309"/>
                    <a:pt x="1161" y="1317"/>
                  </a:cubicBezTo>
                  <a:cubicBezTo>
                    <a:pt x="1158" y="1319"/>
                    <a:pt x="1154" y="1322"/>
                    <a:pt x="1153" y="1325"/>
                  </a:cubicBezTo>
                  <a:cubicBezTo>
                    <a:pt x="1151" y="1333"/>
                    <a:pt x="1153" y="1345"/>
                    <a:pt x="1153" y="1354"/>
                  </a:cubicBezTo>
                  <a:cubicBezTo>
                    <a:pt x="1168" y="1348"/>
                    <a:pt x="1179" y="1344"/>
                    <a:pt x="1191" y="1332"/>
                  </a:cubicBezTo>
                  <a:cubicBezTo>
                    <a:pt x="1196" y="1328"/>
                    <a:pt x="1200" y="1319"/>
                    <a:pt x="1203" y="1315"/>
                  </a:cubicBezTo>
                  <a:cubicBezTo>
                    <a:pt x="1213" y="1296"/>
                    <a:pt x="1218" y="1290"/>
                    <a:pt x="1230" y="1276"/>
                  </a:cubicBezTo>
                  <a:cubicBezTo>
                    <a:pt x="1233" y="1269"/>
                    <a:pt x="1235" y="1261"/>
                    <a:pt x="1237" y="1254"/>
                  </a:cubicBezTo>
                  <a:cubicBezTo>
                    <a:pt x="1246" y="1246"/>
                    <a:pt x="1246" y="1246"/>
                    <a:pt x="1246" y="1246"/>
                  </a:cubicBezTo>
                  <a:moveTo>
                    <a:pt x="1205" y="1260"/>
                  </a:moveTo>
                  <a:cubicBezTo>
                    <a:pt x="1214" y="1252"/>
                    <a:pt x="1214" y="1252"/>
                    <a:pt x="1214" y="1252"/>
                  </a:cubicBezTo>
                  <a:cubicBezTo>
                    <a:pt x="1205" y="1260"/>
                    <a:pt x="1205" y="1260"/>
                    <a:pt x="1205" y="1260"/>
                  </a:cubicBezTo>
                  <a:moveTo>
                    <a:pt x="1222" y="1244"/>
                  </a:moveTo>
                  <a:cubicBezTo>
                    <a:pt x="1214" y="1252"/>
                    <a:pt x="1214" y="1252"/>
                    <a:pt x="1214" y="1252"/>
                  </a:cubicBezTo>
                  <a:cubicBezTo>
                    <a:pt x="1222" y="1244"/>
                    <a:pt x="1222" y="1244"/>
                    <a:pt x="1222" y="1244"/>
                  </a:cubicBezTo>
                  <a:moveTo>
                    <a:pt x="1231" y="1235"/>
                  </a:moveTo>
                  <a:cubicBezTo>
                    <a:pt x="1222" y="1244"/>
                    <a:pt x="1222" y="1244"/>
                    <a:pt x="1222" y="1244"/>
                  </a:cubicBezTo>
                  <a:cubicBezTo>
                    <a:pt x="1231" y="1235"/>
                    <a:pt x="1231" y="1235"/>
                    <a:pt x="1231" y="1235"/>
                  </a:cubicBezTo>
                  <a:moveTo>
                    <a:pt x="1242" y="1220"/>
                  </a:moveTo>
                  <a:cubicBezTo>
                    <a:pt x="1231" y="1235"/>
                    <a:pt x="1231" y="1235"/>
                    <a:pt x="1231" y="1235"/>
                  </a:cubicBezTo>
                  <a:cubicBezTo>
                    <a:pt x="1242" y="1220"/>
                    <a:pt x="1242" y="1220"/>
                    <a:pt x="1242" y="1220"/>
                  </a:cubicBezTo>
                  <a:cubicBezTo>
                    <a:pt x="1244" y="1219"/>
                    <a:pt x="1246" y="1219"/>
                    <a:pt x="1248" y="1218"/>
                  </a:cubicBezTo>
                  <a:cubicBezTo>
                    <a:pt x="1246" y="1219"/>
                    <a:pt x="1244" y="1219"/>
                    <a:pt x="1242" y="1220"/>
                  </a:cubicBezTo>
                  <a:moveTo>
                    <a:pt x="336" y="1197"/>
                  </a:moveTo>
                  <a:cubicBezTo>
                    <a:pt x="351" y="1166"/>
                    <a:pt x="351" y="1166"/>
                    <a:pt x="351" y="1166"/>
                  </a:cubicBezTo>
                  <a:cubicBezTo>
                    <a:pt x="351" y="1164"/>
                    <a:pt x="351" y="1164"/>
                    <a:pt x="351" y="1164"/>
                  </a:cubicBezTo>
                  <a:cubicBezTo>
                    <a:pt x="275" y="1148"/>
                    <a:pt x="209" y="1128"/>
                    <a:pt x="156" y="1105"/>
                  </a:cubicBezTo>
                  <a:cubicBezTo>
                    <a:pt x="195" y="1226"/>
                    <a:pt x="262" y="1327"/>
                    <a:pt x="350" y="1401"/>
                  </a:cubicBezTo>
                  <a:cubicBezTo>
                    <a:pt x="351" y="1401"/>
                    <a:pt x="352" y="1401"/>
                    <a:pt x="353" y="1402"/>
                  </a:cubicBezTo>
                  <a:cubicBezTo>
                    <a:pt x="351" y="1396"/>
                    <a:pt x="351" y="1396"/>
                    <a:pt x="351" y="1396"/>
                  </a:cubicBezTo>
                  <a:cubicBezTo>
                    <a:pt x="353" y="1402"/>
                    <a:pt x="353" y="1402"/>
                    <a:pt x="353" y="1402"/>
                  </a:cubicBezTo>
                  <a:cubicBezTo>
                    <a:pt x="355" y="1403"/>
                    <a:pt x="357" y="1404"/>
                    <a:pt x="360" y="1404"/>
                  </a:cubicBezTo>
                  <a:cubicBezTo>
                    <a:pt x="350" y="1393"/>
                    <a:pt x="350" y="1393"/>
                    <a:pt x="350" y="1393"/>
                  </a:cubicBezTo>
                  <a:cubicBezTo>
                    <a:pt x="329" y="1376"/>
                    <a:pt x="329" y="1376"/>
                    <a:pt x="329" y="1376"/>
                  </a:cubicBezTo>
                  <a:cubicBezTo>
                    <a:pt x="340" y="1380"/>
                    <a:pt x="340" y="1380"/>
                    <a:pt x="340" y="1380"/>
                  </a:cubicBezTo>
                  <a:cubicBezTo>
                    <a:pt x="342" y="1381"/>
                    <a:pt x="345" y="1381"/>
                    <a:pt x="347" y="1382"/>
                  </a:cubicBezTo>
                  <a:cubicBezTo>
                    <a:pt x="340" y="1369"/>
                    <a:pt x="340" y="1369"/>
                    <a:pt x="340" y="1369"/>
                  </a:cubicBezTo>
                  <a:cubicBezTo>
                    <a:pt x="339" y="1371"/>
                    <a:pt x="340" y="1373"/>
                    <a:pt x="340" y="1375"/>
                  </a:cubicBezTo>
                  <a:cubicBezTo>
                    <a:pt x="338" y="1375"/>
                    <a:pt x="336" y="1375"/>
                    <a:pt x="335" y="1374"/>
                  </a:cubicBezTo>
                  <a:cubicBezTo>
                    <a:pt x="329" y="1372"/>
                    <a:pt x="323" y="1370"/>
                    <a:pt x="318" y="1367"/>
                  </a:cubicBezTo>
                  <a:cubicBezTo>
                    <a:pt x="323" y="1370"/>
                    <a:pt x="329" y="1372"/>
                    <a:pt x="335" y="1374"/>
                  </a:cubicBezTo>
                  <a:cubicBezTo>
                    <a:pt x="337" y="1375"/>
                    <a:pt x="337" y="1375"/>
                    <a:pt x="337" y="1375"/>
                  </a:cubicBezTo>
                  <a:cubicBezTo>
                    <a:pt x="338" y="1375"/>
                    <a:pt x="338" y="1375"/>
                    <a:pt x="339" y="1376"/>
                  </a:cubicBezTo>
                  <a:cubicBezTo>
                    <a:pt x="341" y="1372"/>
                    <a:pt x="341" y="1372"/>
                    <a:pt x="333" y="1351"/>
                  </a:cubicBezTo>
                  <a:cubicBezTo>
                    <a:pt x="328" y="1337"/>
                    <a:pt x="328" y="1337"/>
                    <a:pt x="323" y="1330"/>
                  </a:cubicBezTo>
                  <a:cubicBezTo>
                    <a:pt x="324" y="1331"/>
                    <a:pt x="325" y="1333"/>
                    <a:pt x="326" y="1334"/>
                  </a:cubicBezTo>
                  <a:cubicBezTo>
                    <a:pt x="328" y="1337"/>
                    <a:pt x="328" y="1337"/>
                    <a:pt x="333" y="1351"/>
                  </a:cubicBezTo>
                  <a:cubicBezTo>
                    <a:pt x="333" y="1348"/>
                    <a:pt x="334" y="1345"/>
                    <a:pt x="335" y="1342"/>
                  </a:cubicBezTo>
                  <a:cubicBezTo>
                    <a:pt x="328" y="1331"/>
                    <a:pt x="328" y="1331"/>
                    <a:pt x="328" y="1331"/>
                  </a:cubicBezTo>
                  <a:cubicBezTo>
                    <a:pt x="326" y="1329"/>
                    <a:pt x="325" y="1327"/>
                    <a:pt x="324" y="1325"/>
                  </a:cubicBezTo>
                  <a:cubicBezTo>
                    <a:pt x="321" y="1321"/>
                    <a:pt x="318" y="1317"/>
                    <a:pt x="316" y="1313"/>
                  </a:cubicBezTo>
                  <a:cubicBezTo>
                    <a:pt x="323" y="1299"/>
                    <a:pt x="323" y="1299"/>
                    <a:pt x="323" y="1299"/>
                  </a:cubicBezTo>
                  <a:cubicBezTo>
                    <a:pt x="320" y="1299"/>
                    <a:pt x="316" y="1298"/>
                    <a:pt x="313" y="1297"/>
                  </a:cubicBezTo>
                  <a:cubicBezTo>
                    <a:pt x="313" y="1313"/>
                    <a:pt x="313" y="1313"/>
                    <a:pt x="313" y="1313"/>
                  </a:cubicBezTo>
                  <a:cubicBezTo>
                    <a:pt x="319" y="1324"/>
                    <a:pt x="319" y="1324"/>
                    <a:pt x="319" y="1324"/>
                  </a:cubicBezTo>
                  <a:cubicBezTo>
                    <a:pt x="313" y="1313"/>
                    <a:pt x="313" y="1313"/>
                    <a:pt x="313" y="1313"/>
                  </a:cubicBezTo>
                  <a:cubicBezTo>
                    <a:pt x="313" y="1297"/>
                    <a:pt x="313" y="1297"/>
                    <a:pt x="313" y="1297"/>
                  </a:cubicBezTo>
                  <a:cubicBezTo>
                    <a:pt x="316" y="1298"/>
                    <a:pt x="320" y="1299"/>
                    <a:pt x="323" y="1299"/>
                  </a:cubicBezTo>
                  <a:cubicBezTo>
                    <a:pt x="324" y="1300"/>
                    <a:pt x="326" y="1300"/>
                    <a:pt x="327" y="1301"/>
                  </a:cubicBezTo>
                  <a:cubicBezTo>
                    <a:pt x="328" y="1296"/>
                    <a:pt x="328" y="1296"/>
                    <a:pt x="328" y="1296"/>
                  </a:cubicBezTo>
                  <a:cubicBezTo>
                    <a:pt x="335" y="1298"/>
                    <a:pt x="342" y="1299"/>
                    <a:pt x="348" y="1301"/>
                  </a:cubicBezTo>
                  <a:cubicBezTo>
                    <a:pt x="337" y="1249"/>
                    <a:pt x="336" y="1244"/>
                    <a:pt x="333" y="1203"/>
                  </a:cubicBezTo>
                  <a:cubicBezTo>
                    <a:pt x="336" y="1197"/>
                    <a:pt x="336" y="1197"/>
                    <a:pt x="336" y="119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7"/>
                  </a:moveTo>
                  <a:cubicBezTo>
                    <a:pt x="1087" y="1247"/>
                    <a:pt x="1087" y="1247"/>
                    <a:pt x="1087" y="1247"/>
                  </a:cubicBezTo>
                  <a:cubicBezTo>
                    <a:pt x="1087" y="1247"/>
                    <a:pt x="1087" y="1247"/>
                    <a:pt x="1087" y="1247"/>
                  </a:cubicBezTo>
                  <a:moveTo>
                    <a:pt x="1087" y="1248"/>
                  </a:moveTo>
                  <a:cubicBezTo>
                    <a:pt x="1087" y="1247"/>
                    <a:pt x="1087" y="1247"/>
                    <a:pt x="1087" y="1247"/>
                  </a:cubicBezTo>
                  <a:cubicBezTo>
                    <a:pt x="1087" y="1247"/>
                    <a:pt x="1087" y="1247"/>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7" y="1248"/>
                    <a:pt x="1087" y="1248"/>
                    <a:pt x="1087" y="1248"/>
                  </a:cubicBezTo>
                  <a:cubicBezTo>
                    <a:pt x="1087" y="1248"/>
                    <a:pt x="1087" y="1248"/>
                    <a:pt x="1087" y="1248"/>
                  </a:cubicBezTo>
                  <a:moveTo>
                    <a:pt x="1087" y="1248"/>
                  </a:moveTo>
                  <a:cubicBezTo>
                    <a:pt x="1088" y="1248"/>
                    <a:pt x="1088" y="1248"/>
                    <a:pt x="1088" y="1248"/>
                  </a:cubicBezTo>
                  <a:cubicBezTo>
                    <a:pt x="1087" y="1248"/>
                    <a:pt x="1087" y="1248"/>
                    <a:pt x="1087"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8" y="1248"/>
                  </a:moveTo>
                  <a:cubicBezTo>
                    <a:pt x="1088" y="1248"/>
                    <a:pt x="1088" y="1248"/>
                    <a:pt x="1088" y="1248"/>
                  </a:cubicBezTo>
                  <a:cubicBezTo>
                    <a:pt x="1088" y="1248"/>
                    <a:pt x="1088" y="1248"/>
                    <a:pt x="1088" y="1248"/>
                  </a:cubicBezTo>
                  <a:moveTo>
                    <a:pt x="1089" y="1248"/>
                  </a:moveTo>
                  <a:cubicBezTo>
                    <a:pt x="1088" y="1248"/>
                    <a:pt x="1088" y="1248"/>
                    <a:pt x="1088" y="1248"/>
                  </a:cubicBezTo>
                  <a:cubicBezTo>
                    <a:pt x="1088" y="1248"/>
                    <a:pt x="1088"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89" y="1248"/>
                  </a:moveTo>
                  <a:cubicBezTo>
                    <a:pt x="1089" y="1248"/>
                    <a:pt x="1089" y="1248"/>
                    <a:pt x="1089" y="1248"/>
                  </a:cubicBezTo>
                  <a:cubicBezTo>
                    <a:pt x="1089" y="1248"/>
                    <a:pt x="1089" y="1248"/>
                    <a:pt x="1089" y="1248"/>
                  </a:cubicBezTo>
                  <a:moveTo>
                    <a:pt x="1090" y="1248"/>
                  </a:moveTo>
                  <a:cubicBezTo>
                    <a:pt x="1089" y="1248"/>
                    <a:pt x="1089" y="1248"/>
                    <a:pt x="1089" y="1248"/>
                  </a:cubicBezTo>
                  <a:cubicBezTo>
                    <a:pt x="1090" y="1248"/>
                    <a:pt x="1090" y="1248"/>
                    <a:pt x="1090" y="1248"/>
                  </a:cubicBezTo>
                  <a:moveTo>
                    <a:pt x="1090" y="1248"/>
                  </a:moveTo>
                  <a:cubicBezTo>
                    <a:pt x="1090" y="1249"/>
                    <a:pt x="1090" y="1249"/>
                    <a:pt x="1090" y="1249"/>
                  </a:cubicBezTo>
                  <a:cubicBezTo>
                    <a:pt x="1090" y="1249"/>
                    <a:pt x="1090" y="1249"/>
                    <a:pt x="1090" y="1248"/>
                  </a:cubicBezTo>
                  <a:moveTo>
                    <a:pt x="1090" y="1249"/>
                  </a:moveTo>
                  <a:cubicBezTo>
                    <a:pt x="1090" y="1249"/>
                    <a:pt x="1090" y="1249"/>
                    <a:pt x="1090" y="1249"/>
                  </a:cubicBezTo>
                  <a:cubicBezTo>
                    <a:pt x="1090" y="1249"/>
                    <a:pt x="1090" y="1249"/>
                    <a:pt x="1090" y="1249"/>
                  </a:cubicBezTo>
                  <a:moveTo>
                    <a:pt x="1090" y="1249"/>
                  </a:moveTo>
                  <a:cubicBezTo>
                    <a:pt x="1091" y="1249"/>
                    <a:pt x="1091" y="1249"/>
                    <a:pt x="1091" y="1249"/>
                  </a:cubicBezTo>
                  <a:cubicBezTo>
                    <a:pt x="1091" y="1249"/>
                    <a:pt x="1091" y="1249"/>
                    <a:pt x="1091" y="1249"/>
                  </a:cubicBezTo>
                  <a:moveTo>
                    <a:pt x="1091" y="1249"/>
                  </a:moveTo>
                  <a:cubicBezTo>
                    <a:pt x="1091" y="1250"/>
                    <a:pt x="1091" y="1250"/>
                    <a:pt x="1091" y="1250"/>
                  </a:cubicBezTo>
                  <a:cubicBezTo>
                    <a:pt x="1091" y="1249"/>
                    <a:pt x="1091" y="1249"/>
                    <a:pt x="1091" y="1249"/>
                  </a:cubicBezTo>
                  <a:moveTo>
                    <a:pt x="1091" y="1250"/>
                  </a:moveTo>
                  <a:cubicBezTo>
                    <a:pt x="1091" y="1250"/>
                    <a:pt x="1091" y="1250"/>
                    <a:pt x="1091" y="1250"/>
                  </a:cubicBezTo>
                  <a:cubicBezTo>
                    <a:pt x="1091" y="1250"/>
                    <a:pt x="1091" y="1250"/>
                    <a:pt x="1091" y="1250"/>
                  </a:cubicBezTo>
                  <a:moveTo>
                    <a:pt x="1091" y="1250"/>
                  </a:moveTo>
                  <a:cubicBezTo>
                    <a:pt x="1092" y="1251"/>
                    <a:pt x="1092" y="1251"/>
                    <a:pt x="1092" y="1251"/>
                  </a:cubicBezTo>
                  <a:cubicBezTo>
                    <a:pt x="1092" y="1251"/>
                    <a:pt x="1092" y="1251"/>
                    <a:pt x="1091" y="1250"/>
                  </a:cubicBezTo>
                  <a:moveTo>
                    <a:pt x="1092" y="1252"/>
                  </a:moveTo>
                  <a:cubicBezTo>
                    <a:pt x="1092" y="1252"/>
                    <a:pt x="1092" y="1252"/>
                    <a:pt x="1092" y="1251"/>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2" y="1252"/>
                    <a:pt x="1092" y="1252"/>
                    <a:pt x="1092" y="1252"/>
                  </a:cubicBezTo>
                  <a:cubicBezTo>
                    <a:pt x="1092" y="1252"/>
                    <a:pt x="1092" y="1252"/>
                    <a:pt x="1092" y="1252"/>
                  </a:cubicBezTo>
                  <a:moveTo>
                    <a:pt x="1092" y="1252"/>
                  </a:moveTo>
                  <a:cubicBezTo>
                    <a:pt x="1093" y="1252"/>
                    <a:pt x="1093" y="1252"/>
                    <a:pt x="1093" y="1252"/>
                  </a:cubicBezTo>
                  <a:cubicBezTo>
                    <a:pt x="1092" y="1252"/>
                    <a:pt x="1092" y="1252"/>
                    <a:pt x="1092" y="1252"/>
                  </a:cubicBezTo>
                  <a:moveTo>
                    <a:pt x="1093" y="1252"/>
                  </a:moveTo>
                  <a:cubicBezTo>
                    <a:pt x="1093" y="1252"/>
                    <a:pt x="1093" y="1252"/>
                    <a:pt x="1093" y="1252"/>
                  </a:cubicBezTo>
                  <a:cubicBezTo>
                    <a:pt x="1093" y="1252"/>
                    <a:pt x="1093" y="1252"/>
                    <a:pt x="1093" y="1252"/>
                  </a:cubicBezTo>
                  <a:moveTo>
                    <a:pt x="1093" y="1252"/>
                  </a:moveTo>
                  <a:cubicBezTo>
                    <a:pt x="1093" y="1252"/>
                    <a:pt x="1093" y="1252"/>
                    <a:pt x="1093" y="1252"/>
                  </a:cubicBezTo>
                  <a:cubicBezTo>
                    <a:pt x="1093" y="1252"/>
                    <a:pt x="1093" y="1252"/>
                    <a:pt x="1093" y="1252"/>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3"/>
                  </a:moveTo>
                  <a:cubicBezTo>
                    <a:pt x="1093" y="1253"/>
                    <a:pt x="1093" y="1253"/>
                    <a:pt x="1093" y="1253"/>
                  </a:cubicBezTo>
                  <a:cubicBezTo>
                    <a:pt x="1093" y="1253"/>
                    <a:pt x="1093" y="1253"/>
                    <a:pt x="1093" y="1253"/>
                  </a:cubicBezTo>
                  <a:moveTo>
                    <a:pt x="1093" y="1254"/>
                  </a:moveTo>
                  <a:cubicBezTo>
                    <a:pt x="1093" y="1253"/>
                    <a:pt x="1093" y="1253"/>
                    <a:pt x="1093" y="1253"/>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4"/>
                    <a:pt x="1093" y="1254"/>
                    <a:pt x="1093" y="1254"/>
                  </a:cubicBezTo>
                  <a:cubicBezTo>
                    <a:pt x="1093" y="1254"/>
                    <a:pt x="1093" y="1254"/>
                    <a:pt x="1093" y="1254"/>
                  </a:cubicBezTo>
                  <a:moveTo>
                    <a:pt x="1093" y="1254"/>
                  </a:moveTo>
                  <a:cubicBezTo>
                    <a:pt x="1093" y="1255"/>
                    <a:pt x="1093" y="1255"/>
                    <a:pt x="1093" y="1255"/>
                  </a:cubicBezTo>
                  <a:cubicBezTo>
                    <a:pt x="1093" y="1254"/>
                    <a:pt x="1093" y="1254"/>
                    <a:pt x="1093" y="1254"/>
                  </a:cubicBezTo>
                  <a:moveTo>
                    <a:pt x="1093" y="1255"/>
                  </a:moveTo>
                  <a:cubicBezTo>
                    <a:pt x="1093" y="1255"/>
                    <a:pt x="1093" y="1255"/>
                    <a:pt x="1093" y="1255"/>
                  </a:cubicBezTo>
                  <a:cubicBezTo>
                    <a:pt x="1093" y="1255"/>
                    <a:pt x="1093" y="1255"/>
                    <a:pt x="1093" y="1255"/>
                  </a:cubicBezTo>
                  <a:moveTo>
                    <a:pt x="1094" y="1255"/>
                  </a:moveTo>
                  <a:cubicBezTo>
                    <a:pt x="1093" y="1255"/>
                    <a:pt x="1093" y="1255"/>
                    <a:pt x="1093" y="1255"/>
                  </a:cubicBezTo>
                  <a:cubicBezTo>
                    <a:pt x="1094" y="1255"/>
                    <a:pt x="1094" y="1255"/>
                    <a:pt x="1094" y="1255"/>
                  </a:cubicBezTo>
                  <a:moveTo>
                    <a:pt x="1094" y="1255"/>
                  </a:moveTo>
                  <a:cubicBezTo>
                    <a:pt x="1101" y="1246"/>
                    <a:pt x="1101" y="1246"/>
                    <a:pt x="1101" y="1246"/>
                  </a:cubicBezTo>
                  <a:cubicBezTo>
                    <a:pt x="1099" y="1249"/>
                    <a:pt x="1096" y="1253"/>
                    <a:pt x="1094" y="1255"/>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1" y="1246"/>
                  </a:moveTo>
                  <a:cubicBezTo>
                    <a:pt x="1101" y="1246"/>
                    <a:pt x="1101" y="1246"/>
                    <a:pt x="1101" y="1246"/>
                  </a:cubicBezTo>
                  <a:cubicBezTo>
                    <a:pt x="1101" y="1246"/>
                    <a:pt x="1101" y="1246"/>
                    <a:pt x="1101" y="1246"/>
                  </a:cubicBezTo>
                  <a:moveTo>
                    <a:pt x="1102" y="1246"/>
                  </a:moveTo>
                  <a:cubicBezTo>
                    <a:pt x="1101" y="1246"/>
                    <a:pt x="1101" y="1246"/>
                    <a:pt x="1101"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moveTo>
                    <a:pt x="1102" y="1246"/>
                  </a:moveTo>
                  <a:cubicBezTo>
                    <a:pt x="1102" y="1246"/>
                    <a:pt x="1102" y="1246"/>
                    <a:pt x="1102" y="1246"/>
                  </a:cubicBezTo>
                  <a:cubicBezTo>
                    <a:pt x="1102" y="1246"/>
                    <a:pt x="1102" y="1246"/>
                    <a:pt x="1102" y="1246"/>
                  </a:cubicBezTo>
                  <a:cubicBezTo>
                    <a:pt x="1102" y="1246"/>
                    <a:pt x="1102" y="1246"/>
                    <a:pt x="1102" y="1246"/>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3"/>
                    <a:pt x="1096" y="1233"/>
                    <a:pt x="1096" y="1233"/>
                  </a:cubicBezTo>
                  <a:cubicBezTo>
                    <a:pt x="1096" y="1233"/>
                    <a:pt x="1096" y="1233"/>
                    <a:pt x="1096" y="1233"/>
                  </a:cubicBezTo>
                  <a:moveTo>
                    <a:pt x="1096" y="1233"/>
                  </a:moveTo>
                  <a:cubicBezTo>
                    <a:pt x="1096" y="1234"/>
                    <a:pt x="1096" y="1234"/>
                    <a:pt x="1096" y="1234"/>
                  </a:cubicBezTo>
                  <a:cubicBezTo>
                    <a:pt x="1096" y="1233"/>
                    <a:pt x="1096" y="1233"/>
                    <a:pt x="1096" y="1233"/>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6" y="1234"/>
                  </a:moveTo>
                  <a:cubicBezTo>
                    <a:pt x="1096" y="1234"/>
                    <a:pt x="1096" y="1234"/>
                    <a:pt x="1096" y="1234"/>
                  </a:cubicBezTo>
                  <a:cubicBezTo>
                    <a:pt x="1096" y="1234"/>
                    <a:pt x="1096" y="1234"/>
                    <a:pt x="1096" y="1234"/>
                  </a:cubicBezTo>
                  <a:moveTo>
                    <a:pt x="1097" y="1234"/>
                  </a:moveTo>
                  <a:cubicBezTo>
                    <a:pt x="1096" y="1234"/>
                    <a:pt x="1096" y="1234"/>
                    <a:pt x="1096" y="1234"/>
                  </a:cubicBezTo>
                  <a:cubicBezTo>
                    <a:pt x="1097" y="1234"/>
                    <a:pt x="1097" y="1234"/>
                    <a:pt x="1097" y="1234"/>
                  </a:cubicBezTo>
                  <a:moveTo>
                    <a:pt x="1097" y="1233"/>
                  </a:moveTo>
                  <a:cubicBezTo>
                    <a:pt x="1097" y="1233"/>
                    <a:pt x="1097" y="1233"/>
                    <a:pt x="1097" y="1234"/>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3"/>
                  </a:moveTo>
                  <a:cubicBezTo>
                    <a:pt x="1097" y="1233"/>
                    <a:pt x="1097" y="1233"/>
                    <a:pt x="1097" y="1233"/>
                  </a:cubicBezTo>
                  <a:cubicBezTo>
                    <a:pt x="1097" y="1233"/>
                    <a:pt x="1097" y="1233"/>
                    <a:pt x="1097" y="1233"/>
                  </a:cubicBezTo>
                  <a:moveTo>
                    <a:pt x="1097" y="1232"/>
                  </a:moveTo>
                  <a:cubicBezTo>
                    <a:pt x="1097" y="1233"/>
                    <a:pt x="1097" y="1233"/>
                    <a:pt x="1097" y="1233"/>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7" y="1232"/>
                  </a:moveTo>
                  <a:cubicBezTo>
                    <a:pt x="1097" y="1232"/>
                    <a:pt x="1097" y="1232"/>
                    <a:pt x="1097" y="1232"/>
                  </a:cubicBezTo>
                  <a:cubicBezTo>
                    <a:pt x="1097" y="1232"/>
                    <a:pt x="1097" y="1232"/>
                    <a:pt x="1097" y="1232"/>
                  </a:cubicBezTo>
                  <a:moveTo>
                    <a:pt x="1098" y="1232"/>
                  </a:moveTo>
                  <a:cubicBezTo>
                    <a:pt x="1098" y="1232"/>
                    <a:pt x="1098" y="1232"/>
                    <a:pt x="1097"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2"/>
                  </a:moveTo>
                  <a:cubicBezTo>
                    <a:pt x="1098" y="1232"/>
                    <a:pt x="1098" y="1232"/>
                    <a:pt x="1098" y="1232"/>
                  </a:cubicBezTo>
                  <a:cubicBezTo>
                    <a:pt x="1098" y="1232"/>
                    <a:pt x="1098" y="1232"/>
                    <a:pt x="1098" y="1232"/>
                  </a:cubicBezTo>
                  <a:moveTo>
                    <a:pt x="1098" y="1231"/>
                  </a:moveTo>
                  <a:cubicBezTo>
                    <a:pt x="1098" y="1231"/>
                    <a:pt x="1098" y="1231"/>
                    <a:pt x="1098" y="1232"/>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8" y="1231"/>
                  </a:moveTo>
                  <a:cubicBezTo>
                    <a:pt x="1098" y="1231"/>
                    <a:pt x="1098" y="1231"/>
                    <a:pt x="1098" y="1231"/>
                  </a:cubicBezTo>
                  <a:cubicBezTo>
                    <a:pt x="1098" y="1231"/>
                    <a:pt x="1098" y="1231"/>
                    <a:pt x="1098" y="1231"/>
                  </a:cubicBezTo>
                  <a:moveTo>
                    <a:pt x="1099" y="1231"/>
                  </a:moveTo>
                  <a:cubicBezTo>
                    <a:pt x="1099" y="1231"/>
                    <a:pt x="1099" y="1231"/>
                    <a:pt x="1098" y="1231"/>
                  </a:cubicBezTo>
                  <a:cubicBezTo>
                    <a:pt x="1099" y="1231"/>
                    <a:pt x="1099" y="1231"/>
                    <a:pt x="1099" y="1231"/>
                  </a:cubicBezTo>
                  <a:moveTo>
                    <a:pt x="1099" y="1230"/>
                  </a:moveTo>
                  <a:cubicBezTo>
                    <a:pt x="1099" y="1231"/>
                    <a:pt x="1099" y="1231"/>
                    <a:pt x="1099" y="1231"/>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30"/>
                  </a:moveTo>
                  <a:cubicBezTo>
                    <a:pt x="1099" y="1230"/>
                    <a:pt x="1099" y="1230"/>
                    <a:pt x="1099" y="1230"/>
                  </a:cubicBezTo>
                  <a:cubicBezTo>
                    <a:pt x="1099" y="1230"/>
                    <a:pt x="1099" y="1230"/>
                    <a:pt x="1099" y="1230"/>
                  </a:cubicBezTo>
                  <a:moveTo>
                    <a:pt x="1099" y="1229"/>
                  </a:moveTo>
                  <a:cubicBezTo>
                    <a:pt x="1099" y="1230"/>
                    <a:pt x="1099" y="1230"/>
                    <a:pt x="1099" y="1230"/>
                  </a:cubicBezTo>
                  <a:cubicBezTo>
                    <a:pt x="1099" y="1229"/>
                    <a:pt x="1099" y="1229"/>
                    <a:pt x="1099" y="1229"/>
                  </a:cubicBezTo>
                  <a:moveTo>
                    <a:pt x="1099" y="1229"/>
                  </a:moveTo>
                  <a:cubicBezTo>
                    <a:pt x="1099" y="1229"/>
                    <a:pt x="1099" y="1229"/>
                    <a:pt x="1099" y="1229"/>
                  </a:cubicBezTo>
                  <a:cubicBezTo>
                    <a:pt x="1099" y="1229"/>
                    <a:pt x="1099" y="1229"/>
                    <a:pt x="1099" y="1229"/>
                  </a:cubicBezTo>
                  <a:moveTo>
                    <a:pt x="1100" y="1229"/>
                  </a:moveTo>
                  <a:cubicBezTo>
                    <a:pt x="1100" y="1229"/>
                    <a:pt x="1100" y="1229"/>
                    <a:pt x="1099" y="1229"/>
                  </a:cubicBezTo>
                  <a:cubicBezTo>
                    <a:pt x="1100" y="1229"/>
                    <a:pt x="1100" y="1229"/>
                    <a:pt x="1100" y="1229"/>
                  </a:cubicBezTo>
                  <a:moveTo>
                    <a:pt x="1100" y="1229"/>
                  </a:moveTo>
                  <a:cubicBezTo>
                    <a:pt x="1100" y="1229"/>
                    <a:pt x="1100" y="1229"/>
                    <a:pt x="1100" y="1229"/>
                  </a:cubicBezTo>
                  <a:cubicBezTo>
                    <a:pt x="1100" y="1229"/>
                    <a:pt x="1100" y="1229"/>
                    <a:pt x="1100" y="1229"/>
                  </a:cubicBezTo>
                  <a:moveTo>
                    <a:pt x="1100" y="1228"/>
                  </a:moveTo>
                  <a:cubicBezTo>
                    <a:pt x="1100" y="1228"/>
                    <a:pt x="1100" y="1228"/>
                    <a:pt x="1100" y="1229"/>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8"/>
                  </a:moveTo>
                  <a:cubicBezTo>
                    <a:pt x="1100" y="1228"/>
                    <a:pt x="1100" y="1228"/>
                    <a:pt x="1100" y="1228"/>
                  </a:cubicBezTo>
                  <a:cubicBezTo>
                    <a:pt x="1100" y="1228"/>
                    <a:pt x="1100" y="1228"/>
                    <a:pt x="1100" y="1228"/>
                  </a:cubicBezTo>
                  <a:moveTo>
                    <a:pt x="1100" y="1227"/>
                  </a:moveTo>
                  <a:cubicBezTo>
                    <a:pt x="1100" y="1228"/>
                    <a:pt x="1100" y="1228"/>
                    <a:pt x="1100" y="1228"/>
                  </a:cubicBezTo>
                  <a:cubicBezTo>
                    <a:pt x="1100" y="1227"/>
                    <a:pt x="1100" y="1227"/>
                    <a:pt x="1100" y="1227"/>
                  </a:cubicBezTo>
                  <a:moveTo>
                    <a:pt x="1101" y="1227"/>
                  </a:moveTo>
                  <a:cubicBezTo>
                    <a:pt x="1101" y="1227"/>
                    <a:pt x="1101" y="1227"/>
                    <a:pt x="1100" y="1227"/>
                  </a:cubicBezTo>
                  <a:cubicBezTo>
                    <a:pt x="1101" y="1227"/>
                    <a:pt x="1101" y="1227"/>
                    <a:pt x="1101" y="1227"/>
                  </a:cubicBezTo>
                  <a:moveTo>
                    <a:pt x="1101" y="1226"/>
                  </a:moveTo>
                  <a:cubicBezTo>
                    <a:pt x="1101" y="1227"/>
                    <a:pt x="1101" y="1227"/>
                    <a:pt x="1101" y="1227"/>
                  </a:cubicBezTo>
                  <a:cubicBezTo>
                    <a:pt x="1101" y="1226"/>
                    <a:pt x="1101" y="1226"/>
                    <a:pt x="1101" y="1226"/>
                  </a:cubicBezTo>
                  <a:moveTo>
                    <a:pt x="1101" y="1226"/>
                  </a:moveTo>
                  <a:cubicBezTo>
                    <a:pt x="1101" y="1226"/>
                    <a:pt x="1101" y="1226"/>
                    <a:pt x="1101" y="1226"/>
                  </a:cubicBezTo>
                  <a:cubicBezTo>
                    <a:pt x="1101" y="1226"/>
                    <a:pt x="1101" y="1226"/>
                    <a:pt x="1101" y="1226"/>
                  </a:cubicBezTo>
                  <a:moveTo>
                    <a:pt x="1101" y="1226"/>
                  </a:moveTo>
                  <a:cubicBezTo>
                    <a:pt x="1101" y="1226"/>
                    <a:pt x="1101" y="1226"/>
                    <a:pt x="1101" y="1226"/>
                  </a:cubicBezTo>
                  <a:cubicBezTo>
                    <a:pt x="1101" y="1226"/>
                    <a:pt x="1101" y="1226"/>
                    <a:pt x="1101" y="1226"/>
                  </a:cubicBezTo>
                  <a:moveTo>
                    <a:pt x="1144" y="1268"/>
                  </a:moveTo>
                  <a:cubicBezTo>
                    <a:pt x="1149" y="1249"/>
                    <a:pt x="1155" y="1223"/>
                    <a:pt x="1159" y="1203"/>
                  </a:cubicBezTo>
                  <a:cubicBezTo>
                    <a:pt x="1156" y="1189"/>
                    <a:pt x="1156" y="1189"/>
                    <a:pt x="1156" y="1189"/>
                  </a:cubicBezTo>
                  <a:cubicBezTo>
                    <a:pt x="1121" y="1193"/>
                    <a:pt x="1086" y="1197"/>
                    <a:pt x="1050" y="1200"/>
                  </a:cubicBezTo>
                  <a:cubicBezTo>
                    <a:pt x="987" y="1205"/>
                    <a:pt x="923" y="1208"/>
                    <a:pt x="859" y="1209"/>
                  </a:cubicBezTo>
                  <a:cubicBezTo>
                    <a:pt x="859" y="1214"/>
                    <a:pt x="859" y="1218"/>
                    <a:pt x="859" y="1224"/>
                  </a:cubicBezTo>
                  <a:cubicBezTo>
                    <a:pt x="859" y="1229"/>
                    <a:pt x="859" y="1234"/>
                    <a:pt x="859" y="1239"/>
                  </a:cubicBezTo>
                  <a:cubicBezTo>
                    <a:pt x="858" y="1252"/>
                    <a:pt x="845" y="1261"/>
                    <a:pt x="844" y="1275"/>
                  </a:cubicBezTo>
                  <a:cubicBezTo>
                    <a:pt x="843" y="1282"/>
                    <a:pt x="843" y="1289"/>
                    <a:pt x="843" y="1296"/>
                  </a:cubicBezTo>
                  <a:cubicBezTo>
                    <a:pt x="844" y="1313"/>
                    <a:pt x="846" y="1322"/>
                    <a:pt x="865" y="1347"/>
                  </a:cubicBezTo>
                  <a:cubicBezTo>
                    <a:pt x="875" y="1361"/>
                    <a:pt x="873" y="1379"/>
                    <a:pt x="878" y="1394"/>
                  </a:cubicBezTo>
                  <a:cubicBezTo>
                    <a:pt x="882" y="1405"/>
                    <a:pt x="884" y="1409"/>
                    <a:pt x="887" y="1416"/>
                  </a:cubicBezTo>
                  <a:cubicBezTo>
                    <a:pt x="898" y="1440"/>
                    <a:pt x="906" y="1442"/>
                    <a:pt x="909" y="1442"/>
                  </a:cubicBezTo>
                  <a:cubicBezTo>
                    <a:pt x="921" y="1442"/>
                    <a:pt x="933" y="1442"/>
                    <a:pt x="945" y="1441"/>
                  </a:cubicBezTo>
                  <a:cubicBezTo>
                    <a:pt x="977" y="1437"/>
                    <a:pt x="1008" y="1413"/>
                    <a:pt x="1023" y="1398"/>
                  </a:cubicBezTo>
                  <a:cubicBezTo>
                    <a:pt x="1033" y="1390"/>
                    <a:pt x="1036" y="1376"/>
                    <a:pt x="1045" y="1367"/>
                  </a:cubicBezTo>
                  <a:cubicBezTo>
                    <a:pt x="1054" y="1359"/>
                    <a:pt x="1068" y="1360"/>
                    <a:pt x="1075" y="1350"/>
                  </a:cubicBezTo>
                  <a:cubicBezTo>
                    <a:pt x="1079" y="1343"/>
                    <a:pt x="1079" y="1343"/>
                    <a:pt x="1079" y="1316"/>
                  </a:cubicBezTo>
                  <a:cubicBezTo>
                    <a:pt x="1099" y="1302"/>
                    <a:pt x="1131" y="1288"/>
                    <a:pt x="1144" y="1268"/>
                  </a:cubicBezTo>
                  <a:moveTo>
                    <a:pt x="1607" y="1008"/>
                  </a:moveTo>
                  <a:cubicBezTo>
                    <a:pt x="1610" y="1001"/>
                    <a:pt x="1610" y="1001"/>
                    <a:pt x="1610" y="1001"/>
                  </a:cubicBezTo>
                  <a:cubicBezTo>
                    <a:pt x="1605" y="1010"/>
                    <a:pt x="1605" y="1010"/>
                    <a:pt x="1605" y="1010"/>
                  </a:cubicBezTo>
                  <a:cubicBezTo>
                    <a:pt x="1607" y="1008"/>
                    <a:pt x="1607" y="1008"/>
                    <a:pt x="1607" y="1008"/>
                  </a:cubicBezTo>
                  <a:moveTo>
                    <a:pt x="1610" y="1001"/>
                  </a:moveTo>
                  <a:cubicBezTo>
                    <a:pt x="1615" y="985"/>
                    <a:pt x="1615" y="985"/>
                    <a:pt x="1615" y="985"/>
                  </a:cubicBezTo>
                  <a:cubicBezTo>
                    <a:pt x="1613" y="988"/>
                    <a:pt x="1612" y="992"/>
                    <a:pt x="1610" y="994"/>
                  </a:cubicBezTo>
                  <a:cubicBezTo>
                    <a:pt x="1614" y="978"/>
                    <a:pt x="1619" y="960"/>
                    <a:pt x="1623" y="942"/>
                  </a:cubicBezTo>
                  <a:cubicBezTo>
                    <a:pt x="1621" y="933"/>
                    <a:pt x="1621" y="933"/>
                    <a:pt x="1621" y="933"/>
                  </a:cubicBezTo>
                  <a:cubicBezTo>
                    <a:pt x="1621" y="930"/>
                    <a:pt x="1622" y="927"/>
                    <a:pt x="1622" y="924"/>
                  </a:cubicBezTo>
                  <a:cubicBezTo>
                    <a:pt x="1622" y="917"/>
                    <a:pt x="1622" y="917"/>
                    <a:pt x="1622" y="917"/>
                  </a:cubicBezTo>
                  <a:cubicBezTo>
                    <a:pt x="1621" y="912"/>
                    <a:pt x="1621" y="912"/>
                    <a:pt x="1621" y="912"/>
                  </a:cubicBezTo>
                  <a:cubicBezTo>
                    <a:pt x="1622" y="904"/>
                    <a:pt x="1622" y="904"/>
                    <a:pt x="1622" y="904"/>
                  </a:cubicBezTo>
                  <a:cubicBezTo>
                    <a:pt x="1618" y="893"/>
                    <a:pt x="1614" y="879"/>
                    <a:pt x="1610" y="869"/>
                  </a:cubicBezTo>
                  <a:cubicBezTo>
                    <a:pt x="1611" y="896"/>
                    <a:pt x="1612" y="932"/>
                    <a:pt x="1610" y="959"/>
                  </a:cubicBezTo>
                  <a:cubicBezTo>
                    <a:pt x="1610" y="968"/>
                    <a:pt x="1611" y="980"/>
                    <a:pt x="1610" y="988"/>
                  </a:cubicBezTo>
                  <a:cubicBezTo>
                    <a:pt x="1610" y="980"/>
                    <a:pt x="1611" y="968"/>
                    <a:pt x="1610" y="959"/>
                  </a:cubicBezTo>
                  <a:cubicBezTo>
                    <a:pt x="1610" y="972"/>
                    <a:pt x="1609" y="990"/>
                    <a:pt x="1607" y="1003"/>
                  </a:cubicBezTo>
                  <a:cubicBezTo>
                    <a:pt x="1605" y="1010"/>
                    <a:pt x="1605" y="1010"/>
                    <a:pt x="1605" y="1010"/>
                  </a:cubicBezTo>
                  <a:cubicBezTo>
                    <a:pt x="1610" y="1001"/>
                    <a:pt x="1610" y="1001"/>
                    <a:pt x="1610" y="1001"/>
                  </a:cubicBezTo>
                  <a:moveTo>
                    <a:pt x="1640" y="885"/>
                  </a:moveTo>
                  <a:cubicBezTo>
                    <a:pt x="1643" y="859"/>
                    <a:pt x="1648" y="826"/>
                    <a:pt x="1650" y="800"/>
                  </a:cubicBezTo>
                  <a:cubicBezTo>
                    <a:pt x="1650" y="800"/>
                    <a:pt x="1650" y="801"/>
                    <a:pt x="1650" y="801"/>
                  </a:cubicBezTo>
                  <a:cubicBezTo>
                    <a:pt x="1648" y="826"/>
                    <a:pt x="1643" y="860"/>
                    <a:pt x="1638" y="885"/>
                  </a:cubicBezTo>
                  <a:cubicBezTo>
                    <a:pt x="1638" y="879"/>
                    <a:pt x="1638" y="879"/>
                    <a:pt x="1638" y="879"/>
                  </a:cubicBezTo>
                  <a:cubicBezTo>
                    <a:pt x="1631" y="916"/>
                    <a:pt x="1631" y="916"/>
                    <a:pt x="1631" y="916"/>
                  </a:cubicBezTo>
                  <a:cubicBezTo>
                    <a:pt x="1631" y="920"/>
                    <a:pt x="1631" y="920"/>
                    <a:pt x="1631" y="920"/>
                  </a:cubicBezTo>
                  <a:cubicBezTo>
                    <a:pt x="1633" y="912"/>
                    <a:pt x="1634" y="904"/>
                    <a:pt x="1636" y="897"/>
                  </a:cubicBezTo>
                  <a:cubicBezTo>
                    <a:pt x="1635" y="898"/>
                    <a:pt x="1635" y="899"/>
                    <a:pt x="1635" y="900"/>
                  </a:cubicBezTo>
                  <a:cubicBezTo>
                    <a:pt x="1631" y="924"/>
                    <a:pt x="1631" y="924"/>
                    <a:pt x="1630" y="931"/>
                  </a:cubicBezTo>
                  <a:cubicBezTo>
                    <a:pt x="1640" y="885"/>
                    <a:pt x="1640" y="885"/>
                    <a:pt x="1640" y="885"/>
                  </a:cubicBezTo>
                  <a:moveTo>
                    <a:pt x="1622" y="917"/>
                  </a:moveTo>
                  <a:cubicBezTo>
                    <a:pt x="1622" y="924"/>
                    <a:pt x="1622" y="924"/>
                    <a:pt x="1622" y="924"/>
                  </a:cubicBezTo>
                  <a:cubicBezTo>
                    <a:pt x="1622" y="917"/>
                    <a:pt x="1622" y="917"/>
                    <a:pt x="1622" y="917"/>
                  </a:cubicBezTo>
                  <a:moveTo>
                    <a:pt x="1624" y="904"/>
                  </a:moveTo>
                  <a:cubicBezTo>
                    <a:pt x="1627" y="904"/>
                    <a:pt x="1627" y="904"/>
                    <a:pt x="1627" y="904"/>
                  </a:cubicBezTo>
                  <a:cubicBezTo>
                    <a:pt x="1632" y="853"/>
                    <a:pt x="1632" y="853"/>
                    <a:pt x="1632" y="853"/>
                  </a:cubicBezTo>
                  <a:cubicBezTo>
                    <a:pt x="1628" y="839"/>
                    <a:pt x="1628" y="839"/>
                    <a:pt x="1628" y="839"/>
                  </a:cubicBezTo>
                  <a:cubicBezTo>
                    <a:pt x="1628" y="840"/>
                    <a:pt x="1627" y="841"/>
                    <a:pt x="1627" y="842"/>
                  </a:cubicBezTo>
                  <a:cubicBezTo>
                    <a:pt x="1625" y="835"/>
                    <a:pt x="1625" y="835"/>
                    <a:pt x="1625" y="835"/>
                  </a:cubicBezTo>
                  <a:cubicBezTo>
                    <a:pt x="1624" y="835"/>
                    <a:pt x="1624" y="836"/>
                    <a:pt x="1623" y="837"/>
                  </a:cubicBezTo>
                  <a:cubicBezTo>
                    <a:pt x="1624" y="869"/>
                    <a:pt x="1624" y="869"/>
                    <a:pt x="1624" y="869"/>
                  </a:cubicBezTo>
                  <a:cubicBezTo>
                    <a:pt x="1624" y="873"/>
                    <a:pt x="1624" y="876"/>
                    <a:pt x="1623" y="879"/>
                  </a:cubicBezTo>
                  <a:cubicBezTo>
                    <a:pt x="1625" y="900"/>
                    <a:pt x="1625" y="900"/>
                    <a:pt x="1625" y="900"/>
                  </a:cubicBezTo>
                  <a:cubicBezTo>
                    <a:pt x="1627" y="890"/>
                    <a:pt x="1627" y="890"/>
                    <a:pt x="1627" y="890"/>
                  </a:cubicBezTo>
                  <a:cubicBezTo>
                    <a:pt x="1625" y="900"/>
                    <a:pt x="1625" y="900"/>
                    <a:pt x="1625" y="900"/>
                  </a:cubicBezTo>
                  <a:cubicBezTo>
                    <a:pt x="1623" y="879"/>
                    <a:pt x="1623" y="879"/>
                    <a:pt x="1623" y="879"/>
                  </a:cubicBezTo>
                  <a:cubicBezTo>
                    <a:pt x="1622" y="904"/>
                    <a:pt x="1622" y="904"/>
                    <a:pt x="1622" y="904"/>
                  </a:cubicBezTo>
                  <a:cubicBezTo>
                    <a:pt x="1621" y="912"/>
                    <a:pt x="1621" y="912"/>
                    <a:pt x="1621" y="912"/>
                  </a:cubicBezTo>
                  <a:cubicBezTo>
                    <a:pt x="1622" y="917"/>
                    <a:pt x="1622" y="917"/>
                    <a:pt x="1622" y="917"/>
                  </a:cubicBezTo>
                  <a:cubicBezTo>
                    <a:pt x="1622" y="909"/>
                    <a:pt x="1622" y="909"/>
                    <a:pt x="1622" y="909"/>
                  </a:cubicBezTo>
                  <a:cubicBezTo>
                    <a:pt x="1624" y="904"/>
                    <a:pt x="1624" y="904"/>
                    <a:pt x="1624" y="904"/>
                  </a:cubicBezTo>
                  <a:moveTo>
                    <a:pt x="1532" y="904"/>
                  </a:moveTo>
                  <a:cubicBezTo>
                    <a:pt x="1545" y="907"/>
                    <a:pt x="1545" y="907"/>
                    <a:pt x="1545" y="907"/>
                  </a:cubicBezTo>
                  <a:cubicBezTo>
                    <a:pt x="1541" y="882"/>
                    <a:pt x="1541" y="882"/>
                    <a:pt x="1541" y="882"/>
                  </a:cubicBezTo>
                  <a:cubicBezTo>
                    <a:pt x="1541" y="876"/>
                    <a:pt x="1542" y="870"/>
                    <a:pt x="1542" y="863"/>
                  </a:cubicBezTo>
                  <a:cubicBezTo>
                    <a:pt x="1539" y="865"/>
                    <a:pt x="1536" y="866"/>
                    <a:pt x="1533" y="867"/>
                  </a:cubicBezTo>
                  <a:cubicBezTo>
                    <a:pt x="1533" y="880"/>
                    <a:pt x="1533" y="892"/>
                    <a:pt x="1532" y="904"/>
                  </a:cubicBezTo>
                  <a:cubicBezTo>
                    <a:pt x="1535" y="903"/>
                    <a:pt x="1538" y="902"/>
                    <a:pt x="1540" y="901"/>
                  </a:cubicBezTo>
                  <a:cubicBezTo>
                    <a:pt x="1538" y="902"/>
                    <a:pt x="1535" y="903"/>
                    <a:pt x="1532" y="904"/>
                  </a:cubicBezTo>
                  <a:moveTo>
                    <a:pt x="1625" y="835"/>
                  </a:moveTo>
                  <a:cubicBezTo>
                    <a:pt x="1625" y="828"/>
                    <a:pt x="1625" y="822"/>
                    <a:pt x="1625" y="816"/>
                  </a:cubicBezTo>
                  <a:cubicBezTo>
                    <a:pt x="1624" y="808"/>
                    <a:pt x="1624" y="808"/>
                    <a:pt x="1624" y="808"/>
                  </a:cubicBezTo>
                  <a:cubicBezTo>
                    <a:pt x="1621" y="829"/>
                    <a:pt x="1621" y="829"/>
                    <a:pt x="1621" y="829"/>
                  </a:cubicBezTo>
                  <a:cubicBezTo>
                    <a:pt x="1623" y="837"/>
                    <a:pt x="1623" y="837"/>
                    <a:pt x="1623" y="837"/>
                  </a:cubicBezTo>
                  <a:cubicBezTo>
                    <a:pt x="1624" y="836"/>
                    <a:pt x="1624" y="835"/>
                    <a:pt x="1625" y="835"/>
                  </a:cubicBezTo>
                  <a:moveTo>
                    <a:pt x="56" y="823"/>
                  </a:moveTo>
                  <a:cubicBezTo>
                    <a:pt x="60" y="806"/>
                    <a:pt x="60" y="806"/>
                    <a:pt x="60" y="806"/>
                  </a:cubicBezTo>
                  <a:cubicBezTo>
                    <a:pt x="57" y="783"/>
                    <a:pt x="57" y="783"/>
                    <a:pt x="57" y="783"/>
                  </a:cubicBezTo>
                  <a:cubicBezTo>
                    <a:pt x="50" y="800"/>
                    <a:pt x="50" y="800"/>
                    <a:pt x="50" y="800"/>
                  </a:cubicBezTo>
                  <a:cubicBezTo>
                    <a:pt x="53" y="830"/>
                    <a:pt x="53" y="830"/>
                    <a:pt x="53" y="830"/>
                  </a:cubicBezTo>
                  <a:cubicBezTo>
                    <a:pt x="56" y="823"/>
                    <a:pt x="56" y="823"/>
                    <a:pt x="56" y="823"/>
                  </a:cubicBezTo>
                  <a:moveTo>
                    <a:pt x="1499" y="843"/>
                  </a:moveTo>
                  <a:cubicBezTo>
                    <a:pt x="1507" y="850"/>
                    <a:pt x="1507" y="850"/>
                    <a:pt x="1507" y="850"/>
                  </a:cubicBezTo>
                  <a:cubicBezTo>
                    <a:pt x="1497" y="826"/>
                    <a:pt x="1497" y="826"/>
                    <a:pt x="1497" y="826"/>
                  </a:cubicBezTo>
                  <a:cubicBezTo>
                    <a:pt x="1499" y="843"/>
                    <a:pt x="1499" y="843"/>
                    <a:pt x="1499" y="843"/>
                  </a:cubicBezTo>
                  <a:moveTo>
                    <a:pt x="1624" y="748"/>
                  </a:moveTo>
                  <a:cubicBezTo>
                    <a:pt x="1628" y="758"/>
                    <a:pt x="1634" y="772"/>
                    <a:pt x="1638" y="782"/>
                  </a:cubicBezTo>
                  <a:cubicBezTo>
                    <a:pt x="1634" y="769"/>
                    <a:pt x="1629" y="751"/>
                    <a:pt x="1623" y="738"/>
                  </a:cubicBezTo>
                  <a:cubicBezTo>
                    <a:pt x="1621" y="773"/>
                    <a:pt x="1621" y="773"/>
                    <a:pt x="1621" y="773"/>
                  </a:cubicBezTo>
                  <a:cubicBezTo>
                    <a:pt x="1621" y="784"/>
                    <a:pt x="1621" y="790"/>
                    <a:pt x="1620" y="808"/>
                  </a:cubicBezTo>
                  <a:cubicBezTo>
                    <a:pt x="1619" y="820"/>
                    <a:pt x="1619" y="823"/>
                    <a:pt x="1621" y="829"/>
                  </a:cubicBezTo>
                  <a:cubicBezTo>
                    <a:pt x="1621" y="823"/>
                    <a:pt x="1623" y="815"/>
                    <a:pt x="1624" y="808"/>
                  </a:cubicBezTo>
                  <a:cubicBezTo>
                    <a:pt x="1624" y="748"/>
                    <a:pt x="1624" y="748"/>
                    <a:pt x="1624" y="748"/>
                  </a:cubicBezTo>
                  <a:moveTo>
                    <a:pt x="1612" y="722"/>
                  </a:moveTo>
                  <a:cubicBezTo>
                    <a:pt x="1616" y="738"/>
                    <a:pt x="1616" y="738"/>
                    <a:pt x="1616" y="738"/>
                  </a:cubicBezTo>
                  <a:cubicBezTo>
                    <a:pt x="1609" y="711"/>
                    <a:pt x="1609" y="711"/>
                    <a:pt x="1609" y="711"/>
                  </a:cubicBezTo>
                  <a:cubicBezTo>
                    <a:pt x="1607" y="725"/>
                    <a:pt x="1607" y="725"/>
                    <a:pt x="1607" y="725"/>
                  </a:cubicBezTo>
                  <a:cubicBezTo>
                    <a:pt x="1612" y="722"/>
                    <a:pt x="1612" y="722"/>
                    <a:pt x="1612" y="722"/>
                  </a:cubicBezTo>
                  <a:moveTo>
                    <a:pt x="41" y="702"/>
                  </a:moveTo>
                  <a:cubicBezTo>
                    <a:pt x="42" y="696"/>
                    <a:pt x="43" y="691"/>
                    <a:pt x="44" y="684"/>
                  </a:cubicBezTo>
                  <a:cubicBezTo>
                    <a:pt x="42" y="683"/>
                    <a:pt x="41" y="681"/>
                    <a:pt x="39" y="680"/>
                  </a:cubicBezTo>
                  <a:cubicBezTo>
                    <a:pt x="38" y="686"/>
                    <a:pt x="38" y="692"/>
                    <a:pt x="36" y="698"/>
                  </a:cubicBezTo>
                  <a:cubicBezTo>
                    <a:pt x="38" y="700"/>
                    <a:pt x="40" y="701"/>
                    <a:pt x="41" y="702"/>
                  </a:cubicBezTo>
                  <a:moveTo>
                    <a:pt x="92" y="737"/>
                  </a:moveTo>
                  <a:cubicBezTo>
                    <a:pt x="92" y="731"/>
                    <a:pt x="93" y="724"/>
                    <a:pt x="94" y="719"/>
                  </a:cubicBezTo>
                  <a:cubicBezTo>
                    <a:pt x="93" y="718"/>
                    <a:pt x="92" y="717"/>
                    <a:pt x="90" y="716"/>
                  </a:cubicBezTo>
                  <a:cubicBezTo>
                    <a:pt x="89" y="715"/>
                    <a:pt x="88" y="715"/>
                    <a:pt x="87" y="714"/>
                  </a:cubicBezTo>
                  <a:cubicBezTo>
                    <a:pt x="86" y="720"/>
                    <a:pt x="85" y="727"/>
                    <a:pt x="84" y="732"/>
                  </a:cubicBezTo>
                  <a:cubicBezTo>
                    <a:pt x="85" y="734"/>
                    <a:pt x="87" y="734"/>
                    <a:pt x="88" y="735"/>
                  </a:cubicBezTo>
                  <a:cubicBezTo>
                    <a:pt x="89" y="735"/>
                    <a:pt x="90" y="736"/>
                    <a:pt x="92" y="737"/>
                  </a:cubicBezTo>
                  <a:moveTo>
                    <a:pt x="78" y="719"/>
                  </a:moveTo>
                  <a:cubicBezTo>
                    <a:pt x="79" y="713"/>
                    <a:pt x="80" y="707"/>
                    <a:pt x="81" y="701"/>
                  </a:cubicBezTo>
                  <a:cubicBezTo>
                    <a:pt x="79" y="699"/>
                    <a:pt x="77" y="698"/>
                    <a:pt x="75" y="697"/>
                  </a:cubicBezTo>
                  <a:cubicBezTo>
                    <a:pt x="73" y="702"/>
                    <a:pt x="73" y="709"/>
                    <a:pt x="72" y="715"/>
                  </a:cubicBezTo>
                  <a:cubicBezTo>
                    <a:pt x="74" y="716"/>
                    <a:pt x="76" y="718"/>
                    <a:pt x="78" y="719"/>
                  </a:cubicBezTo>
                  <a:moveTo>
                    <a:pt x="1635" y="654"/>
                  </a:moveTo>
                  <a:cubicBezTo>
                    <a:pt x="1635" y="627"/>
                    <a:pt x="1635" y="627"/>
                    <a:pt x="1635" y="627"/>
                  </a:cubicBezTo>
                  <a:cubicBezTo>
                    <a:pt x="1633" y="620"/>
                    <a:pt x="1633" y="620"/>
                    <a:pt x="1633" y="620"/>
                  </a:cubicBezTo>
                  <a:cubicBezTo>
                    <a:pt x="1635" y="654"/>
                    <a:pt x="1635" y="654"/>
                    <a:pt x="1635" y="654"/>
                  </a:cubicBezTo>
                  <a:moveTo>
                    <a:pt x="72" y="715"/>
                  </a:moveTo>
                  <a:cubicBezTo>
                    <a:pt x="73" y="709"/>
                    <a:pt x="73" y="702"/>
                    <a:pt x="75" y="697"/>
                  </a:cubicBezTo>
                  <a:cubicBezTo>
                    <a:pt x="70" y="694"/>
                    <a:pt x="66" y="691"/>
                    <a:pt x="62" y="688"/>
                  </a:cubicBezTo>
                  <a:cubicBezTo>
                    <a:pt x="66" y="691"/>
                    <a:pt x="70" y="694"/>
                    <a:pt x="75" y="697"/>
                  </a:cubicBezTo>
                  <a:cubicBezTo>
                    <a:pt x="76" y="685"/>
                    <a:pt x="76" y="685"/>
                    <a:pt x="71" y="683"/>
                  </a:cubicBezTo>
                  <a:cubicBezTo>
                    <a:pt x="64" y="681"/>
                    <a:pt x="64" y="681"/>
                    <a:pt x="54" y="661"/>
                  </a:cubicBezTo>
                  <a:cubicBezTo>
                    <a:pt x="54" y="661"/>
                    <a:pt x="54" y="661"/>
                    <a:pt x="54" y="661"/>
                  </a:cubicBezTo>
                  <a:cubicBezTo>
                    <a:pt x="50" y="669"/>
                    <a:pt x="48" y="671"/>
                    <a:pt x="47" y="665"/>
                  </a:cubicBezTo>
                  <a:cubicBezTo>
                    <a:pt x="46" y="661"/>
                    <a:pt x="45" y="657"/>
                    <a:pt x="44" y="653"/>
                  </a:cubicBezTo>
                  <a:cubicBezTo>
                    <a:pt x="44" y="659"/>
                    <a:pt x="44" y="667"/>
                    <a:pt x="43" y="673"/>
                  </a:cubicBezTo>
                  <a:cubicBezTo>
                    <a:pt x="45" y="674"/>
                    <a:pt x="47" y="676"/>
                    <a:pt x="48" y="677"/>
                  </a:cubicBezTo>
                  <a:cubicBezTo>
                    <a:pt x="59" y="689"/>
                    <a:pt x="59" y="689"/>
                    <a:pt x="59" y="689"/>
                  </a:cubicBezTo>
                  <a:cubicBezTo>
                    <a:pt x="50" y="700"/>
                    <a:pt x="50" y="700"/>
                    <a:pt x="50" y="700"/>
                  </a:cubicBezTo>
                  <a:cubicBezTo>
                    <a:pt x="53" y="702"/>
                    <a:pt x="56" y="704"/>
                    <a:pt x="59" y="706"/>
                  </a:cubicBezTo>
                  <a:cubicBezTo>
                    <a:pt x="63" y="709"/>
                    <a:pt x="67" y="712"/>
                    <a:pt x="72" y="715"/>
                  </a:cubicBezTo>
                  <a:moveTo>
                    <a:pt x="1483" y="773"/>
                  </a:moveTo>
                  <a:cubicBezTo>
                    <a:pt x="1480" y="751"/>
                    <a:pt x="1478" y="729"/>
                    <a:pt x="1473" y="708"/>
                  </a:cubicBezTo>
                  <a:cubicBezTo>
                    <a:pt x="1466" y="720"/>
                    <a:pt x="1466" y="720"/>
                    <a:pt x="1466" y="720"/>
                  </a:cubicBezTo>
                  <a:cubicBezTo>
                    <a:pt x="1483" y="773"/>
                    <a:pt x="1483" y="773"/>
                    <a:pt x="1483" y="773"/>
                  </a:cubicBezTo>
                  <a:moveTo>
                    <a:pt x="1560" y="671"/>
                  </a:moveTo>
                  <a:cubicBezTo>
                    <a:pt x="1560" y="670"/>
                    <a:pt x="1560" y="668"/>
                    <a:pt x="1560" y="667"/>
                  </a:cubicBezTo>
                  <a:cubicBezTo>
                    <a:pt x="1560" y="667"/>
                    <a:pt x="1560" y="668"/>
                    <a:pt x="1560" y="668"/>
                  </a:cubicBezTo>
                  <a:cubicBezTo>
                    <a:pt x="1559" y="673"/>
                    <a:pt x="1550" y="722"/>
                    <a:pt x="1549" y="734"/>
                  </a:cubicBezTo>
                  <a:cubicBezTo>
                    <a:pt x="1560" y="700"/>
                    <a:pt x="1560" y="700"/>
                    <a:pt x="1560" y="671"/>
                  </a:cubicBezTo>
                  <a:moveTo>
                    <a:pt x="1632" y="599"/>
                  </a:moveTo>
                  <a:cubicBezTo>
                    <a:pt x="1629" y="579"/>
                    <a:pt x="1629" y="579"/>
                    <a:pt x="1629" y="579"/>
                  </a:cubicBezTo>
                  <a:cubicBezTo>
                    <a:pt x="1631" y="603"/>
                    <a:pt x="1631" y="603"/>
                    <a:pt x="1631" y="603"/>
                  </a:cubicBezTo>
                  <a:cubicBezTo>
                    <a:pt x="1632" y="599"/>
                    <a:pt x="1632" y="599"/>
                    <a:pt x="1632" y="599"/>
                  </a:cubicBezTo>
                  <a:moveTo>
                    <a:pt x="54" y="661"/>
                  </a:moveTo>
                  <a:cubicBezTo>
                    <a:pt x="46" y="632"/>
                    <a:pt x="46" y="632"/>
                    <a:pt x="46" y="632"/>
                  </a:cubicBezTo>
                  <a:cubicBezTo>
                    <a:pt x="45" y="631"/>
                    <a:pt x="43" y="629"/>
                    <a:pt x="42" y="628"/>
                  </a:cubicBezTo>
                  <a:cubicBezTo>
                    <a:pt x="41" y="603"/>
                    <a:pt x="41" y="603"/>
                    <a:pt x="41" y="603"/>
                  </a:cubicBezTo>
                  <a:cubicBezTo>
                    <a:pt x="39" y="602"/>
                    <a:pt x="38" y="601"/>
                    <a:pt x="37" y="599"/>
                  </a:cubicBezTo>
                  <a:cubicBezTo>
                    <a:pt x="36" y="598"/>
                    <a:pt x="35" y="597"/>
                    <a:pt x="35" y="597"/>
                  </a:cubicBezTo>
                  <a:cubicBezTo>
                    <a:pt x="34" y="597"/>
                    <a:pt x="34" y="597"/>
                    <a:pt x="28" y="611"/>
                  </a:cubicBezTo>
                  <a:cubicBezTo>
                    <a:pt x="30" y="613"/>
                    <a:pt x="31" y="615"/>
                    <a:pt x="33" y="617"/>
                  </a:cubicBezTo>
                  <a:cubicBezTo>
                    <a:pt x="35" y="620"/>
                    <a:pt x="35" y="620"/>
                    <a:pt x="44" y="653"/>
                  </a:cubicBezTo>
                  <a:cubicBezTo>
                    <a:pt x="47" y="667"/>
                    <a:pt x="47" y="667"/>
                    <a:pt x="47" y="668"/>
                  </a:cubicBezTo>
                  <a:cubicBezTo>
                    <a:pt x="49" y="670"/>
                    <a:pt x="50" y="667"/>
                    <a:pt x="51" y="666"/>
                  </a:cubicBezTo>
                  <a:cubicBezTo>
                    <a:pt x="52" y="665"/>
                    <a:pt x="52" y="665"/>
                    <a:pt x="54" y="661"/>
                  </a:cubicBezTo>
                  <a:moveTo>
                    <a:pt x="1631" y="562"/>
                  </a:moveTo>
                  <a:cubicBezTo>
                    <a:pt x="1630" y="556"/>
                    <a:pt x="1629" y="550"/>
                    <a:pt x="1627" y="544"/>
                  </a:cubicBezTo>
                  <a:cubicBezTo>
                    <a:pt x="1630" y="558"/>
                    <a:pt x="1630" y="558"/>
                    <a:pt x="1630" y="558"/>
                  </a:cubicBezTo>
                  <a:cubicBezTo>
                    <a:pt x="1631" y="562"/>
                    <a:pt x="1631" y="562"/>
                    <a:pt x="1631" y="562"/>
                  </a:cubicBezTo>
                  <a:moveTo>
                    <a:pt x="1460" y="743"/>
                  </a:moveTo>
                  <a:cubicBezTo>
                    <a:pt x="1462" y="732"/>
                    <a:pt x="1462" y="732"/>
                    <a:pt x="1462" y="732"/>
                  </a:cubicBezTo>
                  <a:cubicBezTo>
                    <a:pt x="1433" y="693"/>
                    <a:pt x="1433" y="693"/>
                    <a:pt x="1433" y="693"/>
                  </a:cubicBezTo>
                  <a:cubicBezTo>
                    <a:pt x="1424" y="695"/>
                    <a:pt x="1424" y="695"/>
                    <a:pt x="1424" y="695"/>
                  </a:cubicBezTo>
                  <a:cubicBezTo>
                    <a:pt x="1425" y="696"/>
                    <a:pt x="1425" y="696"/>
                    <a:pt x="1425" y="696"/>
                  </a:cubicBezTo>
                  <a:cubicBezTo>
                    <a:pt x="1437" y="708"/>
                    <a:pt x="1446" y="720"/>
                    <a:pt x="1460" y="743"/>
                  </a:cubicBezTo>
                  <a:moveTo>
                    <a:pt x="1630" y="558"/>
                  </a:moveTo>
                  <a:cubicBezTo>
                    <a:pt x="1627" y="544"/>
                    <a:pt x="1627" y="544"/>
                    <a:pt x="1627" y="544"/>
                  </a:cubicBezTo>
                  <a:cubicBezTo>
                    <a:pt x="1621" y="526"/>
                    <a:pt x="1621" y="526"/>
                    <a:pt x="1621" y="526"/>
                  </a:cubicBezTo>
                  <a:cubicBezTo>
                    <a:pt x="1630" y="558"/>
                    <a:pt x="1630" y="558"/>
                    <a:pt x="1630" y="558"/>
                  </a:cubicBezTo>
                  <a:moveTo>
                    <a:pt x="50" y="499"/>
                  </a:moveTo>
                  <a:cubicBezTo>
                    <a:pt x="52" y="494"/>
                    <a:pt x="54" y="488"/>
                    <a:pt x="57" y="482"/>
                  </a:cubicBezTo>
                  <a:cubicBezTo>
                    <a:pt x="56" y="482"/>
                    <a:pt x="56" y="481"/>
                    <a:pt x="56" y="480"/>
                  </a:cubicBezTo>
                  <a:cubicBezTo>
                    <a:pt x="55" y="479"/>
                    <a:pt x="55" y="478"/>
                    <a:pt x="55" y="476"/>
                  </a:cubicBezTo>
                  <a:cubicBezTo>
                    <a:pt x="51" y="482"/>
                    <a:pt x="51" y="482"/>
                    <a:pt x="51" y="482"/>
                  </a:cubicBezTo>
                  <a:cubicBezTo>
                    <a:pt x="49" y="488"/>
                    <a:pt x="46" y="494"/>
                    <a:pt x="44" y="499"/>
                  </a:cubicBezTo>
                  <a:cubicBezTo>
                    <a:pt x="45" y="502"/>
                    <a:pt x="45" y="504"/>
                    <a:pt x="46" y="506"/>
                  </a:cubicBezTo>
                  <a:cubicBezTo>
                    <a:pt x="50" y="499"/>
                    <a:pt x="50" y="499"/>
                    <a:pt x="50" y="499"/>
                  </a:cubicBezTo>
                  <a:moveTo>
                    <a:pt x="50" y="1002"/>
                  </a:moveTo>
                  <a:cubicBezTo>
                    <a:pt x="48" y="996"/>
                    <a:pt x="46" y="991"/>
                    <a:pt x="45" y="985"/>
                  </a:cubicBezTo>
                  <a:cubicBezTo>
                    <a:pt x="46" y="991"/>
                    <a:pt x="48" y="996"/>
                    <a:pt x="50" y="1002"/>
                  </a:cubicBezTo>
                  <a:moveTo>
                    <a:pt x="50" y="1002"/>
                  </a:moveTo>
                  <a:cubicBezTo>
                    <a:pt x="51" y="1003"/>
                    <a:pt x="52" y="1005"/>
                    <a:pt x="54" y="1006"/>
                  </a:cubicBezTo>
                  <a:cubicBezTo>
                    <a:pt x="52" y="1005"/>
                    <a:pt x="51" y="1003"/>
                    <a:pt x="50" y="1002"/>
                  </a:cubicBezTo>
                  <a:moveTo>
                    <a:pt x="36" y="817"/>
                  </a:moveTo>
                  <a:cubicBezTo>
                    <a:pt x="34" y="824"/>
                    <a:pt x="34" y="824"/>
                    <a:pt x="34" y="824"/>
                  </a:cubicBezTo>
                  <a:cubicBezTo>
                    <a:pt x="36" y="817"/>
                    <a:pt x="36" y="817"/>
                    <a:pt x="36" y="817"/>
                  </a:cubicBezTo>
                  <a:cubicBezTo>
                    <a:pt x="39" y="800"/>
                    <a:pt x="39" y="800"/>
                    <a:pt x="39" y="800"/>
                  </a:cubicBezTo>
                  <a:cubicBezTo>
                    <a:pt x="36" y="817"/>
                    <a:pt x="36" y="817"/>
                    <a:pt x="36" y="817"/>
                  </a:cubicBezTo>
                  <a:moveTo>
                    <a:pt x="7" y="642"/>
                  </a:move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2"/>
                  </a:moveTo>
                  <a:cubicBezTo>
                    <a:pt x="7" y="642"/>
                    <a:pt x="7" y="642"/>
                    <a:pt x="7" y="642"/>
                  </a:cubicBezTo>
                  <a:cubicBezTo>
                    <a:pt x="7" y="642"/>
                    <a:pt x="7" y="642"/>
                    <a:pt x="7" y="642"/>
                  </a:cubicBezTo>
                  <a:moveTo>
                    <a:pt x="7" y="643"/>
                  </a:moveTo>
                  <a:cubicBezTo>
                    <a:pt x="7" y="643"/>
                    <a:pt x="7" y="643"/>
                    <a:pt x="7" y="642"/>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7" y="643"/>
                  </a:moveTo>
                  <a:cubicBezTo>
                    <a:pt x="7" y="643"/>
                    <a:pt x="7" y="643"/>
                    <a:pt x="7" y="643"/>
                  </a:cubicBezTo>
                  <a:cubicBezTo>
                    <a:pt x="7" y="643"/>
                    <a:pt x="7" y="643"/>
                    <a:pt x="7" y="643"/>
                  </a:cubicBezTo>
                  <a:moveTo>
                    <a:pt x="69" y="476"/>
                  </a:moveTo>
                  <a:cubicBezTo>
                    <a:pt x="72" y="468"/>
                    <a:pt x="76" y="459"/>
                    <a:pt x="80" y="451"/>
                  </a:cubicBezTo>
                  <a:cubicBezTo>
                    <a:pt x="76" y="459"/>
                    <a:pt x="72" y="468"/>
                    <a:pt x="69" y="476"/>
                  </a:cubicBezTo>
                  <a:cubicBezTo>
                    <a:pt x="72" y="468"/>
                    <a:pt x="76" y="459"/>
                    <a:pt x="80" y="451"/>
                  </a:cubicBezTo>
                  <a:cubicBezTo>
                    <a:pt x="76" y="459"/>
                    <a:pt x="72" y="468"/>
                    <a:pt x="69" y="476"/>
                  </a:cubicBezTo>
                  <a:moveTo>
                    <a:pt x="71" y="480"/>
                  </a:moveTo>
                  <a:cubicBezTo>
                    <a:pt x="70" y="479"/>
                    <a:pt x="69" y="478"/>
                    <a:pt x="69" y="476"/>
                  </a:cubicBezTo>
                  <a:cubicBezTo>
                    <a:pt x="69" y="478"/>
                    <a:pt x="70" y="479"/>
                    <a:pt x="71" y="480"/>
                  </a:cubicBezTo>
                  <a:moveTo>
                    <a:pt x="75" y="472"/>
                  </a:moveTo>
                  <a:cubicBezTo>
                    <a:pt x="77" y="467"/>
                    <a:pt x="80" y="461"/>
                    <a:pt x="83" y="455"/>
                  </a:cubicBezTo>
                  <a:cubicBezTo>
                    <a:pt x="80" y="461"/>
                    <a:pt x="77" y="467"/>
                    <a:pt x="75" y="472"/>
                  </a:cubicBezTo>
                  <a:moveTo>
                    <a:pt x="71" y="480"/>
                  </a:moveTo>
                  <a:cubicBezTo>
                    <a:pt x="76" y="474"/>
                    <a:pt x="76" y="474"/>
                    <a:pt x="76" y="474"/>
                  </a:cubicBezTo>
                  <a:cubicBezTo>
                    <a:pt x="71" y="480"/>
                    <a:pt x="71" y="480"/>
                    <a:pt x="71" y="480"/>
                  </a:cubicBezTo>
                  <a:moveTo>
                    <a:pt x="76" y="474"/>
                  </a:moveTo>
                  <a:cubicBezTo>
                    <a:pt x="76" y="473"/>
                    <a:pt x="75" y="473"/>
                    <a:pt x="75" y="472"/>
                  </a:cubicBezTo>
                  <a:cubicBezTo>
                    <a:pt x="75" y="473"/>
                    <a:pt x="76" y="473"/>
                    <a:pt x="76" y="474"/>
                  </a:cubicBezTo>
                  <a:moveTo>
                    <a:pt x="156" y="1105"/>
                  </a:moveTo>
                  <a:cubicBezTo>
                    <a:pt x="136" y="1039"/>
                    <a:pt x="123" y="967"/>
                    <a:pt x="121" y="890"/>
                  </a:cubicBezTo>
                  <a:cubicBezTo>
                    <a:pt x="111" y="869"/>
                    <a:pt x="111" y="869"/>
                    <a:pt x="117" y="849"/>
                  </a:cubicBezTo>
                  <a:cubicBezTo>
                    <a:pt x="92" y="844"/>
                    <a:pt x="92" y="844"/>
                    <a:pt x="92" y="844"/>
                  </a:cubicBezTo>
                  <a:cubicBezTo>
                    <a:pt x="88" y="842"/>
                    <a:pt x="84" y="840"/>
                    <a:pt x="80" y="838"/>
                  </a:cubicBezTo>
                  <a:cubicBezTo>
                    <a:pt x="79" y="837"/>
                    <a:pt x="78" y="837"/>
                    <a:pt x="77" y="836"/>
                  </a:cubicBezTo>
                  <a:cubicBezTo>
                    <a:pt x="60" y="806"/>
                    <a:pt x="60" y="806"/>
                    <a:pt x="60" y="806"/>
                  </a:cubicBezTo>
                  <a:cubicBezTo>
                    <a:pt x="56" y="823"/>
                    <a:pt x="56" y="823"/>
                    <a:pt x="56" y="823"/>
                  </a:cubicBezTo>
                  <a:cubicBezTo>
                    <a:pt x="60" y="844"/>
                    <a:pt x="60" y="844"/>
                    <a:pt x="60" y="844"/>
                  </a:cubicBezTo>
                  <a:cubicBezTo>
                    <a:pt x="56" y="823"/>
                    <a:pt x="56" y="823"/>
                    <a:pt x="56" y="823"/>
                  </a:cubicBezTo>
                  <a:cubicBezTo>
                    <a:pt x="53" y="830"/>
                    <a:pt x="53" y="830"/>
                    <a:pt x="53" y="830"/>
                  </a:cubicBezTo>
                  <a:cubicBezTo>
                    <a:pt x="50" y="800"/>
                    <a:pt x="50" y="800"/>
                    <a:pt x="50" y="800"/>
                  </a:cubicBezTo>
                  <a:cubicBezTo>
                    <a:pt x="49" y="798"/>
                    <a:pt x="47" y="796"/>
                    <a:pt x="45" y="795"/>
                  </a:cubicBezTo>
                  <a:cubicBezTo>
                    <a:pt x="44" y="798"/>
                    <a:pt x="44" y="801"/>
                    <a:pt x="44" y="805"/>
                  </a:cubicBezTo>
                  <a:cubicBezTo>
                    <a:pt x="44" y="801"/>
                    <a:pt x="44" y="798"/>
                    <a:pt x="45" y="795"/>
                  </a:cubicBezTo>
                  <a:cubicBezTo>
                    <a:pt x="39" y="800"/>
                    <a:pt x="39" y="800"/>
                    <a:pt x="39" y="800"/>
                  </a:cubicBezTo>
                  <a:cubicBezTo>
                    <a:pt x="36" y="817"/>
                    <a:pt x="36" y="817"/>
                    <a:pt x="36" y="817"/>
                  </a:cubicBezTo>
                  <a:cubicBezTo>
                    <a:pt x="34" y="824"/>
                    <a:pt x="34" y="824"/>
                    <a:pt x="34" y="824"/>
                  </a:cubicBezTo>
                  <a:cubicBezTo>
                    <a:pt x="30" y="812"/>
                    <a:pt x="30" y="812"/>
                    <a:pt x="22" y="804"/>
                  </a:cubicBezTo>
                  <a:cubicBezTo>
                    <a:pt x="22" y="805"/>
                    <a:pt x="21" y="807"/>
                    <a:pt x="20" y="808"/>
                  </a:cubicBezTo>
                  <a:cubicBezTo>
                    <a:pt x="20" y="810"/>
                    <a:pt x="19" y="809"/>
                    <a:pt x="18" y="809"/>
                  </a:cubicBezTo>
                  <a:cubicBezTo>
                    <a:pt x="13" y="783"/>
                    <a:pt x="13" y="783"/>
                    <a:pt x="13" y="783"/>
                  </a:cubicBezTo>
                  <a:cubicBezTo>
                    <a:pt x="13" y="780"/>
                    <a:pt x="13" y="777"/>
                    <a:pt x="13" y="774"/>
                  </a:cubicBezTo>
                  <a:cubicBezTo>
                    <a:pt x="13" y="761"/>
                    <a:pt x="14" y="748"/>
                    <a:pt x="15" y="736"/>
                  </a:cubicBezTo>
                  <a:cubicBezTo>
                    <a:pt x="15" y="730"/>
                    <a:pt x="16" y="724"/>
                    <a:pt x="16" y="718"/>
                  </a:cubicBezTo>
                  <a:cubicBezTo>
                    <a:pt x="17" y="697"/>
                    <a:pt x="17" y="697"/>
                    <a:pt x="17" y="697"/>
                  </a:cubicBezTo>
                  <a:cubicBezTo>
                    <a:pt x="16" y="695"/>
                    <a:pt x="14" y="694"/>
                    <a:pt x="14" y="692"/>
                  </a:cubicBezTo>
                  <a:cubicBezTo>
                    <a:pt x="8" y="681"/>
                    <a:pt x="8" y="681"/>
                    <a:pt x="8" y="681"/>
                  </a:cubicBezTo>
                  <a:cubicBezTo>
                    <a:pt x="12" y="664"/>
                    <a:pt x="17" y="640"/>
                    <a:pt x="22" y="623"/>
                  </a:cubicBezTo>
                  <a:cubicBezTo>
                    <a:pt x="22" y="613"/>
                    <a:pt x="22" y="613"/>
                    <a:pt x="22" y="613"/>
                  </a:cubicBezTo>
                  <a:cubicBezTo>
                    <a:pt x="11" y="656"/>
                    <a:pt x="11" y="656"/>
                    <a:pt x="6" y="691"/>
                  </a:cubicBezTo>
                  <a:cubicBezTo>
                    <a:pt x="7" y="685"/>
                    <a:pt x="8" y="678"/>
                    <a:pt x="9" y="672"/>
                  </a:cubicBezTo>
                  <a:cubicBezTo>
                    <a:pt x="12" y="652"/>
                    <a:pt x="12" y="652"/>
                    <a:pt x="22" y="613"/>
                  </a:cubicBezTo>
                  <a:cubicBezTo>
                    <a:pt x="21" y="611"/>
                    <a:pt x="20" y="609"/>
                    <a:pt x="19" y="606"/>
                  </a:cubicBezTo>
                  <a:cubicBezTo>
                    <a:pt x="10" y="636"/>
                    <a:pt x="10" y="636"/>
                    <a:pt x="10" y="636"/>
                  </a:cubicBezTo>
                  <a:cubicBezTo>
                    <a:pt x="9" y="633"/>
                    <a:pt x="8" y="630"/>
                    <a:pt x="7" y="627"/>
                  </a:cubicBezTo>
                  <a:cubicBezTo>
                    <a:pt x="7" y="625"/>
                    <a:pt x="7" y="624"/>
                    <a:pt x="7" y="622"/>
                  </a:cubicBezTo>
                  <a:cubicBezTo>
                    <a:pt x="16" y="567"/>
                    <a:pt x="16" y="567"/>
                    <a:pt x="16" y="567"/>
                  </a:cubicBezTo>
                  <a:cubicBezTo>
                    <a:pt x="19" y="555"/>
                    <a:pt x="22" y="543"/>
                    <a:pt x="25" y="532"/>
                  </a:cubicBezTo>
                  <a:cubicBezTo>
                    <a:pt x="39" y="490"/>
                    <a:pt x="39" y="490"/>
                    <a:pt x="39" y="490"/>
                  </a:cubicBezTo>
                  <a:cubicBezTo>
                    <a:pt x="49" y="474"/>
                    <a:pt x="49" y="474"/>
                    <a:pt x="49" y="474"/>
                  </a:cubicBezTo>
                  <a:cubicBezTo>
                    <a:pt x="50" y="477"/>
                    <a:pt x="50" y="480"/>
                    <a:pt x="51" y="482"/>
                  </a:cubicBezTo>
                  <a:cubicBezTo>
                    <a:pt x="55" y="476"/>
                    <a:pt x="55" y="476"/>
                    <a:pt x="55" y="476"/>
                  </a:cubicBezTo>
                  <a:cubicBezTo>
                    <a:pt x="55" y="478"/>
                    <a:pt x="55" y="479"/>
                    <a:pt x="56" y="480"/>
                  </a:cubicBezTo>
                  <a:cubicBezTo>
                    <a:pt x="56" y="481"/>
                    <a:pt x="56" y="482"/>
                    <a:pt x="57" y="482"/>
                  </a:cubicBezTo>
                  <a:cubicBezTo>
                    <a:pt x="58" y="490"/>
                    <a:pt x="60" y="500"/>
                    <a:pt x="62" y="507"/>
                  </a:cubicBezTo>
                  <a:cubicBezTo>
                    <a:pt x="51" y="557"/>
                    <a:pt x="51" y="557"/>
                    <a:pt x="51" y="557"/>
                  </a:cubicBezTo>
                  <a:cubicBezTo>
                    <a:pt x="50" y="563"/>
                    <a:pt x="48" y="569"/>
                    <a:pt x="46" y="575"/>
                  </a:cubicBezTo>
                  <a:cubicBezTo>
                    <a:pt x="47" y="576"/>
                    <a:pt x="48" y="578"/>
                    <a:pt x="50" y="579"/>
                  </a:cubicBezTo>
                  <a:cubicBezTo>
                    <a:pt x="76" y="488"/>
                    <a:pt x="76" y="488"/>
                    <a:pt x="111" y="463"/>
                  </a:cubicBezTo>
                  <a:cubicBezTo>
                    <a:pt x="114" y="456"/>
                    <a:pt x="118" y="448"/>
                    <a:pt x="122" y="441"/>
                  </a:cubicBezTo>
                  <a:cubicBezTo>
                    <a:pt x="121" y="440"/>
                    <a:pt x="120" y="439"/>
                    <a:pt x="118" y="438"/>
                  </a:cubicBezTo>
                  <a:cubicBezTo>
                    <a:pt x="115" y="443"/>
                    <a:pt x="115" y="443"/>
                    <a:pt x="115" y="443"/>
                  </a:cubicBezTo>
                  <a:cubicBezTo>
                    <a:pt x="118" y="438"/>
                    <a:pt x="118" y="438"/>
                    <a:pt x="118" y="438"/>
                  </a:cubicBezTo>
                  <a:cubicBezTo>
                    <a:pt x="88" y="409"/>
                    <a:pt x="83" y="379"/>
                    <a:pt x="99" y="351"/>
                  </a:cubicBezTo>
                  <a:cubicBezTo>
                    <a:pt x="97" y="353"/>
                    <a:pt x="97" y="353"/>
                    <a:pt x="97" y="353"/>
                  </a:cubicBezTo>
                  <a:cubicBezTo>
                    <a:pt x="61" y="426"/>
                    <a:pt x="58" y="430"/>
                    <a:pt x="42" y="475"/>
                  </a:cubicBezTo>
                  <a:cubicBezTo>
                    <a:pt x="17" y="555"/>
                    <a:pt x="16" y="558"/>
                    <a:pt x="8" y="605"/>
                  </a:cubicBezTo>
                  <a:cubicBezTo>
                    <a:pt x="3" y="636"/>
                    <a:pt x="3" y="636"/>
                    <a:pt x="3" y="636"/>
                  </a:cubicBezTo>
                  <a:cubicBezTo>
                    <a:pt x="0" y="665"/>
                    <a:pt x="0" y="665"/>
                    <a:pt x="0" y="665"/>
                  </a:cubicBezTo>
                  <a:cubicBezTo>
                    <a:pt x="2" y="665"/>
                    <a:pt x="2" y="665"/>
                    <a:pt x="2" y="665"/>
                  </a:cubicBezTo>
                  <a:cubicBezTo>
                    <a:pt x="2" y="680"/>
                    <a:pt x="2" y="701"/>
                    <a:pt x="3" y="716"/>
                  </a:cubicBezTo>
                  <a:cubicBezTo>
                    <a:pt x="4" y="718"/>
                    <a:pt x="4" y="719"/>
                    <a:pt x="5" y="721"/>
                  </a:cubicBezTo>
                  <a:cubicBezTo>
                    <a:pt x="6" y="729"/>
                    <a:pt x="6" y="729"/>
                    <a:pt x="6" y="729"/>
                  </a:cubicBezTo>
                  <a:cubicBezTo>
                    <a:pt x="7" y="743"/>
                    <a:pt x="7" y="743"/>
                    <a:pt x="11" y="752"/>
                  </a:cubicBezTo>
                  <a:cubicBezTo>
                    <a:pt x="10" y="750"/>
                    <a:pt x="9" y="748"/>
                    <a:pt x="9" y="747"/>
                  </a:cubicBezTo>
                  <a:cubicBezTo>
                    <a:pt x="7" y="742"/>
                    <a:pt x="7" y="742"/>
                    <a:pt x="5" y="721"/>
                  </a:cubicBezTo>
                  <a:cubicBezTo>
                    <a:pt x="4" y="719"/>
                    <a:pt x="4" y="718"/>
                    <a:pt x="3" y="716"/>
                  </a:cubicBezTo>
                  <a:cubicBezTo>
                    <a:pt x="6" y="765"/>
                    <a:pt x="6" y="765"/>
                    <a:pt x="7" y="784"/>
                  </a:cubicBezTo>
                  <a:cubicBezTo>
                    <a:pt x="8" y="785"/>
                    <a:pt x="9" y="786"/>
                    <a:pt x="10" y="788"/>
                  </a:cubicBezTo>
                  <a:cubicBezTo>
                    <a:pt x="9" y="775"/>
                    <a:pt x="9" y="775"/>
                    <a:pt x="9" y="775"/>
                  </a:cubicBezTo>
                  <a:cubicBezTo>
                    <a:pt x="10" y="788"/>
                    <a:pt x="10" y="788"/>
                    <a:pt x="10" y="788"/>
                  </a:cubicBezTo>
                  <a:cubicBezTo>
                    <a:pt x="10" y="789"/>
                    <a:pt x="11" y="789"/>
                    <a:pt x="11" y="790"/>
                  </a:cubicBezTo>
                  <a:cubicBezTo>
                    <a:pt x="13" y="804"/>
                    <a:pt x="13" y="804"/>
                    <a:pt x="13" y="804"/>
                  </a:cubicBezTo>
                  <a:cubicBezTo>
                    <a:pt x="14" y="796"/>
                    <a:pt x="14" y="796"/>
                    <a:pt x="14" y="796"/>
                  </a:cubicBezTo>
                  <a:cubicBezTo>
                    <a:pt x="13" y="804"/>
                    <a:pt x="13" y="804"/>
                    <a:pt x="13" y="804"/>
                  </a:cubicBezTo>
                  <a:cubicBezTo>
                    <a:pt x="11" y="790"/>
                    <a:pt x="11" y="790"/>
                    <a:pt x="11" y="790"/>
                  </a:cubicBezTo>
                  <a:cubicBezTo>
                    <a:pt x="13" y="811"/>
                    <a:pt x="13" y="811"/>
                    <a:pt x="13" y="811"/>
                  </a:cubicBezTo>
                  <a:cubicBezTo>
                    <a:pt x="15" y="814"/>
                    <a:pt x="17" y="816"/>
                    <a:pt x="18" y="818"/>
                  </a:cubicBezTo>
                  <a:cubicBezTo>
                    <a:pt x="23" y="832"/>
                    <a:pt x="23" y="832"/>
                    <a:pt x="23" y="832"/>
                  </a:cubicBezTo>
                  <a:cubicBezTo>
                    <a:pt x="22" y="812"/>
                    <a:pt x="22" y="812"/>
                    <a:pt x="22" y="812"/>
                  </a:cubicBezTo>
                  <a:cubicBezTo>
                    <a:pt x="29" y="829"/>
                    <a:pt x="29" y="829"/>
                    <a:pt x="29" y="829"/>
                  </a:cubicBezTo>
                  <a:cubicBezTo>
                    <a:pt x="31" y="846"/>
                    <a:pt x="32" y="861"/>
                    <a:pt x="34" y="878"/>
                  </a:cubicBezTo>
                  <a:cubicBezTo>
                    <a:pt x="34" y="881"/>
                    <a:pt x="35" y="884"/>
                    <a:pt x="35" y="887"/>
                  </a:cubicBezTo>
                  <a:cubicBezTo>
                    <a:pt x="37" y="910"/>
                    <a:pt x="33" y="933"/>
                    <a:pt x="37" y="957"/>
                  </a:cubicBezTo>
                  <a:cubicBezTo>
                    <a:pt x="38" y="958"/>
                    <a:pt x="39" y="960"/>
                    <a:pt x="41" y="961"/>
                  </a:cubicBezTo>
                  <a:cubicBezTo>
                    <a:pt x="39" y="960"/>
                    <a:pt x="38" y="958"/>
                    <a:pt x="37" y="957"/>
                  </a:cubicBezTo>
                  <a:cubicBezTo>
                    <a:pt x="43" y="976"/>
                    <a:pt x="43" y="976"/>
                    <a:pt x="43" y="976"/>
                  </a:cubicBezTo>
                  <a:cubicBezTo>
                    <a:pt x="39" y="994"/>
                    <a:pt x="56" y="1026"/>
                    <a:pt x="67" y="1048"/>
                  </a:cubicBezTo>
                  <a:cubicBezTo>
                    <a:pt x="66" y="1047"/>
                    <a:pt x="66" y="1046"/>
                    <a:pt x="65" y="1044"/>
                  </a:cubicBezTo>
                  <a:cubicBezTo>
                    <a:pt x="60" y="1031"/>
                    <a:pt x="55" y="1021"/>
                    <a:pt x="48" y="1002"/>
                  </a:cubicBezTo>
                  <a:cubicBezTo>
                    <a:pt x="56" y="1024"/>
                    <a:pt x="62" y="1037"/>
                    <a:pt x="67" y="1048"/>
                  </a:cubicBezTo>
                  <a:cubicBezTo>
                    <a:pt x="80" y="1061"/>
                    <a:pt x="96" y="1074"/>
                    <a:pt x="118" y="1085"/>
                  </a:cubicBezTo>
                  <a:cubicBezTo>
                    <a:pt x="130" y="1092"/>
                    <a:pt x="143" y="1099"/>
                    <a:pt x="156" y="1105"/>
                  </a:cubicBezTo>
                  <a:moveTo>
                    <a:pt x="1605" y="476"/>
                  </a:moveTo>
                  <a:cubicBezTo>
                    <a:pt x="1603" y="470"/>
                    <a:pt x="1601" y="465"/>
                    <a:pt x="1599" y="459"/>
                  </a:cubicBezTo>
                  <a:cubicBezTo>
                    <a:pt x="1589" y="436"/>
                    <a:pt x="1589" y="436"/>
                    <a:pt x="1589" y="436"/>
                  </a:cubicBezTo>
                  <a:cubicBezTo>
                    <a:pt x="1591" y="445"/>
                    <a:pt x="1591" y="445"/>
                    <a:pt x="1591" y="445"/>
                  </a:cubicBezTo>
                  <a:cubicBezTo>
                    <a:pt x="1589" y="436"/>
                    <a:pt x="1589" y="436"/>
                    <a:pt x="1589" y="436"/>
                  </a:cubicBezTo>
                  <a:cubicBezTo>
                    <a:pt x="1573" y="407"/>
                    <a:pt x="1573" y="407"/>
                    <a:pt x="1573" y="407"/>
                  </a:cubicBezTo>
                  <a:cubicBezTo>
                    <a:pt x="1565" y="388"/>
                    <a:pt x="1565" y="388"/>
                    <a:pt x="1565" y="388"/>
                  </a:cubicBezTo>
                  <a:cubicBezTo>
                    <a:pt x="1558" y="374"/>
                    <a:pt x="1558" y="374"/>
                    <a:pt x="1558" y="374"/>
                  </a:cubicBezTo>
                  <a:cubicBezTo>
                    <a:pt x="1569" y="435"/>
                    <a:pt x="1483" y="494"/>
                    <a:pt x="1319" y="535"/>
                  </a:cubicBezTo>
                  <a:cubicBezTo>
                    <a:pt x="1336" y="587"/>
                    <a:pt x="1351" y="640"/>
                    <a:pt x="1361" y="694"/>
                  </a:cubicBezTo>
                  <a:cubicBezTo>
                    <a:pt x="1382" y="688"/>
                    <a:pt x="1402" y="683"/>
                    <a:pt x="1420" y="677"/>
                  </a:cubicBezTo>
                  <a:cubicBezTo>
                    <a:pt x="1422" y="683"/>
                    <a:pt x="1423" y="689"/>
                    <a:pt x="1424" y="695"/>
                  </a:cubicBezTo>
                  <a:cubicBezTo>
                    <a:pt x="1433" y="693"/>
                    <a:pt x="1433" y="693"/>
                    <a:pt x="1433" y="693"/>
                  </a:cubicBezTo>
                  <a:cubicBezTo>
                    <a:pt x="1462" y="732"/>
                    <a:pt x="1462" y="732"/>
                    <a:pt x="1462" y="732"/>
                  </a:cubicBezTo>
                  <a:cubicBezTo>
                    <a:pt x="1466" y="720"/>
                    <a:pt x="1466" y="720"/>
                    <a:pt x="1466" y="720"/>
                  </a:cubicBezTo>
                  <a:cubicBezTo>
                    <a:pt x="1473" y="708"/>
                    <a:pt x="1473" y="708"/>
                    <a:pt x="1473" y="708"/>
                  </a:cubicBezTo>
                  <a:cubicBezTo>
                    <a:pt x="1478" y="729"/>
                    <a:pt x="1480" y="751"/>
                    <a:pt x="1483" y="773"/>
                  </a:cubicBezTo>
                  <a:cubicBezTo>
                    <a:pt x="1497" y="826"/>
                    <a:pt x="1497" y="826"/>
                    <a:pt x="1497" y="826"/>
                  </a:cubicBezTo>
                  <a:cubicBezTo>
                    <a:pt x="1507" y="850"/>
                    <a:pt x="1507" y="850"/>
                    <a:pt x="1507" y="850"/>
                  </a:cubicBezTo>
                  <a:cubicBezTo>
                    <a:pt x="1514" y="899"/>
                    <a:pt x="1514" y="899"/>
                    <a:pt x="1514" y="899"/>
                  </a:cubicBezTo>
                  <a:cubicBezTo>
                    <a:pt x="1533" y="848"/>
                    <a:pt x="1533" y="848"/>
                    <a:pt x="1533" y="848"/>
                  </a:cubicBezTo>
                  <a:cubicBezTo>
                    <a:pt x="1531" y="784"/>
                    <a:pt x="1531" y="784"/>
                    <a:pt x="1531" y="784"/>
                  </a:cubicBezTo>
                  <a:cubicBezTo>
                    <a:pt x="1549" y="734"/>
                    <a:pt x="1549" y="734"/>
                    <a:pt x="1549" y="734"/>
                  </a:cubicBezTo>
                  <a:cubicBezTo>
                    <a:pt x="1551" y="715"/>
                    <a:pt x="1559" y="672"/>
                    <a:pt x="1560" y="667"/>
                  </a:cubicBezTo>
                  <a:cubicBezTo>
                    <a:pt x="1563" y="665"/>
                    <a:pt x="1566" y="663"/>
                    <a:pt x="1569" y="661"/>
                  </a:cubicBezTo>
                  <a:cubicBezTo>
                    <a:pt x="1573" y="650"/>
                    <a:pt x="1573" y="650"/>
                    <a:pt x="1573" y="650"/>
                  </a:cubicBezTo>
                  <a:cubicBezTo>
                    <a:pt x="1593" y="685"/>
                    <a:pt x="1593" y="685"/>
                    <a:pt x="1593" y="685"/>
                  </a:cubicBezTo>
                  <a:cubicBezTo>
                    <a:pt x="1587" y="668"/>
                    <a:pt x="1579" y="645"/>
                    <a:pt x="1572" y="629"/>
                  </a:cubicBezTo>
                  <a:cubicBezTo>
                    <a:pt x="1565" y="643"/>
                    <a:pt x="1565" y="643"/>
                    <a:pt x="1565" y="643"/>
                  </a:cubicBezTo>
                  <a:cubicBezTo>
                    <a:pt x="1572" y="629"/>
                    <a:pt x="1572" y="629"/>
                    <a:pt x="1572" y="629"/>
                  </a:cubicBezTo>
                  <a:cubicBezTo>
                    <a:pt x="1578" y="645"/>
                    <a:pt x="1588" y="668"/>
                    <a:pt x="1593" y="685"/>
                  </a:cubicBezTo>
                  <a:cubicBezTo>
                    <a:pt x="1607" y="725"/>
                    <a:pt x="1607" y="725"/>
                    <a:pt x="1607" y="725"/>
                  </a:cubicBezTo>
                  <a:cubicBezTo>
                    <a:pt x="1609" y="711"/>
                    <a:pt x="1609" y="711"/>
                    <a:pt x="1609" y="711"/>
                  </a:cubicBezTo>
                  <a:cubicBezTo>
                    <a:pt x="1616" y="738"/>
                    <a:pt x="1616" y="738"/>
                    <a:pt x="1616" y="738"/>
                  </a:cubicBezTo>
                  <a:cubicBezTo>
                    <a:pt x="1616" y="741"/>
                    <a:pt x="1617" y="744"/>
                    <a:pt x="1617" y="747"/>
                  </a:cubicBezTo>
                  <a:cubicBezTo>
                    <a:pt x="1620" y="754"/>
                    <a:pt x="1620" y="754"/>
                    <a:pt x="1620" y="754"/>
                  </a:cubicBezTo>
                  <a:cubicBezTo>
                    <a:pt x="1620" y="760"/>
                    <a:pt x="1621" y="767"/>
                    <a:pt x="1621" y="773"/>
                  </a:cubicBezTo>
                  <a:cubicBezTo>
                    <a:pt x="1623" y="738"/>
                    <a:pt x="1623" y="738"/>
                    <a:pt x="1623" y="738"/>
                  </a:cubicBezTo>
                  <a:cubicBezTo>
                    <a:pt x="1628" y="751"/>
                    <a:pt x="1634" y="768"/>
                    <a:pt x="1638" y="782"/>
                  </a:cubicBezTo>
                  <a:cubicBezTo>
                    <a:pt x="1644" y="762"/>
                    <a:pt x="1644" y="762"/>
                    <a:pt x="1644" y="762"/>
                  </a:cubicBezTo>
                  <a:cubicBezTo>
                    <a:pt x="1645" y="741"/>
                    <a:pt x="1645" y="741"/>
                    <a:pt x="1645" y="741"/>
                  </a:cubicBezTo>
                  <a:cubicBezTo>
                    <a:pt x="1644" y="762"/>
                    <a:pt x="1644" y="762"/>
                    <a:pt x="1644" y="762"/>
                  </a:cubicBezTo>
                  <a:cubicBezTo>
                    <a:pt x="1646" y="748"/>
                    <a:pt x="1646" y="748"/>
                    <a:pt x="1646" y="748"/>
                  </a:cubicBezTo>
                  <a:cubicBezTo>
                    <a:pt x="1646" y="742"/>
                    <a:pt x="1645" y="735"/>
                    <a:pt x="1645" y="729"/>
                  </a:cubicBezTo>
                  <a:cubicBezTo>
                    <a:pt x="1644" y="717"/>
                    <a:pt x="1644" y="711"/>
                    <a:pt x="1643" y="704"/>
                  </a:cubicBezTo>
                  <a:cubicBezTo>
                    <a:pt x="1642" y="700"/>
                    <a:pt x="1642" y="697"/>
                    <a:pt x="1641" y="694"/>
                  </a:cubicBezTo>
                  <a:cubicBezTo>
                    <a:pt x="1640" y="690"/>
                    <a:pt x="1640" y="690"/>
                    <a:pt x="1640" y="690"/>
                  </a:cubicBezTo>
                  <a:cubicBezTo>
                    <a:pt x="1627" y="643"/>
                    <a:pt x="1627" y="643"/>
                    <a:pt x="1627" y="613"/>
                  </a:cubicBezTo>
                  <a:cubicBezTo>
                    <a:pt x="1628" y="615"/>
                    <a:pt x="1630" y="618"/>
                    <a:pt x="1631" y="620"/>
                  </a:cubicBezTo>
                  <a:cubicBezTo>
                    <a:pt x="1630" y="608"/>
                    <a:pt x="1630" y="608"/>
                    <a:pt x="1630" y="608"/>
                  </a:cubicBezTo>
                  <a:cubicBezTo>
                    <a:pt x="1624" y="603"/>
                    <a:pt x="1624" y="603"/>
                    <a:pt x="1624" y="603"/>
                  </a:cubicBezTo>
                  <a:cubicBezTo>
                    <a:pt x="1625" y="609"/>
                    <a:pt x="1625" y="609"/>
                    <a:pt x="1625" y="609"/>
                  </a:cubicBezTo>
                  <a:cubicBezTo>
                    <a:pt x="1625" y="635"/>
                    <a:pt x="1626" y="639"/>
                    <a:pt x="1629" y="659"/>
                  </a:cubicBezTo>
                  <a:cubicBezTo>
                    <a:pt x="1628" y="656"/>
                    <a:pt x="1628" y="653"/>
                    <a:pt x="1627" y="650"/>
                  </a:cubicBezTo>
                  <a:cubicBezTo>
                    <a:pt x="1626" y="638"/>
                    <a:pt x="1626" y="638"/>
                    <a:pt x="1624" y="603"/>
                  </a:cubicBezTo>
                  <a:cubicBezTo>
                    <a:pt x="1626" y="604"/>
                    <a:pt x="1628" y="607"/>
                    <a:pt x="1630" y="608"/>
                  </a:cubicBezTo>
                  <a:cubicBezTo>
                    <a:pt x="1630" y="606"/>
                    <a:pt x="1630" y="605"/>
                    <a:pt x="1631" y="603"/>
                  </a:cubicBezTo>
                  <a:cubicBezTo>
                    <a:pt x="1629" y="579"/>
                    <a:pt x="1629" y="579"/>
                    <a:pt x="1629" y="579"/>
                  </a:cubicBezTo>
                  <a:cubicBezTo>
                    <a:pt x="1630" y="576"/>
                    <a:pt x="1630" y="573"/>
                    <a:pt x="1630" y="571"/>
                  </a:cubicBezTo>
                  <a:cubicBezTo>
                    <a:pt x="1624" y="542"/>
                    <a:pt x="1614" y="506"/>
                    <a:pt x="1606" y="478"/>
                  </a:cubicBezTo>
                  <a:cubicBezTo>
                    <a:pt x="1614" y="506"/>
                    <a:pt x="1624" y="542"/>
                    <a:pt x="1630" y="571"/>
                  </a:cubicBezTo>
                  <a:cubicBezTo>
                    <a:pt x="1623" y="542"/>
                    <a:pt x="1615" y="504"/>
                    <a:pt x="1605" y="476"/>
                  </a:cubicBezTo>
                  <a:moveTo>
                    <a:pt x="1565" y="388"/>
                  </a:moveTo>
                  <a:cubicBezTo>
                    <a:pt x="1557" y="371"/>
                    <a:pt x="1557" y="371"/>
                    <a:pt x="1557" y="371"/>
                  </a:cubicBezTo>
                  <a:cubicBezTo>
                    <a:pt x="1557" y="372"/>
                    <a:pt x="1558" y="373"/>
                    <a:pt x="1558" y="374"/>
                  </a:cubicBezTo>
                  <a:cubicBezTo>
                    <a:pt x="1565" y="388"/>
                    <a:pt x="1565" y="388"/>
                    <a:pt x="1565" y="388"/>
                  </a:cubicBezTo>
                  <a:moveTo>
                    <a:pt x="1552" y="356"/>
                  </a:moveTo>
                  <a:cubicBezTo>
                    <a:pt x="1550" y="353"/>
                    <a:pt x="1550" y="353"/>
                    <a:pt x="1550" y="353"/>
                  </a:cubicBezTo>
                  <a:cubicBezTo>
                    <a:pt x="1551" y="355"/>
                    <a:pt x="1552" y="356"/>
                    <a:pt x="1553" y="357"/>
                  </a:cubicBezTo>
                  <a:cubicBezTo>
                    <a:pt x="1553" y="359"/>
                    <a:pt x="1554" y="361"/>
                    <a:pt x="1555" y="363"/>
                  </a:cubicBezTo>
                  <a:cubicBezTo>
                    <a:pt x="1560" y="370"/>
                    <a:pt x="1564" y="378"/>
                    <a:pt x="1568" y="386"/>
                  </a:cubicBezTo>
                  <a:cubicBezTo>
                    <a:pt x="1567" y="385"/>
                    <a:pt x="1567" y="385"/>
                    <a:pt x="1567" y="384"/>
                  </a:cubicBezTo>
                  <a:cubicBezTo>
                    <a:pt x="1552" y="356"/>
                    <a:pt x="1552" y="356"/>
                    <a:pt x="1552" y="356"/>
                  </a:cubicBezTo>
                  <a:moveTo>
                    <a:pt x="631" y="580"/>
                  </a:moveTo>
                  <a:cubicBezTo>
                    <a:pt x="637" y="580"/>
                    <a:pt x="642" y="581"/>
                    <a:pt x="647" y="581"/>
                  </a:cubicBezTo>
                  <a:cubicBezTo>
                    <a:pt x="642" y="576"/>
                    <a:pt x="642" y="576"/>
                    <a:pt x="642" y="576"/>
                  </a:cubicBezTo>
                  <a:cubicBezTo>
                    <a:pt x="628" y="576"/>
                    <a:pt x="628" y="576"/>
                    <a:pt x="628" y="576"/>
                  </a:cubicBezTo>
                  <a:cubicBezTo>
                    <a:pt x="631" y="580"/>
                    <a:pt x="631" y="580"/>
                    <a:pt x="631" y="580"/>
                  </a:cubicBezTo>
                  <a:moveTo>
                    <a:pt x="880" y="584"/>
                  </a:moveTo>
                  <a:cubicBezTo>
                    <a:pt x="880" y="580"/>
                    <a:pt x="875" y="577"/>
                    <a:pt x="873" y="575"/>
                  </a:cubicBezTo>
                  <a:cubicBezTo>
                    <a:pt x="865" y="575"/>
                    <a:pt x="858" y="575"/>
                    <a:pt x="851" y="575"/>
                  </a:cubicBezTo>
                  <a:cubicBezTo>
                    <a:pt x="851" y="575"/>
                    <a:pt x="855" y="580"/>
                    <a:pt x="861" y="588"/>
                  </a:cubicBezTo>
                  <a:cubicBezTo>
                    <a:pt x="867" y="588"/>
                    <a:pt x="874" y="587"/>
                    <a:pt x="880" y="587"/>
                  </a:cubicBezTo>
                  <a:cubicBezTo>
                    <a:pt x="880" y="586"/>
                    <a:pt x="880" y="585"/>
                    <a:pt x="880" y="584"/>
                  </a:cubicBezTo>
                  <a:moveTo>
                    <a:pt x="880" y="583"/>
                  </a:moveTo>
                  <a:cubicBezTo>
                    <a:pt x="894" y="574"/>
                    <a:pt x="894" y="574"/>
                    <a:pt x="894" y="574"/>
                  </a:cubicBezTo>
                  <a:cubicBezTo>
                    <a:pt x="879" y="557"/>
                    <a:pt x="879" y="557"/>
                    <a:pt x="879" y="557"/>
                  </a:cubicBezTo>
                  <a:cubicBezTo>
                    <a:pt x="873" y="575"/>
                    <a:pt x="873" y="575"/>
                    <a:pt x="873" y="575"/>
                  </a:cubicBezTo>
                  <a:cubicBezTo>
                    <a:pt x="880" y="583"/>
                    <a:pt x="880" y="583"/>
                    <a:pt x="880" y="583"/>
                  </a:cubicBezTo>
                  <a:moveTo>
                    <a:pt x="816" y="566"/>
                  </a:moveTo>
                  <a:cubicBezTo>
                    <a:pt x="816" y="557"/>
                    <a:pt x="816" y="548"/>
                    <a:pt x="816" y="539"/>
                  </a:cubicBezTo>
                  <a:cubicBezTo>
                    <a:pt x="814" y="539"/>
                    <a:pt x="811" y="539"/>
                    <a:pt x="810" y="539"/>
                  </a:cubicBezTo>
                  <a:cubicBezTo>
                    <a:pt x="809" y="548"/>
                    <a:pt x="809" y="557"/>
                    <a:pt x="809" y="566"/>
                  </a:cubicBezTo>
                  <a:cubicBezTo>
                    <a:pt x="811" y="566"/>
                    <a:pt x="814" y="566"/>
                    <a:pt x="816" y="566"/>
                  </a:cubicBezTo>
                  <a:moveTo>
                    <a:pt x="954" y="545"/>
                  </a:moveTo>
                  <a:cubicBezTo>
                    <a:pt x="968" y="535"/>
                    <a:pt x="968" y="535"/>
                    <a:pt x="968" y="535"/>
                  </a:cubicBezTo>
                  <a:cubicBezTo>
                    <a:pt x="961" y="536"/>
                    <a:pt x="954" y="536"/>
                    <a:pt x="947" y="537"/>
                  </a:cubicBezTo>
                  <a:cubicBezTo>
                    <a:pt x="948" y="566"/>
                    <a:pt x="948" y="566"/>
                    <a:pt x="948" y="566"/>
                  </a:cubicBezTo>
                  <a:cubicBezTo>
                    <a:pt x="920" y="547"/>
                    <a:pt x="920" y="547"/>
                    <a:pt x="920" y="547"/>
                  </a:cubicBezTo>
                  <a:cubicBezTo>
                    <a:pt x="946" y="585"/>
                    <a:pt x="946" y="585"/>
                    <a:pt x="946" y="585"/>
                  </a:cubicBezTo>
                  <a:cubicBezTo>
                    <a:pt x="949" y="585"/>
                    <a:pt x="952" y="585"/>
                    <a:pt x="956" y="584"/>
                  </a:cubicBezTo>
                  <a:cubicBezTo>
                    <a:pt x="965" y="581"/>
                    <a:pt x="965" y="581"/>
                    <a:pt x="965" y="581"/>
                  </a:cubicBezTo>
                  <a:cubicBezTo>
                    <a:pt x="954" y="545"/>
                    <a:pt x="954" y="545"/>
                    <a:pt x="954" y="545"/>
                  </a:cubicBezTo>
                  <a:moveTo>
                    <a:pt x="912" y="557"/>
                  </a:moveTo>
                  <a:cubicBezTo>
                    <a:pt x="912" y="556"/>
                    <a:pt x="913" y="556"/>
                    <a:pt x="914" y="556"/>
                  </a:cubicBezTo>
                  <a:cubicBezTo>
                    <a:pt x="909" y="550"/>
                    <a:pt x="903" y="543"/>
                    <a:pt x="899" y="538"/>
                  </a:cubicBezTo>
                  <a:cubicBezTo>
                    <a:pt x="897" y="538"/>
                    <a:pt x="894" y="538"/>
                    <a:pt x="892" y="538"/>
                  </a:cubicBezTo>
                  <a:cubicBezTo>
                    <a:pt x="885" y="548"/>
                    <a:pt x="885" y="548"/>
                    <a:pt x="885" y="548"/>
                  </a:cubicBezTo>
                  <a:cubicBezTo>
                    <a:pt x="871" y="539"/>
                    <a:pt x="871" y="539"/>
                    <a:pt x="871" y="539"/>
                  </a:cubicBezTo>
                  <a:cubicBezTo>
                    <a:pt x="850" y="530"/>
                    <a:pt x="850" y="530"/>
                    <a:pt x="850" y="530"/>
                  </a:cubicBezTo>
                  <a:cubicBezTo>
                    <a:pt x="872" y="548"/>
                    <a:pt x="872" y="548"/>
                    <a:pt x="872" y="548"/>
                  </a:cubicBezTo>
                  <a:cubicBezTo>
                    <a:pt x="879" y="557"/>
                    <a:pt x="879" y="557"/>
                    <a:pt x="879" y="557"/>
                  </a:cubicBezTo>
                  <a:cubicBezTo>
                    <a:pt x="894" y="574"/>
                    <a:pt x="894" y="574"/>
                    <a:pt x="894" y="574"/>
                  </a:cubicBezTo>
                  <a:cubicBezTo>
                    <a:pt x="892" y="556"/>
                    <a:pt x="892" y="556"/>
                    <a:pt x="892" y="556"/>
                  </a:cubicBezTo>
                  <a:cubicBezTo>
                    <a:pt x="894" y="574"/>
                    <a:pt x="894" y="574"/>
                    <a:pt x="894" y="574"/>
                  </a:cubicBezTo>
                  <a:cubicBezTo>
                    <a:pt x="898" y="568"/>
                    <a:pt x="900" y="564"/>
                    <a:pt x="902" y="560"/>
                  </a:cubicBezTo>
                  <a:cubicBezTo>
                    <a:pt x="898" y="561"/>
                    <a:pt x="900" y="559"/>
                    <a:pt x="900" y="559"/>
                  </a:cubicBezTo>
                  <a:cubicBezTo>
                    <a:pt x="901" y="557"/>
                    <a:pt x="902" y="557"/>
                    <a:pt x="903" y="557"/>
                  </a:cubicBezTo>
                  <a:cubicBezTo>
                    <a:pt x="903" y="557"/>
                    <a:pt x="903" y="558"/>
                    <a:pt x="902" y="560"/>
                  </a:cubicBezTo>
                  <a:cubicBezTo>
                    <a:pt x="903" y="560"/>
                    <a:pt x="905" y="560"/>
                    <a:pt x="912" y="557"/>
                  </a:cubicBezTo>
                  <a:moveTo>
                    <a:pt x="910" y="522"/>
                  </a:moveTo>
                  <a:cubicBezTo>
                    <a:pt x="919" y="529"/>
                    <a:pt x="919" y="529"/>
                    <a:pt x="919" y="529"/>
                  </a:cubicBezTo>
                  <a:cubicBezTo>
                    <a:pt x="912" y="519"/>
                    <a:pt x="912" y="519"/>
                    <a:pt x="912" y="519"/>
                  </a:cubicBezTo>
                  <a:cubicBezTo>
                    <a:pt x="904" y="511"/>
                    <a:pt x="904" y="511"/>
                    <a:pt x="904" y="511"/>
                  </a:cubicBezTo>
                  <a:cubicBezTo>
                    <a:pt x="910" y="522"/>
                    <a:pt x="910" y="522"/>
                    <a:pt x="910" y="522"/>
                  </a:cubicBezTo>
                  <a:moveTo>
                    <a:pt x="816" y="566"/>
                  </a:moveTo>
                  <a:cubicBezTo>
                    <a:pt x="816" y="557"/>
                    <a:pt x="816" y="548"/>
                    <a:pt x="816" y="539"/>
                  </a:cubicBezTo>
                  <a:cubicBezTo>
                    <a:pt x="816" y="548"/>
                    <a:pt x="816" y="557"/>
                    <a:pt x="816" y="566"/>
                  </a:cubicBezTo>
                  <a:moveTo>
                    <a:pt x="816" y="539"/>
                  </a:moveTo>
                  <a:cubicBezTo>
                    <a:pt x="823" y="522"/>
                    <a:pt x="823" y="522"/>
                    <a:pt x="823" y="522"/>
                  </a:cubicBezTo>
                  <a:cubicBezTo>
                    <a:pt x="810" y="512"/>
                    <a:pt x="810" y="512"/>
                    <a:pt x="810" y="512"/>
                  </a:cubicBezTo>
                  <a:cubicBezTo>
                    <a:pt x="804" y="523"/>
                    <a:pt x="804" y="523"/>
                    <a:pt x="804" y="523"/>
                  </a:cubicBezTo>
                  <a:cubicBezTo>
                    <a:pt x="810" y="539"/>
                    <a:pt x="810" y="539"/>
                    <a:pt x="810" y="539"/>
                  </a:cubicBezTo>
                  <a:cubicBezTo>
                    <a:pt x="811" y="539"/>
                    <a:pt x="814" y="539"/>
                    <a:pt x="816" y="539"/>
                  </a:cubicBezTo>
                  <a:moveTo>
                    <a:pt x="776" y="512"/>
                  </a:moveTo>
                  <a:cubicBezTo>
                    <a:pt x="776" y="509"/>
                    <a:pt x="777" y="506"/>
                    <a:pt x="777" y="503"/>
                  </a:cubicBezTo>
                  <a:cubicBezTo>
                    <a:pt x="770" y="503"/>
                    <a:pt x="763" y="503"/>
                    <a:pt x="757" y="503"/>
                  </a:cubicBezTo>
                  <a:cubicBezTo>
                    <a:pt x="747" y="528"/>
                    <a:pt x="747" y="528"/>
                    <a:pt x="747" y="528"/>
                  </a:cubicBezTo>
                  <a:cubicBezTo>
                    <a:pt x="733" y="530"/>
                    <a:pt x="726" y="533"/>
                    <a:pt x="720" y="540"/>
                  </a:cubicBezTo>
                  <a:cubicBezTo>
                    <a:pt x="716" y="544"/>
                    <a:pt x="713" y="552"/>
                    <a:pt x="710" y="559"/>
                  </a:cubicBezTo>
                  <a:cubicBezTo>
                    <a:pt x="706" y="571"/>
                    <a:pt x="703" y="576"/>
                    <a:pt x="699" y="584"/>
                  </a:cubicBezTo>
                  <a:cubicBezTo>
                    <a:pt x="700" y="584"/>
                    <a:pt x="701" y="584"/>
                    <a:pt x="703" y="584"/>
                  </a:cubicBezTo>
                  <a:cubicBezTo>
                    <a:pt x="724" y="547"/>
                    <a:pt x="724" y="547"/>
                    <a:pt x="725" y="546"/>
                  </a:cubicBezTo>
                  <a:cubicBezTo>
                    <a:pt x="730" y="539"/>
                    <a:pt x="734" y="535"/>
                    <a:pt x="739" y="537"/>
                  </a:cubicBezTo>
                  <a:cubicBezTo>
                    <a:pt x="747" y="540"/>
                    <a:pt x="748" y="540"/>
                    <a:pt x="756" y="511"/>
                  </a:cubicBezTo>
                  <a:cubicBezTo>
                    <a:pt x="763" y="512"/>
                    <a:pt x="769" y="512"/>
                    <a:pt x="776" y="512"/>
                  </a:cubicBezTo>
                  <a:moveTo>
                    <a:pt x="776" y="512"/>
                  </a:moveTo>
                  <a:cubicBezTo>
                    <a:pt x="790" y="504"/>
                    <a:pt x="790" y="504"/>
                    <a:pt x="790" y="504"/>
                  </a:cubicBezTo>
                  <a:cubicBezTo>
                    <a:pt x="785" y="504"/>
                    <a:pt x="781" y="503"/>
                    <a:pt x="777" y="503"/>
                  </a:cubicBezTo>
                  <a:cubicBezTo>
                    <a:pt x="777" y="506"/>
                    <a:pt x="776" y="509"/>
                    <a:pt x="776" y="512"/>
                  </a:cubicBezTo>
                  <a:moveTo>
                    <a:pt x="1010" y="497"/>
                  </a:moveTo>
                  <a:cubicBezTo>
                    <a:pt x="1009" y="491"/>
                    <a:pt x="1009" y="486"/>
                    <a:pt x="1008" y="480"/>
                  </a:cubicBezTo>
                  <a:cubicBezTo>
                    <a:pt x="998" y="507"/>
                    <a:pt x="998" y="507"/>
                    <a:pt x="998" y="507"/>
                  </a:cubicBezTo>
                  <a:cubicBezTo>
                    <a:pt x="1010" y="497"/>
                    <a:pt x="1010" y="497"/>
                    <a:pt x="1010" y="497"/>
                  </a:cubicBezTo>
                  <a:moveTo>
                    <a:pt x="856" y="478"/>
                  </a:moveTo>
                  <a:cubicBezTo>
                    <a:pt x="883" y="503"/>
                    <a:pt x="883" y="503"/>
                    <a:pt x="883" y="503"/>
                  </a:cubicBezTo>
                  <a:cubicBezTo>
                    <a:pt x="869" y="478"/>
                    <a:pt x="869" y="478"/>
                    <a:pt x="869" y="478"/>
                  </a:cubicBezTo>
                  <a:cubicBezTo>
                    <a:pt x="865" y="478"/>
                    <a:pt x="860" y="478"/>
                    <a:pt x="856" y="478"/>
                  </a:cubicBezTo>
                  <a:moveTo>
                    <a:pt x="1067" y="483"/>
                  </a:moveTo>
                  <a:cubicBezTo>
                    <a:pt x="1067" y="477"/>
                    <a:pt x="1065" y="472"/>
                    <a:pt x="1064" y="466"/>
                  </a:cubicBezTo>
                  <a:cubicBezTo>
                    <a:pt x="1062" y="466"/>
                    <a:pt x="1060" y="467"/>
                    <a:pt x="1057" y="467"/>
                  </a:cubicBezTo>
                  <a:cubicBezTo>
                    <a:pt x="1053" y="476"/>
                    <a:pt x="1053" y="476"/>
                    <a:pt x="1053" y="476"/>
                  </a:cubicBezTo>
                  <a:cubicBezTo>
                    <a:pt x="1067" y="483"/>
                    <a:pt x="1067" y="483"/>
                    <a:pt x="1067" y="483"/>
                  </a:cubicBezTo>
                  <a:moveTo>
                    <a:pt x="1057" y="467"/>
                  </a:moveTo>
                  <a:cubicBezTo>
                    <a:pt x="1057" y="464"/>
                    <a:pt x="1056" y="461"/>
                    <a:pt x="1055" y="458"/>
                  </a:cubicBezTo>
                  <a:cubicBezTo>
                    <a:pt x="1052" y="458"/>
                    <a:pt x="1047" y="459"/>
                    <a:pt x="1043" y="459"/>
                  </a:cubicBezTo>
                  <a:cubicBezTo>
                    <a:pt x="1053" y="476"/>
                    <a:pt x="1053" y="476"/>
                    <a:pt x="1053" y="476"/>
                  </a:cubicBezTo>
                  <a:cubicBezTo>
                    <a:pt x="1057" y="467"/>
                    <a:pt x="1057" y="467"/>
                    <a:pt x="1057" y="467"/>
                  </a:cubicBezTo>
                  <a:moveTo>
                    <a:pt x="297" y="387"/>
                  </a:moveTo>
                  <a:cubicBezTo>
                    <a:pt x="302" y="398"/>
                    <a:pt x="302" y="398"/>
                    <a:pt x="302" y="398"/>
                  </a:cubicBezTo>
                  <a:cubicBezTo>
                    <a:pt x="306" y="380"/>
                    <a:pt x="306" y="380"/>
                    <a:pt x="306" y="380"/>
                  </a:cubicBezTo>
                  <a:cubicBezTo>
                    <a:pt x="297" y="387"/>
                    <a:pt x="297" y="387"/>
                    <a:pt x="297" y="387"/>
                  </a:cubicBezTo>
                  <a:moveTo>
                    <a:pt x="297" y="387"/>
                  </a:moveTo>
                  <a:cubicBezTo>
                    <a:pt x="306" y="380"/>
                    <a:pt x="306" y="380"/>
                    <a:pt x="306" y="380"/>
                  </a:cubicBezTo>
                  <a:cubicBezTo>
                    <a:pt x="311" y="363"/>
                    <a:pt x="311" y="363"/>
                    <a:pt x="311" y="363"/>
                  </a:cubicBezTo>
                  <a:cubicBezTo>
                    <a:pt x="307" y="362"/>
                    <a:pt x="303" y="360"/>
                    <a:pt x="299" y="359"/>
                  </a:cubicBezTo>
                  <a:cubicBezTo>
                    <a:pt x="301" y="350"/>
                    <a:pt x="301" y="350"/>
                    <a:pt x="301" y="350"/>
                  </a:cubicBezTo>
                  <a:cubicBezTo>
                    <a:pt x="298" y="349"/>
                    <a:pt x="296" y="348"/>
                    <a:pt x="293" y="346"/>
                  </a:cubicBezTo>
                  <a:cubicBezTo>
                    <a:pt x="272" y="366"/>
                    <a:pt x="272" y="366"/>
                    <a:pt x="272" y="366"/>
                  </a:cubicBezTo>
                  <a:cubicBezTo>
                    <a:pt x="280" y="372"/>
                    <a:pt x="290" y="381"/>
                    <a:pt x="297" y="387"/>
                  </a:cubicBezTo>
                  <a:moveTo>
                    <a:pt x="720" y="415"/>
                  </a:moveTo>
                  <a:cubicBezTo>
                    <a:pt x="720" y="413"/>
                    <a:pt x="721" y="410"/>
                    <a:pt x="721" y="407"/>
                  </a:cubicBezTo>
                  <a:cubicBezTo>
                    <a:pt x="700" y="389"/>
                    <a:pt x="700" y="389"/>
                    <a:pt x="700" y="389"/>
                  </a:cubicBezTo>
                  <a:cubicBezTo>
                    <a:pt x="690" y="414"/>
                    <a:pt x="690" y="414"/>
                    <a:pt x="690" y="414"/>
                  </a:cubicBezTo>
                  <a:cubicBezTo>
                    <a:pt x="700" y="415"/>
                    <a:pt x="710" y="415"/>
                    <a:pt x="720" y="415"/>
                  </a:cubicBezTo>
                  <a:moveTo>
                    <a:pt x="740" y="410"/>
                  </a:moveTo>
                  <a:cubicBezTo>
                    <a:pt x="753" y="390"/>
                    <a:pt x="753" y="390"/>
                    <a:pt x="753" y="390"/>
                  </a:cubicBezTo>
                  <a:cubicBezTo>
                    <a:pt x="747" y="384"/>
                    <a:pt x="747" y="384"/>
                    <a:pt x="747" y="384"/>
                  </a:cubicBezTo>
                  <a:cubicBezTo>
                    <a:pt x="747" y="386"/>
                    <a:pt x="747" y="386"/>
                    <a:pt x="747" y="386"/>
                  </a:cubicBezTo>
                  <a:cubicBezTo>
                    <a:pt x="741" y="405"/>
                    <a:pt x="741" y="405"/>
                    <a:pt x="740" y="406"/>
                  </a:cubicBezTo>
                  <a:cubicBezTo>
                    <a:pt x="739" y="406"/>
                    <a:pt x="737" y="407"/>
                    <a:pt x="737" y="407"/>
                  </a:cubicBezTo>
                  <a:cubicBezTo>
                    <a:pt x="731" y="407"/>
                    <a:pt x="726" y="407"/>
                    <a:pt x="721" y="407"/>
                  </a:cubicBezTo>
                  <a:cubicBezTo>
                    <a:pt x="721" y="410"/>
                    <a:pt x="720" y="413"/>
                    <a:pt x="720" y="415"/>
                  </a:cubicBezTo>
                  <a:cubicBezTo>
                    <a:pt x="737" y="425"/>
                    <a:pt x="737" y="425"/>
                    <a:pt x="737" y="425"/>
                  </a:cubicBezTo>
                  <a:cubicBezTo>
                    <a:pt x="745" y="418"/>
                    <a:pt x="745" y="418"/>
                    <a:pt x="745" y="418"/>
                  </a:cubicBezTo>
                  <a:cubicBezTo>
                    <a:pt x="751" y="408"/>
                    <a:pt x="751" y="408"/>
                    <a:pt x="751" y="408"/>
                  </a:cubicBezTo>
                  <a:cubicBezTo>
                    <a:pt x="743" y="418"/>
                    <a:pt x="743" y="418"/>
                    <a:pt x="743" y="418"/>
                  </a:cubicBezTo>
                  <a:cubicBezTo>
                    <a:pt x="740" y="410"/>
                    <a:pt x="740" y="410"/>
                    <a:pt x="740" y="410"/>
                  </a:cubicBezTo>
                  <a:moveTo>
                    <a:pt x="664" y="395"/>
                  </a:moveTo>
                  <a:cubicBezTo>
                    <a:pt x="677" y="388"/>
                    <a:pt x="677" y="388"/>
                    <a:pt x="677" y="388"/>
                  </a:cubicBezTo>
                  <a:cubicBezTo>
                    <a:pt x="680" y="359"/>
                    <a:pt x="680" y="359"/>
                    <a:pt x="680" y="359"/>
                  </a:cubicBezTo>
                  <a:cubicBezTo>
                    <a:pt x="654" y="386"/>
                    <a:pt x="654" y="386"/>
                    <a:pt x="654" y="386"/>
                  </a:cubicBezTo>
                  <a:cubicBezTo>
                    <a:pt x="654" y="389"/>
                    <a:pt x="653" y="392"/>
                    <a:pt x="652" y="395"/>
                  </a:cubicBezTo>
                  <a:cubicBezTo>
                    <a:pt x="656" y="395"/>
                    <a:pt x="660" y="395"/>
                    <a:pt x="664" y="395"/>
                  </a:cubicBezTo>
                  <a:moveTo>
                    <a:pt x="687" y="364"/>
                  </a:moveTo>
                  <a:cubicBezTo>
                    <a:pt x="688" y="361"/>
                    <a:pt x="688" y="358"/>
                    <a:pt x="688" y="356"/>
                  </a:cubicBezTo>
                  <a:cubicBezTo>
                    <a:pt x="659" y="362"/>
                    <a:pt x="659" y="362"/>
                    <a:pt x="659" y="362"/>
                  </a:cubicBezTo>
                  <a:cubicBezTo>
                    <a:pt x="658" y="370"/>
                    <a:pt x="656" y="378"/>
                    <a:pt x="654" y="386"/>
                  </a:cubicBezTo>
                  <a:cubicBezTo>
                    <a:pt x="680" y="359"/>
                    <a:pt x="680" y="359"/>
                    <a:pt x="680" y="359"/>
                  </a:cubicBezTo>
                  <a:cubicBezTo>
                    <a:pt x="677" y="388"/>
                    <a:pt x="677" y="388"/>
                    <a:pt x="677" y="388"/>
                  </a:cubicBezTo>
                  <a:cubicBezTo>
                    <a:pt x="687" y="364"/>
                    <a:pt x="687" y="364"/>
                    <a:pt x="687" y="364"/>
                  </a:cubicBezTo>
                  <a:moveTo>
                    <a:pt x="301" y="350"/>
                  </a:moveTo>
                  <a:cubicBezTo>
                    <a:pt x="299" y="359"/>
                    <a:pt x="299" y="359"/>
                    <a:pt x="299" y="359"/>
                  </a:cubicBezTo>
                  <a:cubicBezTo>
                    <a:pt x="301" y="350"/>
                    <a:pt x="301" y="350"/>
                    <a:pt x="301" y="350"/>
                  </a:cubicBezTo>
                  <a:moveTo>
                    <a:pt x="301" y="350"/>
                  </a:moveTo>
                  <a:cubicBezTo>
                    <a:pt x="326" y="320"/>
                    <a:pt x="326" y="320"/>
                    <a:pt x="326" y="320"/>
                  </a:cubicBezTo>
                  <a:cubicBezTo>
                    <a:pt x="334" y="289"/>
                    <a:pt x="334" y="289"/>
                    <a:pt x="334" y="289"/>
                  </a:cubicBezTo>
                  <a:cubicBezTo>
                    <a:pt x="328" y="279"/>
                    <a:pt x="328" y="279"/>
                    <a:pt x="328" y="279"/>
                  </a:cubicBezTo>
                  <a:cubicBezTo>
                    <a:pt x="314" y="296"/>
                    <a:pt x="300" y="315"/>
                    <a:pt x="287" y="334"/>
                  </a:cubicBezTo>
                  <a:cubicBezTo>
                    <a:pt x="288" y="334"/>
                    <a:pt x="288" y="334"/>
                    <a:pt x="288" y="334"/>
                  </a:cubicBezTo>
                  <a:cubicBezTo>
                    <a:pt x="302" y="321"/>
                    <a:pt x="302" y="321"/>
                    <a:pt x="302" y="321"/>
                  </a:cubicBezTo>
                  <a:cubicBezTo>
                    <a:pt x="317" y="326"/>
                    <a:pt x="317" y="326"/>
                    <a:pt x="317" y="326"/>
                  </a:cubicBezTo>
                  <a:cubicBezTo>
                    <a:pt x="302" y="321"/>
                    <a:pt x="302" y="321"/>
                    <a:pt x="302" y="321"/>
                  </a:cubicBezTo>
                  <a:cubicBezTo>
                    <a:pt x="288" y="334"/>
                    <a:pt x="288" y="334"/>
                    <a:pt x="288" y="334"/>
                  </a:cubicBezTo>
                  <a:cubicBezTo>
                    <a:pt x="307" y="333"/>
                    <a:pt x="307" y="333"/>
                    <a:pt x="307" y="333"/>
                  </a:cubicBezTo>
                  <a:cubicBezTo>
                    <a:pt x="293" y="346"/>
                    <a:pt x="293" y="346"/>
                    <a:pt x="293" y="346"/>
                  </a:cubicBezTo>
                  <a:cubicBezTo>
                    <a:pt x="296" y="348"/>
                    <a:pt x="298" y="349"/>
                    <a:pt x="301" y="350"/>
                  </a:cubicBezTo>
                  <a:moveTo>
                    <a:pt x="723" y="350"/>
                  </a:moveTo>
                  <a:cubicBezTo>
                    <a:pt x="719" y="350"/>
                    <a:pt x="716" y="350"/>
                    <a:pt x="712" y="349"/>
                  </a:cubicBezTo>
                  <a:cubicBezTo>
                    <a:pt x="716" y="350"/>
                    <a:pt x="719" y="350"/>
                    <a:pt x="723" y="350"/>
                  </a:cubicBezTo>
                  <a:moveTo>
                    <a:pt x="712" y="349"/>
                  </a:moveTo>
                  <a:cubicBezTo>
                    <a:pt x="716" y="350"/>
                    <a:pt x="719" y="350"/>
                    <a:pt x="723" y="350"/>
                  </a:cubicBezTo>
                  <a:cubicBezTo>
                    <a:pt x="719" y="350"/>
                    <a:pt x="716" y="350"/>
                    <a:pt x="712" y="349"/>
                  </a:cubicBezTo>
                  <a:moveTo>
                    <a:pt x="727" y="358"/>
                  </a:moveTo>
                  <a:cubicBezTo>
                    <a:pt x="723" y="350"/>
                    <a:pt x="723" y="350"/>
                    <a:pt x="723" y="350"/>
                  </a:cubicBezTo>
                  <a:cubicBezTo>
                    <a:pt x="727" y="358"/>
                    <a:pt x="727" y="358"/>
                    <a:pt x="727" y="358"/>
                  </a:cubicBezTo>
                  <a:moveTo>
                    <a:pt x="732" y="366"/>
                  </a:moveTo>
                  <a:cubicBezTo>
                    <a:pt x="727" y="358"/>
                    <a:pt x="727" y="358"/>
                    <a:pt x="727" y="358"/>
                  </a:cubicBezTo>
                  <a:cubicBezTo>
                    <a:pt x="732" y="366"/>
                    <a:pt x="732" y="366"/>
                    <a:pt x="732" y="366"/>
                  </a:cubicBezTo>
                  <a:moveTo>
                    <a:pt x="732" y="366"/>
                  </a:moveTo>
                  <a:cubicBezTo>
                    <a:pt x="737" y="375"/>
                    <a:pt x="737" y="375"/>
                    <a:pt x="737" y="375"/>
                  </a:cubicBezTo>
                  <a:cubicBezTo>
                    <a:pt x="732" y="366"/>
                    <a:pt x="732" y="366"/>
                    <a:pt x="732" y="366"/>
                  </a:cubicBezTo>
                  <a:moveTo>
                    <a:pt x="746" y="388"/>
                  </a:moveTo>
                  <a:cubicBezTo>
                    <a:pt x="746" y="387"/>
                    <a:pt x="747" y="385"/>
                    <a:pt x="747" y="384"/>
                  </a:cubicBezTo>
                  <a:cubicBezTo>
                    <a:pt x="744" y="381"/>
                    <a:pt x="740" y="377"/>
                    <a:pt x="737" y="375"/>
                  </a:cubicBezTo>
                  <a:cubicBezTo>
                    <a:pt x="732" y="366"/>
                    <a:pt x="732" y="366"/>
                    <a:pt x="732" y="366"/>
                  </a:cubicBezTo>
                  <a:cubicBezTo>
                    <a:pt x="727" y="358"/>
                    <a:pt x="727" y="358"/>
                    <a:pt x="727" y="358"/>
                  </a:cubicBezTo>
                  <a:cubicBezTo>
                    <a:pt x="723" y="350"/>
                    <a:pt x="723" y="350"/>
                    <a:pt x="723" y="350"/>
                  </a:cubicBezTo>
                  <a:cubicBezTo>
                    <a:pt x="719" y="350"/>
                    <a:pt x="716" y="350"/>
                    <a:pt x="712" y="349"/>
                  </a:cubicBezTo>
                  <a:cubicBezTo>
                    <a:pt x="716" y="350"/>
                    <a:pt x="719" y="350"/>
                    <a:pt x="723" y="350"/>
                  </a:cubicBezTo>
                  <a:cubicBezTo>
                    <a:pt x="724" y="342"/>
                    <a:pt x="725" y="334"/>
                    <a:pt x="727" y="326"/>
                  </a:cubicBezTo>
                  <a:cubicBezTo>
                    <a:pt x="723" y="326"/>
                    <a:pt x="720" y="325"/>
                    <a:pt x="716" y="325"/>
                  </a:cubicBezTo>
                  <a:cubicBezTo>
                    <a:pt x="714" y="325"/>
                    <a:pt x="713" y="325"/>
                    <a:pt x="711" y="325"/>
                  </a:cubicBezTo>
                  <a:cubicBezTo>
                    <a:pt x="720" y="334"/>
                    <a:pt x="720" y="334"/>
                    <a:pt x="720" y="334"/>
                  </a:cubicBezTo>
                  <a:cubicBezTo>
                    <a:pt x="711" y="325"/>
                    <a:pt x="711" y="325"/>
                    <a:pt x="711" y="325"/>
                  </a:cubicBezTo>
                  <a:cubicBezTo>
                    <a:pt x="707" y="325"/>
                    <a:pt x="703" y="325"/>
                    <a:pt x="700" y="324"/>
                  </a:cubicBezTo>
                  <a:cubicBezTo>
                    <a:pt x="699" y="330"/>
                    <a:pt x="698" y="335"/>
                    <a:pt x="697" y="340"/>
                  </a:cubicBezTo>
                  <a:cubicBezTo>
                    <a:pt x="702" y="352"/>
                    <a:pt x="710" y="362"/>
                    <a:pt x="714" y="374"/>
                  </a:cubicBezTo>
                  <a:cubicBezTo>
                    <a:pt x="712" y="376"/>
                    <a:pt x="709" y="379"/>
                    <a:pt x="707" y="381"/>
                  </a:cubicBezTo>
                  <a:cubicBezTo>
                    <a:pt x="700" y="389"/>
                    <a:pt x="700" y="389"/>
                    <a:pt x="700" y="389"/>
                  </a:cubicBezTo>
                  <a:cubicBezTo>
                    <a:pt x="721" y="407"/>
                    <a:pt x="721" y="407"/>
                    <a:pt x="721" y="407"/>
                  </a:cubicBezTo>
                  <a:cubicBezTo>
                    <a:pt x="739" y="406"/>
                    <a:pt x="739" y="406"/>
                    <a:pt x="740" y="406"/>
                  </a:cubicBezTo>
                  <a:cubicBezTo>
                    <a:pt x="741" y="405"/>
                    <a:pt x="741" y="405"/>
                    <a:pt x="746" y="388"/>
                  </a:cubicBezTo>
                  <a:moveTo>
                    <a:pt x="700" y="324"/>
                  </a:moveTo>
                  <a:cubicBezTo>
                    <a:pt x="703" y="325"/>
                    <a:pt x="707" y="325"/>
                    <a:pt x="711" y="325"/>
                  </a:cubicBezTo>
                  <a:cubicBezTo>
                    <a:pt x="707" y="317"/>
                    <a:pt x="707" y="317"/>
                    <a:pt x="707" y="317"/>
                  </a:cubicBezTo>
                  <a:cubicBezTo>
                    <a:pt x="700" y="324"/>
                    <a:pt x="700" y="324"/>
                    <a:pt x="700" y="324"/>
                  </a:cubicBezTo>
                  <a:moveTo>
                    <a:pt x="835" y="329"/>
                  </a:moveTo>
                  <a:cubicBezTo>
                    <a:pt x="836" y="329"/>
                    <a:pt x="838" y="329"/>
                    <a:pt x="840" y="329"/>
                  </a:cubicBezTo>
                  <a:cubicBezTo>
                    <a:pt x="833" y="306"/>
                    <a:pt x="833" y="306"/>
                    <a:pt x="833" y="306"/>
                  </a:cubicBezTo>
                  <a:cubicBezTo>
                    <a:pt x="824" y="313"/>
                    <a:pt x="824" y="313"/>
                    <a:pt x="824" y="313"/>
                  </a:cubicBezTo>
                  <a:cubicBezTo>
                    <a:pt x="829" y="321"/>
                    <a:pt x="829" y="321"/>
                    <a:pt x="829" y="321"/>
                  </a:cubicBezTo>
                  <a:cubicBezTo>
                    <a:pt x="835" y="329"/>
                    <a:pt x="835" y="329"/>
                    <a:pt x="835" y="329"/>
                  </a:cubicBezTo>
                  <a:moveTo>
                    <a:pt x="818" y="314"/>
                  </a:moveTo>
                  <a:cubicBezTo>
                    <a:pt x="818" y="314"/>
                    <a:pt x="818" y="314"/>
                    <a:pt x="818" y="313"/>
                  </a:cubicBezTo>
                  <a:cubicBezTo>
                    <a:pt x="812" y="316"/>
                    <a:pt x="803" y="320"/>
                    <a:pt x="797" y="323"/>
                  </a:cubicBezTo>
                  <a:cubicBezTo>
                    <a:pt x="792" y="305"/>
                    <a:pt x="792" y="305"/>
                    <a:pt x="792" y="305"/>
                  </a:cubicBezTo>
                  <a:cubicBezTo>
                    <a:pt x="792" y="306"/>
                    <a:pt x="792" y="306"/>
                    <a:pt x="792" y="306"/>
                  </a:cubicBezTo>
                  <a:cubicBezTo>
                    <a:pt x="794" y="324"/>
                    <a:pt x="794" y="324"/>
                    <a:pt x="797" y="326"/>
                  </a:cubicBezTo>
                  <a:cubicBezTo>
                    <a:pt x="800" y="330"/>
                    <a:pt x="811" y="328"/>
                    <a:pt x="813" y="326"/>
                  </a:cubicBezTo>
                  <a:cubicBezTo>
                    <a:pt x="814" y="325"/>
                    <a:pt x="814" y="324"/>
                    <a:pt x="815" y="321"/>
                  </a:cubicBezTo>
                  <a:cubicBezTo>
                    <a:pt x="816" y="319"/>
                    <a:pt x="817" y="317"/>
                    <a:pt x="818" y="314"/>
                  </a:cubicBezTo>
                  <a:moveTo>
                    <a:pt x="654" y="244"/>
                  </a:moveTo>
                  <a:cubicBezTo>
                    <a:pt x="655" y="244"/>
                    <a:pt x="657" y="244"/>
                    <a:pt x="658" y="244"/>
                  </a:cubicBezTo>
                  <a:cubicBezTo>
                    <a:pt x="659" y="241"/>
                    <a:pt x="661" y="235"/>
                    <a:pt x="662" y="231"/>
                  </a:cubicBezTo>
                  <a:cubicBezTo>
                    <a:pt x="653" y="222"/>
                    <a:pt x="653" y="222"/>
                    <a:pt x="653" y="222"/>
                  </a:cubicBezTo>
                  <a:cubicBezTo>
                    <a:pt x="625" y="226"/>
                    <a:pt x="625" y="226"/>
                    <a:pt x="625" y="226"/>
                  </a:cubicBezTo>
                  <a:cubicBezTo>
                    <a:pt x="622" y="226"/>
                    <a:pt x="619" y="225"/>
                    <a:pt x="617" y="225"/>
                  </a:cubicBezTo>
                  <a:cubicBezTo>
                    <a:pt x="606" y="238"/>
                    <a:pt x="606" y="238"/>
                    <a:pt x="606" y="238"/>
                  </a:cubicBezTo>
                  <a:cubicBezTo>
                    <a:pt x="607" y="238"/>
                    <a:pt x="609" y="239"/>
                    <a:pt x="610" y="239"/>
                  </a:cubicBezTo>
                  <a:cubicBezTo>
                    <a:pt x="609" y="241"/>
                    <a:pt x="608" y="243"/>
                    <a:pt x="607" y="246"/>
                  </a:cubicBezTo>
                  <a:cubicBezTo>
                    <a:pt x="610" y="248"/>
                    <a:pt x="612" y="252"/>
                    <a:pt x="616" y="254"/>
                  </a:cubicBezTo>
                  <a:cubicBezTo>
                    <a:pt x="617" y="255"/>
                    <a:pt x="621" y="256"/>
                    <a:pt x="623" y="255"/>
                  </a:cubicBezTo>
                  <a:cubicBezTo>
                    <a:pt x="626" y="255"/>
                    <a:pt x="629" y="254"/>
                    <a:pt x="634" y="251"/>
                  </a:cubicBezTo>
                  <a:cubicBezTo>
                    <a:pt x="640" y="248"/>
                    <a:pt x="645" y="246"/>
                    <a:pt x="654" y="244"/>
                  </a:cubicBezTo>
                  <a:moveTo>
                    <a:pt x="1066" y="191"/>
                  </a:moveTo>
                  <a:cubicBezTo>
                    <a:pt x="1065" y="190"/>
                    <a:pt x="1065" y="189"/>
                    <a:pt x="1065" y="189"/>
                  </a:cubicBezTo>
                  <a:cubicBezTo>
                    <a:pt x="1065" y="189"/>
                    <a:pt x="1063" y="188"/>
                    <a:pt x="1063" y="189"/>
                  </a:cubicBezTo>
                  <a:cubicBezTo>
                    <a:pt x="1062" y="189"/>
                    <a:pt x="1065" y="192"/>
                    <a:pt x="1066" y="192"/>
                  </a:cubicBezTo>
                  <a:cubicBezTo>
                    <a:pt x="1067" y="192"/>
                    <a:pt x="1066" y="191"/>
                    <a:pt x="1066" y="191"/>
                  </a:cubicBezTo>
                  <a:moveTo>
                    <a:pt x="483" y="157"/>
                  </a:moveTo>
                  <a:cubicBezTo>
                    <a:pt x="498" y="146"/>
                    <a:pt x="498" y="146"/>
                    <a:pt x="498" y="146"/>
                  </a:cubicBezTo>
                  <a:cubicBezTo>
                    <a:pt x="497" y="146"/>
                    <a:pt x="497" y="145"/>
                    <a:pt x="496" y="145"/>
                  </a:cubicBezTo>
                  <a:cubicBezTo>
                    <a:pt x="493" y="144"/>
                    <a:pt x="490" y="143"/>
                    <a:pt x="488" y="142"/>
                  </a:cubicBezTo>
                  <a:cubicBezTo>
                    <a:pt x="478" y="155"/>
                    <a:pt x="478" y="155"/>
                    <a:pt x="478" y="155"/>
                  </a:cubicBezTo>
                  <a:cubicBezTo>
                    <a:pt x="483" y="157"/>
                    <a:pt x="483" y="157"/>
                    <a:pt x="483" y="157"/>
                  </a:cubicBezTo>
                  <a:moveTo>
                    <a:pt x="1193" y="530"/>
                  </a:moveTo>
                  <a:cubicBezTo>
                    <a:pt x="1191" y="524"/>
                    <a:pt x="1190" y="517"/>
                    <a:pt x="1188" y="512"/>
                  </a:cubicBezTo>
                  <a:cubicBezTo>
                    <a:pt x="1190" y="517"/>
                    <a:pt x="1191" y="524"/>
                    <a:pt x="1193" y="530"/>
                  </a:cubicBezTo>
                  <a:moveTo>
                    <a:pt x="1193" y="530"/>
                  </a:moveTo>
                  <a:cubicBezTo>
                    <a:pt x="1216" y="522"/>
                    <a:pt x="1216" y="522"/>
                    <a:pt x="1216" y="522"/>
                  </a:cubicBezTo>
                  <a:cubicBezTo>
                    <a:pt x="1193" y="530"/>
                    <a:pt x="1193" y="530"/>
                    <a:pt x="1193" y="530"/>
                  </a:cubicBezTo>
                  <a:moveTo>
                    <a:pt x="1152" y="508"/>
                  </a:moveTo>
                  <a:cubicBezTo>
                    <a:pt x="1147" y="509"/>
                    <a:pt x="1147" y="509"/>
                    <a:pt x="1147" y="509"/>
                  </a:cubicBezTo>
                  <a:cubicBezTo>
                    <a:pt x="1149" y="509"/>
                    <a:pt x="1150" y="509"/>
                    <a:pt x="1152" y="508"/>
                  </a:cubicBezTo>
                  <a:moveTo>
                    <a:pt x="1156" y="507"/>
                  </a:moveTo>
                  <a:cubicBezTo>
                    <a:pt x="1155" y="507"/>
                    <a:pt x="1153" y="508"/>
                    <a:pt x="1152" y="508"/>
                  </a:cubicBezTo>
                  <a:cubicBezTo>
                    <a:pt x="1153" y="508"/>
                    <a:pt x="1155" y="507"/>
                    <a:pt x="1156" y="507"/>
                  </a:cubicBezTo>
                  <a:moveTo>
                    <a:pt x="1159" y="507"/>
                  </a:moveTo>
                  <a:cubicBezTo>
                    <a:pt x="1158" y="507"/>
                    <a:pt x="1157" y="507"/>
                    <a:pt x="1156" y="507"/>
                  </a:cubicBezTo>
                  <a:cubicBezTo>
                    <a:pt x="1157" y="507"/>
                    <a:pt x="1158" y="507"/>
                    <a:pt x="1159" y="507"/>
                  </a:cubicBezTo>
                  <a:moveTo>
                    <a:pt x="1163" y="506"/>
                  </a:moveTo>
                  <a:cubicBezTo>
                    <a:pt x="1162" y="506"/>
                    <a:pt x="1160" y="506"/>
                    <a:pt x="1159" y="507"/>
                  </a:cubicBezTo>
                  <a:cubicBezTo>
                    <a:pt x="1160" y="506"/>
                    <a:pt x="1162" y="506"/>
                    <a:pt x="1163" y="506"/>
                  </a:cubicBezTo>
                  <a:moveTo>
                    <a:pt x="1166" y="505"/>
                  </a:moveTo>
                  <a:cubicBezTo>
                    <a:pt x="1165" y="505"/>
                    <a:pt x="1163" y="506"/>
                    <a:pt x="1163" y="506"/>
                  </a:cubicBezTo>
                  <a:cubicBezTo>
                    <a:pt x="1163" y="506"/>
                    <a:pt x="1165" y="505"/>
                    <a:pt x="1166" y="505"/>
                  </a:cubicBezTo>
                  <a:moveTo>
                    <a:pt x="1168" y="504"/>
                  </a:moveTo>
                  <a:cubicBezTo>
                    <a:pt x="1167" y="504"/>
                    <a:pt x="1166" y="504"/>
                    <a:pt x="1166" y="505"/>
                  </a:cubicBezTo>
                  <a:cubicBezTo>
                    <a:pt x="1166" y="504"/>
                    <a:pt x="1167" y="504"/>
                    <a:pt x="1168" y="504"/>
                  </a:cubicBezTo>
                  <a:moveTo>
                    <a:pt x="1170" y="502"/>
                  </a:moveTo>
                  <a:cubicBezTo>
                    <a:pt x="1170" y="503"/>
                    <a:pt x="1169" y="503"/>
                    <a:pt x="1168" y="504"/>
                  </a:cubicBezTo>
                  <a:cubicBezTo>
                    <a:pt x="1169" y="503"/>
                    <a:pt x="1170" y="503"/>
                    <a:pt x="1170" y="502"/>
                  </a:cubicBezTo>
                  <a:moveTo>
                    <a:pt x="1172" y="502"/>
                  </a:moveTo>
                  <a:cubicBezTo>
                    <a:pt x="1172" y="502"/>
                    <a:pt x="1171" y="502"/>
                    <a:pt x="1170" y="502"/>
                  </a:cubicBezTo>
                  <a:cubicBezTo>
                    <a:pt x="1171" y="502"/>
                    <a:pt x="1172" y="502"/>
                    <a:pt x="1172" y="502"/>
                  </a:cubicBezTo>
                  <a:moveTo>
                    <a:pt x="1174" y="501"/>
                  </a:moveTo>
                  <a:cubicBezTo>
                    <a:pt x="1174" y="501"/>
                    <a:pt x="1173" y="501"/>
                    <a:pt x="1172" y="502"/>
                  </a:cubicBezTo>
                  <a:cubicBezTo>
                    <a:pt x="1173" y="501"/>
                    <a:pt x="1174" y="501"/>
                    <a:pt x="1174" y="501"/>
                  </a:cubicBezTo>
                  <a:moveTo>
                    <a:pt x="1175" y="500"/>
                  </a:moveTo>
                  <a:cubicBezTo>
                    <a:pt x="1175" y="500"/>
                    <a:pt x="1175" y="500"/>
                    <a:pt x="1174" y="501"/>
                  </a:cubicBezTo>
                  <a:cubicBezTo>
                    <a:pt x="1175" y="500"/>
                    <a:pt x="1175" y="500"/>
                    <a:pt x="1175" y="500"/>
                  </a:cubicBezTo>
                  <a:moveTo>
                    <a:pt x="1175" y="500"/>
                  </a:moveTo>
                  <a:cubicBezTo>
                    <a:pt x="1176" y="499"/>
                    <a:pt x="1177" y="499"/>
                    <a:pt x="1177" y="499"/>
                  </a:cubicBezTo>
                  <a:cubicBezTo>
                    <a:pt x="1177" y="499"/>
                    <a:pt x="1176" y="499"/>
                    <a:pt x="1175" y="500"/>
                  </a:cubicBezTo>
                  <a:moveTo>
                    <a:pt x="1177" y="499"/>
                  </a:moveTo>
                  <a:cubicBezTo>
                    <a:pt x="1178" y="499"/>
                    <a:pt x="1178" y="499"/>
                    <a:pt x="1178" y="498"/>
                  </a:cubicBezTo>
                  <a:cubicBezTo>
                    <a:pt x="1178" y="499"/>
                    <a:pt x="1178" y="499"/>
                    <a:pt x="1177" y="499"/>
                  </a:cubicBezTo>
                  <a:moveTo>
                    <a:pt x="1178" y="498"/>
                  </a:moveTo>
                  <a:cubicBezTo>
                    <a:pt x="1179" y="498"/>
                    <a:pt x="1179" y="497"/>
                    <a:pt x="1179" y="497"/>
                  </a:cubicBezTo>
                  <a:cubicBezTo>
                    <a:pt x="1179" y="497"/>
                    <a:pt x="1179" y="498"/>
                    <a:pt x="1178" y="498"/>
                  </a:cubicBezTo>
                  <a:moveTo>
                    <a:pt x="1179" y="497"/>
                  </a:moveTo>
                  <a:cubicBezTo>
                    <a:pt x="1180" y="497"/>
                    <a:pt x="1180" y="497"/>
                    <a:pt x="1181" y="497"/>
                  </a:cubicBezTo>
                  <a:cubicBezTo>
                    <a:pt x="1180" y="497"/>
                    <a:pt x="1180" y="497"/>
                    <a:pt x="1179" y="497"/>
                  </a:cubicBezTo>
                  <a:moveTo>
                    <a:pt x="1181" y="497"/>
                  </a:moveTo>
                  <a:cubicBezTo>
                    <a:pt x="1181" y="497"/>
                    <a:pt x="1182" y="497"/>
                    <a:pt x="1182" y="497"/>
                  </a:cubicBezTo>
                  <a:cubicBezTo>
                    <a:pt x="1182" y="497"/>
                    <a:pt x="1181" y="497"/>
                    <a:pt x="1181" y="497"/>
                  </a:cubicBezTo>
                  <a:moveTo>
                    <a:pt x="1182" y="497"/>
                  </a:moveTo>
                  <a:cubicBezTo>
                    <a:pt x="1182" y="496"/>
                    <a:pt x="1182" y="496"/>
                    <a:pt x="1183" y="496"/>
                  </a:cubicBezTo>
                  <a:cubicBezTo>
                    <a:pt x="1182" y="496"/>
                    <a:pt x="1182" y="496"/>
                    <a:pt x="1182" y="497"/>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3" y="496"/>
                  </a:moveTo>
                  <a:cubicBezTo>
                    <a:pt x="1183" y="496"/>
                    <a:pt x="1183" y="496"/>
                    <a:pt x="1183" y="496"/>
                  </a:cubicBezTo>
                  <a:cubicBezTo>
                    <a:pt x="1183" y="496"/>
                    <a:pt x="1183" y="496"/>
                    <a:pt x="1183" y="496"/>
                  </a:cubicBezTo>
                  <a:moveTo>
                    <a:pt x="1184" y="496"/>
                  </a:moveTo>
                  <a:cubicBezTo>
                    <a:pt x="1184" y="496"/>
                    <a:pt x="1184" y="496"/>
                    <a:pt x="1183" y="496"/>
                  </a:cubicBezTo>
                  <a:cubicBezTo>
                    <a:pt x="1184" y="496"/>
                    <a:pt x="1184" y="496"/>
                    <a:pt x="1184" y="496"/>
                  </a:cubicBezTo>
                  <a:moveTo>
                    <a:pt x="1186" y="497"/>
                  </a:moveTo>
                  <a:cubicBezTo>
                    <a:pt x="1185" y="497"/>
                    <a:pt x="1185" y="496"/>
                    <a:pt x="1184" y="496"/>
                  </a:cubicBezTo>
                  <a:cubicBezTo>
                    <a:pt x="1185" y="496"/>
                    <a:pt x="1185" y="497"/>
                    <a:pt x="1186" y="497"/>
                  </a:cubicBezTo>
                  <a:moveTo>
                    <a:pt x="1186" y="497"/>
                  </a:moveTo>
                  <a:cubicBezTo>
                    <a:pt x="1186" y="497"/>
                    <a:pt x="1186" y="497"/>
                    <a:pt x="1186" y="497"/>
                  </a:cubicBezTo>
                  <a:cubicBezTo>
                    <a:pt x="1186" y="497"/>
                    <a:pt x="1186" y="497"/>
                    <a:pt x="1186" y="497"/>
                  </a:cubicBezTo>
                  <a:moveTo>
                    <a:pt x="1188" y="498"/>
                  </a:moveTo>
                  <a:cubicBezTo>
                    <a:pt x="1188" y="498"/>
                    <a:pt x="1187" y="497"/>
                    <a:pt x="1186" y="497"/>
                  </a:cubicBezTo>
                  <a:cubicBezTo>
                    <a:pt x="1187" y="497"/>
                    <a:pt x="1188" y="498"/>
                    <a:pt x="1188" y="498"/>
                  </a:cubicBezTo>
                  <a:moveTo>
                    <a:pt x="1190" y="499"/>
                  </a:moveTo>
                  <a:cubicBezTo>
                    <a:pt x="1190" y="499"/>
                    <a:pt x="1189" y="499"/>
                    <a:pt x="1188" y="498"/>
                  </a:cubicBezTo>
                  <a:cubicBezTo>
                    <a:pt x="1189" y="499"/>
                    <a:pt x="1190" y="499"/>
                    <a:pt x="1190" y="499"/>
                  </a:cubicBezTo>
                  <a:moveTo>
                    <a:pt x="1192" y="501"/>
                  </a:moveTo>
                  <a:cubicBezTo>
                    <a:pt x="1191" y="501"/>
                    <a:pt x="1190" y="500"/>
                    <a:pt x="1190" y="499"/>
                  </a:cubicBezTo>
                  <a:cubicBezTo>
                    <a:pt x="1190" y="500"/>
                    <a:pt x="1191" y="501"/>
                    <a:pt x="1192" y="501"/>
                  </a:cubicBezTo>
                  <a:moveTo>
                    <a:pt x="1194" y="503"/>
                  </a:moveTo>
                  <a:cubicBezTo>
                    <a:pt x="1193" y="502"/>
                    <a:pt x="1192" y="502"/>
                    <a:pt x="1192" y="501"/>
                  </a:cubicBezTo>
                  <a:cubicBezTo>
                    <a:pt x="1192" y="502"/>
                    <a:pt x="1193" y="502"/>
                    <a:pt x="1194" y="503"/>
                  </a:cubicBezTo>
                  <a:moveTo>
                    <a:pt x="1196" y="506"/>
                  </a:moveTo>
                  <a:cubicBezTo>
                    <a:pt x="1196" y="505"/>
                    <a:pt x="1195" y="504"/>
                    <a:pt x="1194" y="503"/>
                  </a:cubicBezTo>
                  <a:cubicBezTo>
                    <a:pt x="1195" y="504"/>
                    <a:pt x="1196" y="505"/>
                    <a:pt x="1196" y="506"/>
                  </a:cubicBezTo>
                  <a:moveTo>
                    <a:pt x="1197" y="506"/>
                  </a:moveTo>
                  <a:cubicBezTo>
                    <a:pt x="1196" y="506"/>
                    <a:pt x="1196" y="506"/>
                    <a:pt x="1196" y="506"/>
                  </a:cubicBezTo>
                  <a:cubicBezTo>
                    <a:pt x="1196" y="506"/>
                    <a:pt x="1196" y="506"/>
                    <a:pt x="1197" y="506"/>
                  </a:cubicBezTo>
                  <a:moveTo>
                    <a:pt x="1197" y="506"/>
                  </a:moveTo>
                  <a:cubicBezTo>
                    <a:pt x="1197" y="506"/>
                    <a:pt x="1197" y="506"/>
                    <a:pt x="1197" y="506"/>
                  </a:cubicBezTo>
                  <a:cubicBezTo>
                    <a:pt x="1197" y="506"/>
                    <a:pt x="1197" y="506"/>
                    <a:pt x="1197" y="506"/>
                  </a:cubicBezTo>
                  <a:moveTo>
                    <a:pt x="1197" y="506"/>
                  </a:moveTo>
                  <a:cubicBezTo>
                    <a:pt x="1197" y="507"/>
                    <a:pt x="1197" y="507"/>
                    <a:pt x="1197" y="507"/>
                  </a:cubicBezTo>
                  <a:cubicBezTo>
                    <a:pt x="1197" y="507"/>
                    <a:pt x="1197" y="507"/>
                    <a:pt x="1197" y="506"/>
                  </a:cubicBezTo>
                  <a:moveTo>
                    <a:pt x="1198" y="507"/>
                  </a:moveTo>
                  <a:cubicBezTo>
                    <a:pt x="1197" y="507"/>
                    <a:pt x="1197" y="507"/>
                    <a:pt x="1197" y="507"/>
                  </a:cubicBezTo>
                  <a:cubicBezTo>
                    <a:pt x="1198" y="507"/>
                    <a:pt x="1198" y="507"/>
                    <a:pt x="1198" y="507"/>
                  </a:cubicBezTo>
                  <a:moveTo>
                    <a:pt x="1198" y="507"/>
                  </a:moveTo>
                  <a:cubicBezTo>
                    <a:pt x="1198" y="507"/>
                    <a:pt x="1198" y="507"/>
                    <a:pt x="1198" y="507"/>
                  </a:cubicBezTo>
                  <a:cubicBezTo>
                    <a:pt x="1198" y="507"/>
                    <a:pt x="1198" y="507"/>
                    <a:pt x="1198" y="507"/>
                  </a:cubicBezTo>
                  <a:moveTo>
                    <a:pt x="1198" y="507"/>
                  </a:moveTo>
                  <a:cubicBezTo>
                    <a:pt x="1198" y="507"/>
                    <a:pt x="1198" y="507"/>
                    <a:pt x="1198" y="508"/>
                  </a:cubicBezTo>
                  <a:cubicBezTo>
                    <a:pt x="1198" y="507"/>
                    <a:pt x="1198" y="507"/>
                    <a:pt x="1198" y="507"/>
                  </a:cubicBezTo>
                  <a:moveTo>
                    <a:pt x="1198" y="508"/>
                  </a:moveTo>
                  <a:cubicBezTo>
                    <a:pt x="1198" y="508"/>
                    <a:pt x="1199" y="508"/>
                    <a:pt x="1199" y="508"/>
                  </a:cubicBezTo>
                  <a:cubicBezTo>
                    <a:pt x="1199" y="508"/>
                    <a:pt x="1199" y="508"/>
                    <a:pt x="1199" y="508"/>
                  </a:cubicBezTo>
                  <a:moveTo>
                    <a:pt x="1199" y="509"/>
                  </a:moveTo>
                  <a:cubicBezTo>
                    <a:pt x="1199" y="509"/>
                    <a:pt x="1199" y="509"/>
                    <a:pt x="1199" y="508"/>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09"/>
                  </a:moveTo>
                  <a:cubicBezTo>
                    <a:pt x="1199" y="509"/>
                    <a:pt x="1199" y="509"/>
                    <a:pt x="1199" y="509"/>
                  </a:cubicBezTo>
                  <a:cubicBezTo>
                    <a:pt x="1199" y="509"/>
                    <a:pt x="1199" y="509"/>
                    <a:pt x="1199" y="509"/>
                  </a:cubicBezTo>
                  <a:moveTo>
                    <a:pt x="1199" y="510"/>
                  </a:moveTo>
                  <a:cubicBezTo>
                    <a:pt x="1199" y="509"/>
                    <a:pt x="1199" y="509"/>
                    <a:pt x="1199" y="509"/>
                  </a:cubicBezTo>
                  <a:cubicBezTo>
                    <a:pt x="1199" y="509"/>
                    <a:pt x="1199" y="509"/>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199" y="510"/>
                  </a:moveTo>
                  <a:cubicBezTo>
                    <a:pt x="1199" y="510"/>
                    <a:pt x="1199" y="510"/>
                    <a:pt x="1199" y="510"/>
                  </a:cubicBezTo>
                  <a:cubicBezTo>
                    <a:pt x="1199" y="510"/>
                    <a:pt x="1199" y="510"/>
                    <a:pt x="1199" y="510"/>
                  </a:cubicBezTo>
                  <a:moveTo>
                    <a:pt x="1200" y="510"/>
                  </a:moveTo>
                  <a:cubicBezTo>
                    <a:pt x="1199" y="510"/>
                    <a:pt x="1199" y="510"/>
                    <a:pt x="1199"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1200" y="510"/>
                  </a:moveTo>
                  <a:cubicBezTo>
                    <a:pt x="1200" y="510"/>
                    <a:pt x="1200" y="510"/>
                    <a:pt x="1200" y="510"/>
                  </a:cubicBezTo>
                  <a:cubicBezTo>
                    <a:pt x="1200" y="510"/>
                    <a:pt x="1200" y="510"/>
                    <a:pt x="1200" y="510"/>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6" y="509"/>
                    <a:pt x="676" y="509"/>
                    <a:pt x="676" y="509"/>
                  </a:cubicBezTo>
                  <a:cubicBezTo>
                    <a:pt x="676" y="509"/>
                    <a:pt x="676" y="509"/>
                    <a:pt x="676" y="509"/>
                  </a:cubicBezTo>
                  <a:moveTo>
                    <a:pt x="676" y="509"/>
                  </a:moveTo>
                  <a:cubicBezTo>
                    <a:pt x="677" y="509"/>
                    <a:pt x="677" y="509"/>
                    <a:pt x="677" y="509"/>
                  </a:cubicBezTo>
                  <a:cubicBezTo>
                    <a:pt x="676" y="509"/>
                    <a:pt x="676" y="509"/>
                    <a:pt x="676"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7" y="509"/>
                  </a:moveTo>
                  <a:cubicBezTo>
                    <a:pt x="677" y="509"/>
                    <a:pt x="677" y="509"/>
                    <a:pt x="677" y="509"/>
                  </a:cubicBezTo>
                  <a:cubicBezTo>
                    <a:pt x="677" y="509"/>
                    <a:pt x="677" y="509"/>
                    <a:pt x="677" y="509"/>
                  </a:cubicBezTo>
                  <a:moveTo>
                    <a:pt x="672" y="509"/>
                  </a:moveTo>
                  <a:cubicBezTo>
                    <a:pt x="671" y="509"/>
                    <a:pt x="671" y="509"/>
                    <a:pt x="671" y="509"/>
                  </a:cubicBezTo>
                  <a:cubicBezTo>
                    <a:pt x="672" y="509"/>
                    <a:pt x="672" y="509"/>
                    <a:pt x="672" y="509"/>
                  </a:cubicBezTo>
                  <a:moveTo>
                    <a:pt x="675" y="509"/>
                  </a:moveTo>
                  <a:cubicBezTo>
                    <a:pt x="675" y="509"/>
                    <a:pt x="675" y="509"/>
                    <a:pt x="675" y="509"/>
                  </a:cubicBezTo>
                  <a:cubicBezTo>
                    <a:pt x="674" y="509"/>
                    <a:pt x="673" y="509"/>
                    <a:pt x="672" y="509"/>
                  </a:cubicBezTo>
                  <a:cubicBezTo>
                    <a:pt x="672" y="509"/>
                    <a:pt x="674"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75" y="509"/>
                  </a:moveTo>
                  <a:cubicBezTo>
                    <a:pt x="675" y="509"/>
                    <a:pt x="675" y="509"/>
                    <a:pt x="675" y="509"/>
                  </a:cubicBezTo>
                  <a:cubicBezTo>
                    <a:pt x="675" y="509"/>
                    <a:pt x="675" y="509"/>
                    <a:pt x="675" y="509"/>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6" y="506"/>
                  </a:moveTo>
                  <a:cubicBezTo>
                    <a:pt x="646" y="506"/>
                    <a:pt x="646" y="506"/>
                    <a:pt x="646" y="506"/>
                  </a:cubicBezTo>
                  <a:cubicBezTo>
                    <a:pt x="646" y="506"/>
                    <a:pt x="646" y="506"/>
                    <a:pt x="646" y="506"/>
                  </a:cubicBezTo>
                  <a:moveTo>
                    <a:pt x="647" y="506"/>
                  </a:moveTo>
                  <a:cubicBezTo>
                    <a:pt x="647" y="506"/>
                    <a:pt x="647" y="506"/>
                    <a:pt x="646" y="506"/>
                  </a:cubicBezTo>
                  <a:cubicBezTo>
                    <a:pt x="647" y="506"/>
                    <a:pt x="647" y="506"/>
                    <a:pt x="647" y="506"/>
                  </a:cubicBez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647" y="506"/>
                  </a:moveTo>
                  <a:cubicBezTo>
                    <a:pt x="647" y="506"/>
                    <a:pt x="647" y="506"/>
                    <a:pt x="647" y="506"/>
                  </a:cubicBezTo>
                  <a:cubicBezTo>
                    <a:pt x="647" y="506"/>
                    <a:pt x="647" y="506"/>
                    <a:pt x="647" y="506"/>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6" y="504"/>
                  </a:moveTo>
                  <a:cubicBezTo>
                    <a:pt x="706" y="504"/>
                    <a:pt x="706" y="504"/>
                    <a:pt x="706" y="504"/>
                  </a:cubicBezTo>
                  <a:cubicBezTo>
                    <a:pt x="706" y="504"/>
                    <a:pt x="706" y="504"/>
                    <a:pt x="706" y="504"/>
                  </a:cubicBezTo>
                  <a:moveTo>
                    <a:pt x="707" y="504"/>
                  </a:moveTo>
                  <a:cubicBezTo>
                    <a:pt x="706" y="504"/>
                    <a:pt x="706" y="504"/>
                    <a:pt x="706"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7" y="504"/>
                  </a:moveTo>
                  <a:cubicBezTo>
                    <a:pt x="707" y="504"/>
                    <a:pt x="707" y="504"/>
                    <a:pt x="707" y="504"/>
                  </a:cubicBezTo>
                  <a:cubicBezTo>
                    <a:pt x="707" y="504"/>
                    <a:pt x="707" y="504"/>
                    <a:pt x="707" y="504"/>
                  </a:cubicBezTo>
                  <a:moveTo>
                    <a:pt x="708" y="503"/>
                  </a:moveTo>
                  <a:cubicBezTo>
                    <a:pt x="708" y="503"/>
                    <a:pt x="708" y="503"/>
                    <a:pt x="708" y="503"/>
                  </a:cubicBezTo>
                  <a:cubicBezTo>
                    <a:pt x="708" y="503"/>
                    <a:pt x="708" y="503"/>
                    <a:pt x="708" y="503"/>
                  </a:cubicBezTo>
                  <a:moveTo>
                    <a:pt x="708" y="502"/>
                  </a:moveTo>
                  <a:cubicBezTo>
                    <a:pt x="708" y="503"/>
                    <a:pt x="708" y="503"/>
                    <a:pt x="708" y="503"/>
                  </a:cubicBezTo>
                  <a:cubicBezTo>
                    <a:pt x="708" y="502"/>
                    <a:pt x="708" y="502"/>
                    <a:pt x="708" y="502"/>
                  </a:cubicBezTo>
                  <a:moveTo>
                    <a:pt x="708" y="502"/>
                  </a:moveTo>
                  <a:cubicBezTo>
                    <a:pt x="708" y="502"/>
                    <a:pt x="708" y="502"/>
                    <a:pt x="708" y="502"/>
                  </a:cubicBezTo>
                  <a:cubicBezTo>
                    <a:pt x="708" y="502"/>
                    <a:pt x="708" y="502"/>
                    <a:pt x="708" y="502"/>
                  </a:cubicBezTo>
                  <a:moveTo>
                    <a:pt x="708" y="502"/>
                  </a:moveTo>
                  <a:cubicBezTo>
                    <a:pt x="708" y="502"/>
                    <a:pt x="708" y="502"/>
                    <a:pt x="708" y="502"/>
                  </a:cubicBezTo>
                  <a:cubicBezTo>
                    <a:pt x="708" y="502"/>
                    <a:pt x="708" y="502"/>
                    <a:pt x="708" y="502"/>
                  </a:cubicBezTo>
                  <a:moveTo>
                    <a:pt x="709" y="502"/>
                  </a:moveTo>
                  <a:cubicBezTo>
                    <a:pt x="708" y="502"/>
                    <a:pt x="708" y="502"/>
                    <a:pt x="708"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09" y="502"/>
                  </a:moveTo>
                  <a:cubicBezTo>
                    <a:pt x="709" y="502"/>
                    <a:pt x="709" y="502"/>
                    <a:pt x="709" y="502"/>
                  </a:cubicBezTo>
                  <a:cubicBezTo>
                    <a:pt x="709" y="502"/>
                    <a:pt x="709" y="502"/>
                    <a:pt x="709" y="502"/>
                  </a:cubicBezTo>
                  <a:moveTo>
                    <a:pt x="710" y="502"/>
                  </a:moveTo>
                  <a:cubicBezTo>
                    <a:pt x="709" y="502"/>
                    <a:pt x="709" y="502"/>
                    <a:pt x="709"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2"/>
                  </a:moveTo>
                  <a:cubicBezTo>
                    <a:pt x="710" y="502"/>
                    <a:pt x="710" y="502"/>
                    <a:pt x="710" y="502"/>
                  </a:cubicBezTo>
                  <a:cubicBezTo>
                    <a:pt x="710" y="502"/>
                    <a:pt x="710" y="502"/>
                    <a:pt x="710" y="502"/>
                  </a:cubicBezTo>
                  <a:moveTo>
                    <a:pt x="710" y="501"/>
                  </a:moveTo>
                  <a:cubicBezTo>
                    <a:pt x="710" y="502"/>
                    <a:pt x="710" y="502"/>
                    <a:pt x="710" y="502"/>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0" y="501"/>
                  </a:moveTo>
                  <a:cubicBezTo>
                    <a:pt x="710" y="501"/>
                    <a:pt x="710" y="501"/>
                    <a:pt x="710" y="501"/>
                  </a:cubicBezTo>
                  <a:cubicBezTo>
                    <a:pt x="710" y="501"/>
                    <a:pt x="710" y="501"/>
                    <a:pt x="710" y="501"/>
                  </a:cubicBezTo>
                  <a:moveTo>
                    <a:pt x="711" y="501"/>
                  </a:moveTo>
                  <a:cubicBezTo>
                    <a:pt x="711" y="501"/>
                    <a:pt x="711" y="501"/>
                    <a:pt x="711" y="501"/>
                  </a:cubicBezTo>
                  <a:cubicBezTo>
                    <a:pt x="711" y="501"/>
                    <a:pt x="711" y="501"/>
                    <a:pt x="711" y="501"/>
                  </a:cubicBezTo>
                  <a:cubicBezTo>
                    <a:pt x="711" y="501"/>
                    <a:pt x="711" y="501"/>
                    <a:pt x="711" y="501"/>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8" y="478"/>
                    <a:pt x="818" y="478"/>
                    <a:pt x="818" y="478"/>
                  </a:cubicBezTo>
                  <a:cubicBezTo>
                    <a:pt x="818" y="478"/>
                    <a:pt x="818" y="478"/>
                    <a:pt x="818" y="478"/>
                  </a:cubicBezTo>
                  <a:moveTo>
                    <a:pt x="818" y="478"/>
                  </a:moveTo>
                  <a:cubicBezTo>
                    <a:pt x="819" y="478"/>
                    <a:pt x="819" y="478"/>
                    <a:pt x="819" y="478"/>
                  </a:cubicBezTo>
                  <a:cubicBezTo>
                    <a:pt x="818" y="478"/>
                    <a:pt x="818" y="478"/>
                    <a:pt x="818" y="478"/>
                  </a:cubicBezTo>
                  <a:cubicBezTo>
                    <a:pt x="818" y="478"/>
                    <a:pt x="818" y="478"/>
                    <a:pt x="818"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5" y="478"/>
                  </a:moveTo>
                  <a:cubicBezTo>
                    <a:pt x="805" y="478"/>
                    <a:pt x="805" y="478"/>
                    <a:pt x="805" y="478"/>
                  </a:cubicBezTo>
                  <a:cubicBezTo>
                    <a:pt x="805" y="478"/>
                    <a:pt x="805" y="478"/>
                    <a:pt x="805" y="478"/>
                  </a:cubicBezTo>
                  <a:moveTo>
                    <a:pt x="806" y="478"/>
                  </a:moveTo>
                  <a:cubicBezTo>
                    <a:pt x="805" y="478"/>
                    <a:pt x="805" y="478"/>
                    <a:pt x="805"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6" y="478"/>
                  </a:moveTo>
                  <a:cubicBezTo>
                    <a:pt x="806" y="478"/>
                    <a:pt x="806" y="478"/>
                    <a:pt x="806" y="478"/>
                  </a:cubicBezTo>
                  <a:cubicBezTo>
                    <a:pt x="806" y="478"/>
                    <a:pt x="806" y="478"/>
                    <a:pt x="806"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7" y="478"/>
                    <a:pt x="807" y="478"/>
                    <a:pt x="807" y="478"/>
                  </a:cubicBezTo>
                  <a:cubicBezTo>
                    <a:pt x="807" y="478"/>
                    <a:pt x="807" y="478"/>
                    <a:pt x="807" y="478"/>
                  </a:cubicBezTo>
                  <a:moveTo>
                    <a:pt x="807" y="478"/>
                  </a:moveTo>
                  <a:cubicBezTo>
                    <a:pt x="808" y="478"/>
                    <a:pt x="808" y="478"/>
                    <a:pt x="808" y="478"/>
                  </a:cubicBezTo>
                  <a:cubicBezTo>
                    <a:pt x="807" y="478"/>
                    <a:pt x="807" y="478"/>
                    <a:pt x="807"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8" y="478"/>
                    <a:pt x="808" y="478"/>
                    <a:pt x="808" y="478"/>
                  </a:cubicBezTo>
                  <a:cubicBezTo>
                    <a:pt x="808" y="478"/>
                    <a:pt x="808" y="478"/>
                    <a:pt x="808" y="478"/>
                  </a:cubicBezTo>
                  <a:moveTo>
                    <a:pt x="808" y="478"/>
                  </a:moveTo>
                  <a:cubicBezTo>
                    <a:pt x="809" y="478"/>
                    <a:pt x="809" y="478"/>
                    <a:pt x="809" y="478"/>
                  </a:cubicBezTo>
                  <a:cubicBezTo>
                    <a:pt x="808" y="478"/>
                    <a:pt x="808" y="478"/>
                    <a:pt x="808"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09" y="478"/>
                  </a:moveTo>
                  <a:cubicBezTo>
                    <a:pt x="809" y="478"/>
                    <a:pt x="809" y="478"/>
                    <a:pt x="809" y="478"/>
                  </a:cubicBezTo>
                  <a:cubicBezTo>
                    <a:pt x="809" y="478"/>
                    <a:pt x="809" y="478"/>
                    <a:pt x="809" y="478"/>
                  </a:cubicBezTo>
                  <a:moveTo>
                    <a:pt x="810" y="478"/>
                  </a:moveTo>
                  <a:cubicBezTo>
                    <a:pt x="809" y="478"/>
                    <a:pt x="809" y="478"/>
                    <a:pt x="809"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moveTo>
                    <a:pt x="810" y="478"/>
                  </a:moveTo>
                  <a:cubicBezTo>
                    <a:pt x="810" y="478"/>
                    <a:pt x="810" y="478"/>
                    <a:pt x="810" y="478"/>
                  </a:cubicBezTo>
                  <a:cubicBezTo>
                    <a:pt x="810" y="478"/>
                    <a:pt x="810" y="478"/>
                    <a:pt x="810" y="478"/>
                  </a:cubicBezTo>
                  <a:cubicBezTo>
                    <a:pt x="810" y="478"/>
                    <a:pt x="810" y="478"/>
                    <a:pt x="810"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7" y="478"/>
                  </a:moveTo>
                  <a:cubicBezTo>
                    <a:pt x="797" y="478"/>
                    <a:pt x="797" y="478"/>
                    <a:pt x="797" y="478"/>
                  </a:cubicBezTo>
                  <a:cubicBezTo>
                    <a:pt x="797" y="478"/>
                    <a:pt x="797" y="478"/>
                    <a:pt x="797" y="478"/>
                  </a:cubicBezTo>
                  <a:moveTo>
                    <a:pt x="798" y="478"/>
                  </a:moveTo>
                  <a:cubicBezTo>
                    <a:pt x="797" y="478"/>
                    <a:pt x="797" y="478"/>
                    <a:pt x="797"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8" y="478"/>
                    <a:pt x="798" y="478"/>
                    <a:pt x="798" y="478"/>
                  </a:cubicBezTo>
                  <a:cubicBezTo>
                    <a:pt x="798" y="478"/>
                    <a:pt x="798" y="478"/>
                    <a:pt x="798" y="478"/>
                  </a:cubicBezTo>
                  <a:moveTo>
                    <a:pt x="798" y="478"/>
                  </a:moveTo>
                  <a:cubicBezTo>
                    <a:pt x="799" y="478"/>
                    <a:pt x="799" y="478"/>
                    <a:pt x="799" y="478"/>
                  </a:cubicBezTo>
                  <a:cubicBezTo>
                    <a:pt x="798" y="478"/>
                    <a:pt x="798" y="478"/>
                    <a:pt x="798"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799" y="478"/>
                  </a:moveTo>
                  <a:cubicBezTo>
                    <a:pt x="799" y="478"/>
                    <a:pt x="799" y="478"/>
                    <a:pt x="799" y="478"/>
                  </a:cubicBezTo>
                  <a:cubicBezTo>
                    <a:pt x="799" y="478"/>
                    <a:pt x="799" y="478"/>
                    <a:pt x="799"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0" y="478"/>
                    <a:pt x="800" y="478"/>
                    <a:pt x="800" y="478"/>
                  </a:cubicBezTo>
                  <a:cubicBezTo>
                    <a:pt x="800" y="478"/>
                    <a:pt x="800" y="478"/>
                    <a:pt x="800" y="478"/>
                  </a:cubicBezTo>
                  <a:moveTo>
                    <a:pt x="800" y="478"/>
                  </a:moveTo>
                  <a:cubicBezTo>
                    <a:pt x="801" y="478"/>
                    <a:pt x="801" y="478"/>
                    <a:pt x="801" y="478"/>
                  </a:cubicBezTo>
                  <a:cubicBezTo>
                    <a:pt x="800" y="478"/>
                    <a:pt x="800" y="478"/>
                    <a:pt x="800"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801" y="478"/>
                  </a:moveTo>
                  <a:cubicBezTo>
                    <a:pt x="801" y="478"/>
                    <a:pt x="801" y="478"/>
                    <a:pt x="801" y="478"/>
                  </a:cubicBezTo>
                  <a:cubicBezTo>
                    <a:pt x="801" y="478"/>
                    <a:pt x="801" y="478"/>
                    <a:pt x="801" y="478"/>
                  </a:cubicBezTo>
                  <a:moveTo>
                    <a:pt x="791" y="426"/>
                  </a:moveTo>
                  <a:cubicBezTo>
                    <a:pt x="792" y="426"/>
                    <a:pt x="792" y="426"/>
                    <a:pt x="793" y="426"/>
                  </a:cubicBezTo>
                  <a:cubicBezTo>
                    <a:pt x="792" y="426"/>
                    <a:pt x="792" y="426"/>
                    <a:pt x="791" y="426"/>
                  </a:cubicBezTo>
                  <a:moveTo>
                    <a:pt x="794" y="427"/>
                  </a:moveTo>
                  <a:cubicBezTo>
                    <a:pt x="793" y="427"/>
                    <a:pt x="793" y="426"/>
                    <a:pt x="793" y="426"/>
                  </a:cubicBezTo>
                  <a:cubicBezTo>
                    <a:pt x="793" y="426"/>
                    <a:pt x="793" y="427"/>
                    <a:pt x="794" y="427"/>
                  </a:cubicBezTo>
                  <a:moveTo>
                    <a:pt x="794" y="427"/>
                  </a:moveTo>
                  <a:cubicBezTo>
                    <a:pt x="794" y="427"/>
                    <a:pt x="795" y="427"/>
                    <a:pt x="795" y="428"/>
                  </a:cubicBezTo>
                  <a:cubicBezTo>
                    <a:pt x="795" y="427"/>
                    <a:pt x="794" y="427"/>
                    <a:pt x="794" y="427"/>
                  </a:cubicBezTo>
                  <a:moveTo>
                    <a:pt x="795" y="428"/>
                  </a:moveTo>
                  <a:cubicBezTo>
                    <a:pt x="795" y="428"/>
                    <a:pt x="796" y="428"/>
                    <a:pt x="796" y="428"/>
                  </a:cubicBezTo>
                  <a:cubicBezTo>
                    <a:pt x="796" y="428"/>
                    <a:pt x="795" y="428"/>
                    <a:pt x="795" y="428"/>
                  </a:cubicBezTo>
                  <a:moveTo>
                    <a:pt x="796" y="428"/>
                  </a:moveTo>
                  <a:cubicBezTo>
                    <a:pt x="796" y="428"/>
                    <a:pt x="797" y="429"/>
                    <a:pt x="797" y="429"/>
                  </a:cubicBezTo>
                  <a:cubicBezTo>
                    <a:pt x="797" y="429"/>
                    <a:pt x="796" y="428"/>
                    <a:pt x="796" y="428"/>
                  </a:cubicBezTo>
                  <a:moveTo>
                    <a:pt x="797" y="429"/>
                  </a:moveTo>
                  <a:cubicBezTo>
                    <a:pt x="797" y="429"/>
                    <a:pt x="798" y="429"/>
                    <a:pt x="798" y="430"/>
                  </a:cubicBezTo>
                  <a:cubicBezTo>
                    <a:pt x="798" y="429"/>
                    <a:pt x="797" y="429"/>
                    <a:pt x="797" y="429"/>
                  </a:cubicBezTo>
                  <a:moveTo>
                    <a:pt x="798" y="430"/>
                  </a:moveTo>
                  <a:cubicBezTo>
                    <a:pt x="798" y="430"/>
                    <a:pt x="799" y="430"/>
                    <a:pt x="799" y="430"/>
                  </a:cubicBezTo>
                  <a:cubicBezTo>
                    <a:pt x="799" y="430"/>
                    <a:pt x="798" y="430"/>
                    <a:pt x="798" y="430"/>
                  </a:cubicBezTo>
                  <a:moveTo>
                    <a:pt x="799" y="430"/>
                  </a:moveTo>
                  <a:cubicBezTo>
                    <a:pt x="799" y="431"/>
                    <a:pt x="800" y="431"/>
                    <a:pt x="800" y="431"/>
                  </a:cubicBezTo>
                  <a:cubicBezTo>
                    <a:pt x="800" y="431"/>
                    <a:pt x="799" y="431"/>
                    <a:pt x="799" y="430"/>
                  </a:cubicBezTo>
                  <a:moveTo>
                    <a:pt x="800" y="431"/>
                  </a:moveTo>
                  <a:cubicBezTo>
                    <a:pt x="800" y="431"/>
                    <a:pt x="800" y="432"/>
                    <a:pt x="800" y="432"/>
                  </a:cubicBezTo>
                  <a:cubicBezTo>
                    <a:pt x="800" y="432"/>
                    <a:pt x="800" y="431"/>
                    <a:pt x="800" y="431"/>
                  </a:cubicBezTo>
                  <a:moveTo>
                    <a:pt x="800" y="432"/>
                  </a:moveTo>
                  <a:cubicBezTo>
                    <a:pt x="801" y="432"/>
                    <a:pt x="801" y="432"/>
                    <a:pt x="801" y="432"/>
                  </a:cubicBezTo>
                  <a:cubicBezTo>
                    <a:pt x="801" y="432"/>
                    <a:pt x="801" y="432"/>
                    <a:pt x="800" y="432"/>
                  </a:cubicBezTo>
                  <a:moveTo>
                    <a:pt x="802" y="433"/>
                  </a:moveTo>
                  <a:cubicBezTo>
                    <a:pt x="801" y="432"/>
                    <a:pt x="801" y="432"/>
                    <a:pt x="801" y="432"/>
                  </a:cubicBezTo>
                  <a:cubicBezTo>
                    <a:pt x="802" y="433"/>
                    <a:pt x="802" y="433"/>
                    <a:pt x="802" y="433"/>
                  </a:cubicBezTo>
                  <a:moveTo>
                    <a:pt x="802" y="433"/>
                  </a:moveTo>
                  <a:cubicBezTo>
                    <a:pt x="802" y="433"/>
                    <a:pt x="802" y="433"/>
                    <a:pt x="802" y="433"/>
                  </a:cubicBezTo>
                  <a:cubicBezTo>
                    <a:pt x="802" y="433"/>
                    <a:pt x="802" y="433"/>
                    <a:pt x="802" y="433"/>
                  </a:cubicBezTo>
                  <a:moveTo>
                    <a:pt x="802" y="433"/>
                  </a:moveTo>
                  <a:cubicBezTo>
                    <a:pt x="803" y="434"/>
                    <a:pt x="803" y="434"/>
                    <a:pt x="803" y="434"/>
                  </a:cubicBezTo>
                  <a:cubicBezTo>
                    <a:pt x="803" y="434"/>
                    <a:pt x="803" y="434"/>
                    <a:pt x="802" y="433"/>
                  </a:cubicBezTo>
                  <a:moveTo>
                    <a:pt x="803" y="434"/>
                  </a:moveTo>
                  <a:cubicBezTo>
                    <a:pt x="803" y="434"/>
                    <a:pt x="803" y="434"/>
                    <a:pt x="803" y="435"/>
                  </a:cubicBezTo>
                  <a:cubicBezTo>
                    <a:pt x="803" y="434"/>
                    <a:pt x="803" y="434"/>
                    <a:pt x="803" y="434"/>
                  </a:cubicBezTo>
                  <a:moveTo>
                    <a:pt x="803" y="435"/>
                  </a:moveTo>
                  <a:cubicBezTo>
                    <a:pt x="803" y="435"/>
                    <a:pt x="804" y="435"/>
                    <a:pt x="804" y="435"/>
                  </a:cubicBezTo>
                  <a:cubicBezTo>
                    <a:pt x="804" y="435"/>
                    <a:pt x="803" y="435"/>
                    <a:pt x="803" y="435"/>
                  </a:cubicBezTo>
                  <a:moveTo>
                    <a:pt x="804" y="435"/>
                  </a:moveTo>
                  <a:cubicBezTo>
                    <a:pt x="804" y="435"/>
                    <a:pt x="804" y="436"/>
                    <a:pt x="804" y="436"/>
                  </a:cubicBezTo>
                  <a:cubicBezTo>
                    <a:pt x="804" y="436"/>
                    <a:pt x="804" y="435"/>
                    <a:pt x="804" y="435"/>
                  </a:cubicBezTo>
                  <a:moveTo>
                    <a:pt x="804" y="436"/>
                  </a:moveTo>
                  <a:cubicBezTo>
                    <a:pt x="804" y="436"/>
                    <a:pt x="804" y="436"/>
                    <a:pt x="804" y="436"/>
                  </a:cubicBezTo>
                  <a:cubicBezTo>
                    <a:pt x="804" y="436"/>
                    <a:pt x="804" y="436"/>
                    <a:pt x="804" y="436"/>
                  </a:cubicBezTo>
                  <a:moveTo>
                    <a:pt x="804" y="436"/>
                  </a:moveTo>
                  <a:cubicBezTo>
                    <a:pt x="804" y="436"/>
                    <a:pt x="805" y="436"/>
                    <a:pt x="805" y="437"/>
                  </a:cubicBezTo>
                  <a:cubicBezTo>
                    <a:pt x="805" y="436"/>
                    <a:pt x="804" y="436"/>
                    <a:pt x="804" y="436"/>
                  </a:cubicBezTo>
                  <a:moveTo>
                    <a:pt x="805" y="437"/>
                  </a:moveTo>
                  <a:cubicBezTo>
                    <a:pt x="805" y="437"/>
                    <a:pt x="805" y="437"/>
                    <a:pt x="805" y="437"/>
                  </a:cubicBezTo>
                  <a:cubicBezTo>
                    <a:pt x="805" y="437"/>
                    <a:pt x="805" y="437"/>
                    <a:pt x="805" y="437"/>
                  </a:cubicBezTo>
                  <a:moveTo>
                    <a:pt x="805" y="437"/>
                  </a:moveTo>
                  <a:cubicBezTo>
                    <a:pt x="805" y="437"/>
                    <a:pt x="805" y="437"/>
                    <a:pt x="805" y="437"/>
                  </a:cubicBezTo>
                  <a:cubicBezTo>
                    <a:pt x="805" y="437"/>
                    <a:pt x="805" y="437"/>
                    <a:pt x="805" y="437"/>
                  </a:cubicBezTo>
                  <a:moveTo>
                    <a:pt x="805" y="437"/>
                  </a:moveTo>
                  <a:cubicBezTo>
                    <a:pt x="805" y="438"/>
                    <a:pt x="805" y="438"/>
                    <a:pt x="805" y="438"/>
                  </a:cubicBezTo>
                  <a:cubicBezTo>
                    <a:pt x="805" y="437"/>
                    <a:pt x="805" y="437"/>
                    <a:pt x="805" y="437"/>
                  </a:cubicBezTo>
                  <a:moveTo>
                    <a:pt x="806" y="438"/>
                  </a:moveTo>
                  <a:cubicBezTo>
                    <a:pt x="806" y="438"/>
                    <a:pt x="805" y="438"/>
                    <a:pt x="805" y="438"/>
                  </a:cubicBezTo>
                  <a:cubicBezTo>
                    <a:pt x="805" y="438"/>
                    <a:pt x="806" y="438"/>
                    <a:pt x="806" y="438"/>
                  </a:cubicBezTo>
                  <a:moveTo>
                    <a:pt x="806" y="439"/>
                  </a:moveTo>
                  <a:cubicBezTo>
                    <a:pt x="806" y="439"/>
                    <a:pt x="806" y="439"/>
                    <a:pt x="806" y="438"/>
                  </a:cubicBezTo>
                  <a:cubicBezTo>
                    <a:pt x="806" y="439"/>
                    <a:pt x="806" y="439"/>
                    <a:pt x="806" y="439"/>
                  </a:cubicBezTo>
                  <a:moveTo>
                    <a:pt x="806" y="439"/>
                  </a:moveTo>
                  <a:cubicBezTo>
                    <a:pt x="806" y="439"/>
                    <a:pt x="806" y="439"/>
                    <a:pt x="806" y="439"/>
                  </a:cubicBezTo>
                  <a:cubicBezTo>
                    <a:pt x="806" y="439"/>
                    <a:pt x="806" y="439"/>
                    <a:pt x="806" y="439"/>
                  </a:cubicBezTo>
                  <a:moveTo>
                    <a:pt x="806" y="440"/>
                  </a:moveTo>
                  <a:cubicBezTo>
                    <a:pt x="806" y="440"/>
                    <a:pt x="806" y="439"/>
                    <a:pt x="806" y="439"/>
                  </a:cubicBezTo>
                  <a:cubicBezTo>
                    <a:pt x="806" y="439"/>
                    <a:pt x="806" y="440"/>
                    <a:pt x="806" y="440"/>
                  </a:cubicBezTo>
                  <a:moveTo>
                    <a:pt x="806" y="440"/>
                  </a:moveTo>
                  <a:cubicBezTo>
                    <a:pt x="806" y="440"/>
                    <a:pt x="806" y="440"/>
                    <a:pt x="806" y="440"/>
                  </a:cubicBezTo>
                  <a:cubicBezTo>
                    <a:pt x="806" y="440"/>
                    <a:pt x="806" y="440"/>
                    <a:pt x="806" y="440"/>
                  </a:cubicBezTo>
                  <a:moveTo>
                    <a:pt x="806" y="440"/>
                  </a:moveTo>
                  <a:cubicBezTo>
                    <a:pt x="806" y="440"/>
                    <a:pt x="806" y="440"/>
                    <a:pt x="806" y="440"/>
                  </a:cubicBezTo>
                  <a:cubicBezTo>
                    <a:pt x="806" y="440"/>
                    <a:pt x="806" y="440"/>
                    <a:pt x="806" y="440"/>
                  </a:cubicBezTo>
                  <a:moveTo>
                    <a:pt x="806" y="440"/>
                  </a:moveTo>
                  <a:cubicBezTo>
                    <a:pt x="806" y="441"/>
                    <a:pt x="806" y="441"/>
                    <a:pt x="806" y="441"/>
                  </a:cubicBezTo>
                  <a:cubicBezTo>
                    <a:pt x="806" y="440"/>
                    <a:pt x="806" y="440"/>
                    <a:pt x="806" y="440"/>
                  </a:cubicBezTo>
                  <a:moveTo>
                    <a:pt x="806" y="441"/>
                  </a:moveTo>
                  <a:cubicBezTo>
                    <a:pt x="806" y="441"/>
                    <a:pt x="806" y="441"/>
                    <a:pt x="806" y="441"/>
                  </a:cubicBezTo>
                  <a:cubicBezTo>
                    <a:pt x="806" y="441"/>
                    <a:pt x="806" y="441"/>
                    <a:pt x="806" y="441"/>
                  </a:cubicBezTo>
                  <a:moveTo>
                    <a:pt x="806" y="442"/>
                  </a:moveTo>
                  <a:cubicBezTo>
                    <a:pt x="806" y="442"/>
                    <a:pt x="806" y="442"/>
                    <a:pt x="806" y="441"/>
                  </a:cubicBezTo>
                  <a:cubicBezTo>
                    <a:pt x="806" y="442"/>
                    <a:pt x="806" y="442"/>
                    <a:pt x="806" y="442"/>
                  </a:cubicBezTo>
                  <a:moveTo>
                    <a:pt x="806" y="442"/>
                  </a:moveTo>
                  <a:cubicBezTo>
                    <a:pt x="806" y="442"/>
                    <a:pt x="806" y="442"/>
                    <a:pt x="806" y="442"/>
                  </a:cubicBezTo>
                  <a:cubicBezTo>
                    <a:pt x="806" y="442"/>
                    <a:pt x="806" y="442"/>
                    <a:pt x="806" y="442"/>
                  </a:cubicBezTo>
                  <a:moveTo>
                    <a:pt x="806" y="443"/>
                  </a:moveTo>
                  <a:cubicBezTo>
                    <a:pt x="806" y="442"/>
                    <a:pt x="806" y="442"/>
                    <a:pt x="806" y="442"/>
                  </a:cubicBezTo>
                  <a:cubicBezTo>
                    <a:pt x="806" y="443"/>
                    <a:pt x="806" y="443"/>
                    <a:pt x="806" y="443"/>
                  </a:cubicBezTo>
                  <a:moveTo>
                    <a:pt x="807" y="443"/>
                  </a:moveTo>
                  <a:cubicBezTo>
                    <a:pt x="807" y="443"/>
                    <a:pt x="807" y="443"/>
                    <a:pt x="807" y="443"/>
                  </a:cubicBezTo>
                  <a:cubicBezTo>
                    <a:pt x="807" y="443"/>
                    <a:pt x="807" y="443"/>
                    <a:pt x="807" y="443"/>
                  </a:cubicBezTo>
                  <a:moveTo>
                    <a:pt x="807" y="444"/>
                  </a:moveTo>
                  <a:cubicBezTo>
                    <a:pt x="807" y="443"/>
                    <a:pt x="807" y="443"/>
                    <a:pt x="807" y="443"/>
                  </a:cubicBezTo>
                  <a:cubicBezTo>
                    <a:pt x="807" y="443"/>
                    <a:pt x="807" y="443"/>
                    <a:pt x="807" y="443"/>
                  </a:cubicBezTo>
                  <a:moveTo>
                    <a:pt x="807" y="444"/>
                  </a:moveTo>
                  <a:cubicBezTo>
                    <a:pt x="807" y="444"/>
                    <a:pt x="807" y="444"/>
                    <a:pt x="807" y="444"/>
                  </a:cubicBezTo>
                  <a:cubicBezTo>
                    <a:pt x="807" y="444"/>
                    <a:pt x="807" y="444"/>
                    <a:pt x="807" y="444"/>
                  </a:cubicBezTo>
                  <a:moveTo>
                    <a:pt x="807" y="444"/>
                  </a:moveTo>
                  <a:cubicBezTo>
                    <a:pt x="807" y="444"/>
                    <a:pt x="807" y="444"/>
                    <a:pt x="807" y="444"/>
                  </a:cubicBezTo>
                  <a:cubicBezTo>
                    <a:pt x="807" y="444"/>
                    <a:pt x="807" y="444"/>
                    <a:pt x="807" y="444"/>
                  </a:cubicBezTo>
                  <a:moveTo>
                    <a:pt x="807" y="445"/>
                  </a:moveTo>
                  <a:cubicBezTo>
                    <a:pt x="807" y="444"/>
                    <a:pt x="807" y="444"/>
                    <a:pt x="807" y="444"/>
                  </a:cubicBezTo>
                  <a:cubicBezTo>
                    <a:pt x="807" y="445"/>
                    <a:pt x="807" y="445"/>
                    <a:pt x="807" y="445"/>
                  </a:cubicBezTo>
                  <a:moveTo>
                    <a:pt x="807" y="445"/>
                  </a:moveTo>
                  <a:cubicBezTo>
                    <a:pt x="807" y="445"/>
                    <a:pt x="807" y="445"/>
                    <a:pt x="807" y="445"/>
                  </a:cubicBezTo>
                  <a:cubicBezTo>
                    <a:pt x="807" y="445"/>
                    <a:pt x="807" y="445"/>
                    <a:pt x="807" y="445"/>
                  </a:cubicBezTo>
                  <a:moveTo>
                    <a:pt x="807" y="445"/>
                  </a:moveTo>
                  <a:cubicBezTo>
                    <a:pt x="807" y="445"/>
                    <a:pt x="807" y="445"/>
                    <a:pt x="807" y="445"/>
                  </a:cubicBezTo>
                  <a:cubicBezTo>
                    <a:pt x="807" y="445"/>
                    <a:pt x="807" y="445"/>
                    <a:pt x="807" y="445"/>
                  </a:cubicBezTo>
                  <a:moveTo>
                    <a:pt x="807" y="446"/>
                  </a:moveTo>
                  <a:cubicBezTo>
                    <a:pt x="807" y="445"/>
                    <a:pt x="807" y="445"/>
                    <a:pt x="807" y="445"/>
                  </a:cubicBezTo>
                  <a:cubicBezTo>
                    <a:pt x="807" y="446"/>
                    <a:pt x="807" y="446"/>
                    <a:pt x="807" y="446"/>
                  </a:cubicBezTo>
                  <a:moveTo>
                    <a:pt x="808" y="446"/>
                  </a:moveTo>
                  <a:cubicBezTo>
                    <a:pt x="807" y="446"/>
                    <a:pt x="807" y="446"/>
                    <a:pt x="807" y="446"/>
                  </a:cubicBezTo>
                  <a:cubicBezTo>
                    <a:pt x="807" y="446"/>
                    <a:pt x="807" y="446"/>
                    <a:pt x="808" y="446"/>
                  </a:cubicBezTo>
                  <a:moveTo>
                    <a:pt x="808" y="446"/>
                  </a:moveTo>
                  <a:cubicBezTo>
                    <a:pt x="808" y="446"/>
                    <a:pt x="808" y="446"/>
                    <a:pt x="808" y="446"/>
                  </a:cubicBezTo>
                  <a:cubicBezTo>
                    <a:pt x="808" y="446"/>
                    <a:pt x="808" y="446"/>
                    <a:pt x="808" y="446"/>
                  </a:cubicBezTo>
                  <a:moveTo>
                    <a:pt x="808" y="447"/>
                  </a:moveTo>
                  <a:cubicBezTo>
                    <a:pt x="808" y="446"/>
                    <a:pt x="808" y="446"/>
                    <a:pt x="808" y="446"/>
                  </a:cubicBezTo>
                  <a:cubicBezTo>
                    <a:pt x="808" y="447"/>
                    <a:pt x="808" y="447"/>
                    <a:pt x="808" y="447"/>
                  </a:cubicBezTo>
                  <a:moveTo>
                    <a:pt x="809" y="447"/>
                  </a:moveTo>
                  <a:cubicBezTo>
                    <a:pt x="808" y="447"/>
                    <a:pt x="808" y="447"/>
                    <a:pt x="808" y="447"/>
                  </a:cubicBezTo>
                  <a:cubicBezTo>
                    <a:pt x="809" y="447"/>
                    <a:pt x="809" y="447"/>
                    <a:pt x="809" y="447"/>
                  </a:cubicBezTo>
                  <a:moveTo>
                    <a:pt x="809" y="447"/>
                  </a:moveTo>
                  <a:cubicBezTo>
                    <a:pt x="809" y="447"/>
                    <a:pt x="809" y="447"/>
                    <a:pt x="809" y="447"/>
                  </a:cubicBezTo>
                  <a:cubicBezTo>
                    <a:pt x="809" y="447"/>
                    <a:pt x="809" y="447"/>
                    <a:pt x="809" y="447"/>
                  </a:cubicBezTo>
                  <a:moveTo>
                    <a:pt x="810" y="447"/>
                  </a:moveTo>
                  <a:cubicBezTo>
                    <a:pt x="809" y="447"/>
                    <a:pt x="809" y="447"/>
                    <a:pt x="809" y="447"/>
                  </a:cubicBezTo>
                  <a:cubicBezTo>
                    <a:pt x="809" y="447"/>
                    <a:pt x="809" y="447"/>
                    <a:pt x="810" y="447"/>
                  </a:cubicBezTo>
                  <a:moveTo>
                    <a:pt x="810" y="447"/>
                  </a:moveTo>
                  <a:cubicBezTo>
                    <a:pt x="810" y="447"/>
                    <a:pt x="810" y="447"/>
                    <a:pt x="810" y="447"/>
                  </a:cubicBezTo>
                  <a:cubicBezTo>
                    <a:pt x="810" y="447"/>
                    <a:pt x="810" y="447"/>
                    <a:pt x="810" y="447"/>
                  </a:cubicBezTo>
                  <a:moveTo>
                    <a:pt x="811" y="448"/>
                  </a:moveTo>
                  <a:cubicBezTo>
                    <a:pt x="810" y="448"/>
                    <a:pt x="810" y="448"/>
                    <a:pt x="810" y="447"/>
                  </a:cubicBezTo>
                  <a:cubicBezTo>
                    <a:pt x="810" y="448"/>
                    <a:pt x="810" y="448"/>
                    <a:pt x="811" y="448"/>
                  </a:cubicBezTo>
                  <a:moveTo>
                    <a:pt x="811" y="448"/>
                  </a:moveTo>
                  <a:cubicBezTo>
                    <a:pt x="811" y="448"/>
                    <a:pt x="811" y="448"/>
                    <a:pt x="811" y="448"/>
                  </a:cubicBezTo>
                  <a:cubicBezTo>
                    <a:pt x="811" y="448"/>
                    <a:pt x="811" y="448"/>
                    <a:pt x="811" y="448"/>
                  </a:cubicBezTo>
                  <a:moveTo>
                    <a:pt x="812" y="448"/>
                  </a:moveTo>
                  <a:cubicBezTo>
                    <a:pt x="811" y="448"/>
                    <a:pt x="811" y="448"/>
                    <a:pt x="811" y="448"/>
                  </a:cubicBezTo>
                  <a:cubicBezTo>
                    <a:pt x="811" y="448"/>
                    <a:pt x="811" y="448"/>
                    <a:pt x="812" y="448"/>
                  </a:cubicBezTo>
                  <a:moveTo>
                    <a:pt x="812" y="448"/>
                  </a:moveTo>
                  <a:cubicBezTo>
                    <a:pt x="812" y="448"/>
                    <a:pt x="812" y="448"/>
                    <a:pt x="812" y="448"/>
                  </a:cubicBezTo>
                  <a:cubicBezTo>
                    <a:pt x="812" y="448"/>
                    <a:pt x="812" y="448"/>
                    <a:pt x="812" y="448"/>
                  </a:cubicBezTo>
                  <a:moveTo>
                    <a:pt x="813" y="449"/>
                  </a:moveTo>
                  <a:cubicBezTo>
                    <a:pt x="813" y="449"/>
                    <a:pt x="813" y="449"/>
                    <a:pt x="812" y="448"/>
                  </a:cubicBezTo>
                  <a:cubicBezTo>
                    <a:pt x="813" y="449"/>
                    <a:pt x="813" y="449"/>
                    <a:pt x="813" y="449"/>
                  </a:cubicBezTo>
                  <a:moveTo>
                    <a:pt x="814" y="449"/>
                  </a:moveTo>
                  <a:cubicBezTo>
                    <a:pt x="814" y="449"/>
                    <a:pt x="814" y="449"/>
                    <a:pt x="813" y="449"/>
                  </a:cubicBezTo>
                  <a:cubicBezTo>
                    <a:pt x="814" y="449"/>
                    <a:pt x="814" y="449"/>
                    <a:pt x="814" y="449"/>
                  </a:cubicBezTo>
                  <a:moveTo>
                    <a:pt x="815" y="449"/>
                  </a:moveTo>
                  <a:cubicBezTo>
                    <a:pt x="815" y="449"/>
                    <a:pt x="815" y="449"/>
                    <a:pt x="814" y="449"/>
                  </a:cubicBezTo>
                  <a:cubicBezTo>
                    <a:pt x="815" y="449"/>
                    <a:pt x="815" y="449"/>
                    <a:pt x="815" y="449"/>
                  </a:cubicBezTo>
                  <a:moveTo>
                    <a:pt x="816" y="450"/>
                  </a:moveTo>
                  <a:cubicBezTo>
                    <a:pt x="816" y="450"/>
                    <a:pt x="815" y="449"/>
                    <a:pt x="815" y="449"/>
                  </a:cubicBezTo>
                  <a:cubicBezTo>
                    <a:pt x="815" y="449"/>
                    <a:pt x="816" y="450"/>
                    <a:pt x="816" y="450"/>
                  </a:cubicBezTo>
                  <a:moveTo>
                    <a:pt x="817" y="450"/>
                  </a:moveTo>
                  <a:cubicBezTo>
                    <a:pt x="817" y="450"/>
                    <a:pt x="817" y="450"/>
                    <a:pt x="816" y="450"/>
                  </a:cubicBezTo>
                  <a:cubicBezTo>
                    <a:pt x="817" y="450"/>
                    <a:pt x="817" y="450"/>
                    <a:pt x="817" y="450"/>
                  </a:cubicBezTo>
                  <a:moveTo>
                    <a:pt x="819" y="450"/>
                  </a:moveTo>
                  <a:cubicBezTo>
                    <a:pt x="818" y="450"/>
                    <a:pt x="818" y="450"/>
                    <a:pt x="817" y="450"/>
                  </a:cubicBezTo>
                  <a:cubicBezTo>
                    <a:pt x="818" y="450"/>
                    <a:pt x="818" y="450"/>
                    <a:pt x="819" y="450"/>
                  </a:cubicBezTo>
                  <a:moveTo>
                    <a:pt x="820" y="451"/>
                  </a:moveTo>
                  <a:cubicBezTo>
                    <a:pt x="819" y="450"/>
                    <a:pt x="819" y="450"/>
                    <a:pt x="819" y="450"/>
                  </a:cubicBezTo>
                  <a:cubicBezTo>
                    <a:pt x="819" y="450"/>
                    <a:pt x="819" y="450"/>
                    <a:pt x="820" y="451"/>
                  </a:cubicBezTo>
                  <a:moveTo>
                    <a:pt x="821" y="451"/>
                  </a:moveTo>
                  <a:cubicBezTo>
                    <a:pt x="821" y="451"/>
                    <a:pt x="820" y="451"/>
                    <a:pt x="820" y="451"/>
                  </a:cubicBezTo>
                  <a:cubicBezTo>
                    <a:pt x="820" y="451"/>
                    <a:pt x="821" y="451"/>
                    <a:pt x="821" y="451"/>
                  </a:cubicBezTo>
                  <a:moveTo>
                    <a:pt x="823" y="451"/>
                  </a:moveTo>
                  <a:cubicBezTo>
                    <a:pt x="822" y="451"/>
                    <a:pt x="822" y="451"/>
                    <a:pt x="821" y="451"/>
                  </a:cubicBezTo>
                  <a:cubicBezTo>
                    <a:pt x="822" y="451"/>
                    <a:pt x="822" y="451"/>
                    <a:pt x="823" y="451"/>
                  </a:cubicBezTo>
                  <a:moveTo>
                    <a:pt x="824" y="451"/>
                  </a:moveTo>
                  <a:cubicBezTo>
                    <a:pt x="824" y="451"/>
                    <a:pt x="823" y="451"/>
                    <a:pt x="823" y="451"/>
                  </a:cubicBezTo>
                  <a:cubicBezTo>
                    <a:pt x="823" y="451"/>
                    <a:pt x="824" y="451"/>
                    <a:pt x="824" y="451"/>
                  </a:cubicBezTo>
                  <a:moveTo>
                    <a:pt x="826" y="452"/>
                  </a:moveTo>
                  <a:cubicBezTo>
                    <a:pt x="825" y="451"/>
                    <a:pt x="825" y="451"/>
                    <a:pt x="824" y="451"/>
                  </a:cubicBezTo>
                  <a:cubicBezTo>
                    <a:pt x="825" y="451"/>
                    <a:pt x="825" y="451"/>
                    <a:pt x="826" y="452"/>
                  </a:cubicBezTo>
                  <a:moveTo>
                    <a:pt x="828" y="452"/>
                  </a:moveTo>
                  <a:cubicBezTo>
                    <a:pt x="827" y="452"/>
                    <a:pt x="827" y="452"/>
                    <a:pt x="826" y="452"/>
                  </a:cubicBezTo>
                  <a:cubicBezTo>
                    <a:pt x="827" y="452"/>
                    <a:pt x="827" y="452"/>
                    <a:pt x="828" y="452"/>
                  </a:cubicBezTo>
                  <a:moveTo>
                    <a:pt x="828" y="452"/>
                  </a:moveTo>
                  <a:cubicBezTo>
                    <a:pt x="830" y="452"/>
                    <a:pt x="830" y="452"/>
                    <a:pt x="830" y="452"/>
                  </a:cubicBezTo>
                  <a:cubicBezTo>
                    <a:pt x="829" y="452"/>
                    <a:pt x="828" y="452"/>
                    <a:pt x="828" y="452"/>
                  </a:cubicBezTo>
                  <a:moveTo>
                    <a:pt x="936" y="311"/>
                  </a:moveTo>
                  <a:cubicBezTo>
                    <a:pt x="936" y="311"/>
                    <a:pt x="936" y="311"/>
                    <a:pt x="936" y="311"/>
                  </a:cubicBezTo>
                  <a:cubicBezTo>
                    <a:pt x="936" y="311"/>
                    <a:pt x="936" y="311"/>
                    <a:pt x="936" y="311"/>
                  </a:cubicBezTo>
                  <a:moveTo>
                    <a:pt x="936" y="311"/>
                  </a:moveTo>
                  <a:cubicBezTo>
                    <a:pt x="936" y="311"/>
                    <a:pt x="936" y="311"/>
                    <a:pt x="936" y="311"/>
                  </a:cubicBezTo>
                  <a:cubicBezTo>
                    <a:pt x="936" y="311"/>
                    <a:pt x="936" y="311"/>
                    <a:pt x="936" y="311"/>
                  </a:cubicBezTo>
                  <a:moveTo>
                    <a:pt x="936" y="312"/>
                  </a:moveTo>
                  <a:cubicBezTo>
                    <a:pt x="936" y="312"/>
                    <a:pt x="936" y="312"/>
                    <a:pt x="936" y="311"/>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6" y="312"/>
                  </a:moveTo>
                  <a:cubicBezTo>
                    <a:pt x="936" y="312"/>
                    <a:pt x="936" y="312"/>
                    <a:pt x="936" y="312"/>
                  </a:cubicBezTo>
                  <a:cubicBezTo>
                    <a:pt x="936" y="312"/>
                    <a:pt x="936" y="312"/>
                    <a:pt x="936" y="312"/>
                  </a:cubicBezTo>
                  <a:moveTo>
                    <a:pt x="937" y="312"/>
                  </a:moveTo>
                  <a:cubicBezTo>
                    <a:pt x="936" y="312"/>
                    <a:pt x="936" y="312"/>
                    <a:pt x="936" y="312"/>
                  </a:cubicBezTo>
                  <a:cubicBezTo>
                    <a:pt x="936" y="312"/>
                    <a:pt x="936" y="312"/>
                    <a:pt x="936" y="312"/>
                  </a:cubicBezTo>
                  <a:moveTo>
                    <a:pt x="937" y="312"/>
                  </a:moveTo>
                  <a:cubicBezTo>
                    <a:pt x="937" y="312"/>
                    <a:pt x="937" y="312"/>
                    <a:pt x="937" y="312"/>
                  </a:cubicBezTo>
                  <a:cubicBezTo>
                    <a:pt x="937" y="312"/>
                    <a:pt x="937" y="312"/>
                    <a:pt x="937" y="312"/>
                  </a:cubicBezTo>
                  <a:moveTo>
                    <a:pt x="937" y="313"/>
                  </a:moveTo>
                  <a:cubicBezTo>
                    <a:pt x="937" y="312"/>
                    <a:pt x="937" y="312"/>
                    <a:pt x="937" y="312"/>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3"/>
                    <a:pt x="937" y="313"/>
                    <a:pt x="937" y="313"/>
                  </a:cubicBezTo>
                  <a:cubicBezTo>
                    <a:pt x="937" y="313"/>
                    <a:pt x="937" y="313"/>
                    <a:pt x="937" y="313"/>
                  </a:cubicBezTo>
                  <a:moveTo>
                    <a:pt x="937" y="313"/>
                  </a:moveTo>
                  <a:cubicBezTo>
                    <a:pt x="937" y="314"/>
                    <a:pt x="937" y="314"/>
                    <a:pt x="937" y="314"/>
                  </a:cubicBezTo>
                  <a:cubicBezTo>
                    <a:pt x="937" y="313"/>
                    <a:pt x="937" y="313"/>
                    <a:pt x="937" y="313"/>
                  </a:cubicBezTo>
                  <a:moveTo>
                    <a:pt x="938" y="315"/>
                  </a:moveTo>
                  <a:cubicBezTo>
                    <a:pt x="938" y="314"/>
                    <a:pt x="937" y="314"/>
                    <a:pt x="937" y="314"/>
                  </a:cubicBezTo>
                  <a:cubicBezTo>
                    <a:pt x="937" y="314"/>
                    <a:pt x="938" y="314"/>
                    <a:pt x="938" y="315"/>
                  </a:cubicBezTo>
                  <a:moveTo>
                    <a:pt x="938" y="315"/>
                  </a:moveTo>
                  <a:cubicBezTo>
                    <a:pt x="938" y="315"/>
                    <a:pt x="938" y="316"/>
                    <a:pt x="938" y="316"/>
                  </a:cubicBezTo>
                  <a:cubicBezTo>
                    <a:pt x="938" y="316"/>
                    <a:pt x="938" y="315"/>
                    <a:pt x="938" y="315"/>
                  </a:cubicBezTo>
                  <a:moveTo>
                    <a:pt x="938" y="316"/>
                  </a:moveTo>
                  <a:cubicBezTo>
                    <a:pt x="938" y="316"/>
                    <a:pt x="939" y="317"/>
                    <a:pt x="939" y="317"/>
                  </a:cubicBezTo>
                  <a:cubicBezTo>
                    <a:pt x="939" y="317"/>
                    <a:pt x="938" y="316"/>
                    <a:pt x="938" y="316"/>
                  </a:cubicBezTo>
                  <a:moveTo>
                    <a:pt x="939" y="317"/>
                  </a:moveTo>
                  <a:cubicBezTo>
                    <a:pt x="939" y="317"/>
                    <a:pt x="939" y="318"/>
                    <a:pt x="939" y="318"/>
                  </a:cubicBezTo>
                  <a:cubicBezTo>
                    <a:pt x="939" y="318"/>
                    <a:pt x="939" y="317"/>
                    <a:pt x="939" y="317"/>
                  </a:cubicBezTo>
                  <a:moveTo>
                    <a:pt x="939" y="318"/>
                  </a:moveTo>
                  <a:cubicBezTo>
                    <a:pt x="940" y="319"/>
                    <a:pt x="940" y="319"/>
                    <a:pt x="940" y="320"/>
                  </a:cubicBezTo>
                  <a:cubicBezTo>
                    <a:pt x="940" y="319"/>
                    <a:pt x="940" y="319"/>
                    <a:pt x="939" y="318"/>
                  </a:cubicBezTo>
                  <a:moveTo>
                    <a:pt x="941" y="321"/>
                  </a:moveTo>
                  <a:cubicBezTo>
                    <a:pt x="940" y="321"/>
                    <a:pt x="940" y="320"/>
                    <a:pt x="940" y="320"/>
                  </a:cubicBezTo>
                  <a:cubicBezTo>
                    <a:pt x="940" y="320"/>
                    <a:pt x="940" y="321"/>
                    <a:pt x="941" y="321"/>
                  </a:cubicBezTo>
                  <a:moveTo>
                    <a:pt x="941" y="322"/>
                  </a:moveTo>
                  <a:cubicBezTo>
                    <a:pt x="941" y="322"/>
                    <a:pt x="941" y="321"/>
                    <a:pt x="941" y="321"/>
                  </a:cubicBezTo>
                  <a:cubicBezTo>
                    <a:pt x="941" y="321"/>
                    <a:pt x="941" y="322"/>
                    <a:pt x="941" y="322"/>
                  </a:cubicBezTo>
                  <a:moveTo>
                    <a:pt x="941" y="323"/>
                  </a:moveTo>
                  <a:cubicBezTo>
                    <a:pt x="941" y="323"/>
                    <a:pt x="941" y="322"/>
                    <a:pt x="941" y="322"/>
                  </a:cubicBezTo>
                  <a:cubicBezTo>
                    <a:pt x="941" y="322"/>
                    <a:pt x="941" y="323"/>
                    <a:pt x="941" y="323"/>
                  </a:cubicBezTo>
                  <a:moveTo>
                    <a:pt x="941" y="323"/>
                  </a:moveTo>
                  <a:cubicBezTo>
                    <a:pt x="941" y="323"/>
                    <a:pt x="941" y="324"/>
                    <a:pt x="942" y="324"/>
                  </a:cubicBezTo>
                  <a:cubicBezTo>
                    <a:pt x="941" y="324"/>
                    <a:pt x="941" y="323"/>
                    <a:pt x="941" y="323"/>
                  </a:cubicBezTo>
                  <a:moveTo>
                    <a:pt x="942" y="324"/>
                  </a:moveTo>
                  <a:cubicBezTo>
                    <a:pt x="942" y="324"/>
                    <a:pt x="942" y="324"/>
                    <a:pt x="942" y="325"/>
                  </a:cubicBezTo>
                  <a:cubicBezTo>
                    <a:pt x="942" y="324"/>
                    <a:pt x="942" y="324"/>
                    <a:pt x="942" y="324"/>
                  </a:cubicBezTo>
                  <a:moveTo>
                    <a:pt x="942" y="325"/>
                  </a:moveTo>
                  <a:cubicBezTo>
                    <a:pt x="942" y="325"/>
                    <a:pt x="942" y="325"/>
                    <a:pt x="942" y="325"/>
                  </a:cubicBezTo>
                  <a:cubicBezTo>
                    <a:pt x="942" y="325"/>
                    <a:pt x="942" y="325"/>
                    <a:pt x="942" y="325"/>
                  </a:cubicBezTo>
                  <a:moveTo>
                    <a:pt x="943" y="327"/>
                  </a:moveTo>
                  <a:cubicBezTo>
                    <a:pt x="942" y="326"/>
                    <a:pt x="942" y="326"/>
                    <a:pt x="942" y="325"/>
                  </a:cubicBezTo>
                  <a:cubicBezTo>
                    <a:pt x="942" y="326"/>
                    <a:pt x="942" y="326"/>
                    <a:pt x="943" y="327"/>
                  </a:cubicBezTo>
                  <a:moveTo>
                    <a:pt x="943" y="328"/>
                  </a:moveTo>
                  <a:cubicBezTo>
                    <a:pt x="943" y="327"/>
                    <a:pt x="943" y="327"/>
                    <a:pt x="943" y="327"/>
                  </a:cubicBezTo>
                  <a:cubicBezTo>
                    <a:pt x="943" y="327"/>
                    <a:pt x="943" y="327"/>
                    <a:pt x="943" y="328"/>
                  </a:cubicBezTo>
                  <a:moveTo>
                    <a:pt x="943" y="328"/>
                  </a:moveTo>
                  <a:cubicBezTo>
                    <a:pt x="943" y="328"/>
                    <a:pt x="943" y="328"/>
                    <a:pt x="943" y="328"/>
                  </a:cubicBezTo>
                  <a:cubicBezTo>
                    <a:pt x="943" y="328"/>
                    <a:pt x="943" y="328"/>
                    <a:pt x="943" y="328"/>
                  </a:cubicBezTo>
                  <a:moveTo>
                    <a:pt x="943" y="329"/>
                  </a:moveTo>
                  <a:cubicBezTo>
                    <a:pt x="943" y="329"/>
                    <a:pt x="943" y="328"/>
                    <a:pt x="943" y="328"/>
                  </a:cubicBezTo>
                  <a:cubicBezTo>
                    <a:pt x="943" y="329"/>
                    <a:pt x="943" y="329"/>
                    <a:pt x="943" y="330"/>
                  </a:cubicBezTo>
                  <a:cubicBezTo>
                    <a:pt x="943" y="330"/>
                    <a:pt x="943" y="329"/>
                    <a:pt x="943" y="329"/>
                  </a:cubicBezTo>
                  <a:moveTo>
                    <a:pt x="975" y="276"/>
                  </a:moveTo>
                  <a:cubicBezTo>
                    <a:pt x="976" y="278"/>
                    <a:pt x="976" y="278"/>
                    <a:pt x="976" y="278"/>
                  </a:cubicBezTo>
                  <a:cubicBezTo>
                    <a:pt x="975" y="277"/>
                    <a:pt x="975" y="277"/>
                    <a:pt x="975" y="276"/>
                  </a:cubicBezTo>
                  <a:moveTo>
                    <a:pt x="976" y="279"/>
                  </a:moveTo>
                  <a:cubicBezTo>
                    <a:pt x="976" y="279"/>
                    <a:pt x="976" y="278"/>
                    <a:pt x="976" y="278"/>
                  </a:cubicBezTo>
                  <a:cubicBezTo>
                    <a:pt x="976" y="278"/>
                    <a:pt x="976" y="279"/>
                    <a:pt x="976" y="279"/>
                  </a:cubicBezTo>
                  <a:moveTo>
                    <a:pt x="976" y="280"/>
                  </a:moveTo>
                  <a:cubicBezTo>
                    <a:pt x="976" y="280"/>
                    <a:pt x="976" y="279"/>
                    <a:pt x="976" y="279"/>
                  </a:cubicBezTo>
                  <a:cubicBezTo>
                    <a:pt x="976" y="279"/>
                    <a:pt x="976" y="280"/>
                    <a:pt x="976" y="280"/>
                  </a:cubicBezTo>
                  <a:moveTo>
                    <a:pt x="976" y="280"/>
                  </a:moveTo>
                  <a:cubicBezTo>
                    <a:pt x="976" y="280"/>
                    <a:pt x="977" y="281"/>
                    <a:pt x="977" y="281"/>
                  </a:cubicBezTo>
                  <a:cubicBezTo>
                    <a:pt x="977" y="281"/>
                    <a:pt x="976" y="280"/>
                    <a:pt x="976" y="280"/>
                  </a:cubicBezTo>
                  <a:moveTo>
                    <a:pt x="977" y="281"/>
                  </a:moveTo>
                  <a:cubicBezTo>
                    <a:pt x="977" y="281"/>
                    <a:pt x="977" y="282"/>
                    <a:pt x="977" y="282"/>
                  </a:cubicBezTo>
                  <a:cubicBezTo>
                    <a:pt x="977" y="282"/>
                    <a:pt x="977" y="281"/>
                    <a:pt x="977" y="281"/>
                  </a:cubicBezTo>
                  <a:moveTo>
                    <a:pt x="978" y="283"/>
                  </a:moveTo>
                  <a:cubicBezTo>
                    <a:pt x="977" y="283"/>
                    <a:pt x="977" y="282"/>
                    <a:pt x="977" y="282"/>
                  </a:cubicBezTo>
                  <a:cubicBezTo>
                    <a:pt x="977" y="282"/>
                    <a:pt x="977" y="283"/>
                    <a:pt x="978" y="283"/>
                  </a:cubicBezTo>
                  <a:moveTo>
                    <a:pt x="978" y="284"/>
                  </a:moveTo>
                  <a:cubicBezTo>
                    <a:pt x="978" y="283"/>
                    <a:pt x="978" y="283"/>
                    <a:pt x="978" y="283"/>
                  </a:cubicBezTo>
                  <a:cubicBezTo>
                    <a:pt x="978" y="283"/>
                    <a:pt x="978" y="283"/>
                    <a:pt x="978" y="284"/>
                  </a:cubicBezTo>
                  <a:moveTo>
                    <a:pt x="978" y="285"/>
                  </a:moveTo>
                  <a:cubicBezTo>
                    <a:pt x="978" y="284"/>
                    <a:pt x="978" y="284"/>
                    <a:pt x="978" y="284"/>
                  </a:cubicBezTo>
                  <a:cubicBezTo>
                    <a:pt x="978" y="284"/>
                    <a:pt x="978" y="284"/>
                    <a:pt x="978" y="285"/>
                  </a:cubicBezTo>
                  <a:moveTo>
                    <a:pt x="979" y="286"/>
                  </a:moveTo>
                  <a:cubicBezTo>
                    <a:pt x="979" y="285"/>
                    <a:pt x="979" y="285"/>
                    <a:pt x="978" y="285"/>
                  </a:cubicBezTo>
                  <a:cubicBezTo>
                    <a:pt x="979" y="285"/>
                    <a:pt x="979" y="285"/>
                    <a:pt x="979" y="286"/>
                  </a:cubicBezTo>
                  <a:moveTo>
                    <a:pt x="979" y="287"/>
                  </a:moveTo>
                  <a:cubicBezTo>
                    <a:pt x="979" y="286"/>
                    <a:pt x="979" y="286"/>
                    <a:pt x="979" y="286"/>
                  </a:cubicBezTo>
                  <a:cubicBezTo>
                    <a:pt x="979" y="286"/>
                    <a:pt x="979" y="286"/>
                    <a:pt x="979" y="287"/>
                  </a:cubicBezTo>
                  <a:moveTo>
                    <a:pt x="980" y="288"/>
                  </a:moveTo>
                  <a:cubicBezTo>
                    <a:pt x="979" y="288"/>
                    <a:pt x="979" y="287"/>
                    <a:pt x="979" y="287"/>
                  </a:cubicBezTo>
                  <a:cubicBezTo>
                    <a:pt x="979" y="287"/>
                    <a:pt x="979" y="288"/>
                    <a:pt x="980" y="288"/>
                  </a:cubicBezTo>
                  <a:moveTo>
                    <a:pt x="980" y="289"/>
                  </a:moveTo>
                  <a:cubicBezTo>
                    <a:pt x="980" y="288"/>
                    <a:pt x="980" y="288"/>
                    <a:pt x="980" y="288"/>
                  </a:cubicBezTo>
                  <a:cubicBezTo>
                    <a:pt x="980" y="288"/>
                    <a:pt x="980" y="288"/>
                    <a:pt x="980" y="289"/>
                  </a:cubicBezTo>
                  <a:moveTo>
                    <a:pt x="980" y="289"/>
                  </a:moveTo>
                  <a:cubicBezTo>
                    <a:pt x="980" y="289"/>
                    <a:pt x="980" y="289"/>
                    <a:pt x="980" y="289"/>
                  </a:cubicBezTo>
                  <a:cubicBezTo>
                    <a:pt x="980" y="289"/>
                    <a:pt x="980" y="289"/>
                    <a:pt x="980" y="289"/>
                  </a:cubicBezTo>
                  <a:moveTo>
                    <a:pt x="981" y="290"/>
                  </a:moveTo>
                  <a:cubicBezTo>
                    <a:pt x="981" y="290"/>
                    <a:pt x="980" y="290"/>
                    <a:pt x="980" y="289"/>
                  </a:cubicBezTo>
                  <a:cubicBezTo>
                    <a:pt x="980" y="290"/>
                    <a:pt x="981" y="290"/>
                    <a:pt x="981" y="290"/>
                  </a:cubicBezTo>
                  <a:moveTo>
                    <a:pt x="981" y="291"/>
                  </a:moveTo>
                  <a:cubicBezTo>
                    <a:pt x="981" y="291"/>
                    <a:pt x="981" y="291"/>
                    <a:pt x="981" y="290"/>
                  </a:cubicBezTo>
                  <a:cubicBezTo>
                    <a:pt x="981" y="291"/>
                    <a:pt x="981" y="291"/>
                    <a:pt x="981" y="291"/>
                  </a:cubicBezTo>
                  <a:moveTo>
                    <a:pt x="981" y="292"/>
                  </a:moveTo>
                  <a:cubicBezTo>
                    <a:pt x="981" y="292"/>
                    <a:pt x="981" y="292"/>
                    <a:pt x="981" y="291"/>
                  </a:cubicBezTo>
                  <a:cubicBezTo>
                    <a:pt x="981" y="292"/>
                    <a:pt x="981" y="292"/>
                    <a:pt x="981" y="292"/>
                  </a:cubicBezTo>
                  <a:moveTo>
                    <a:pt x="982" y="293"/>
                  </a:moveTo>
                  <a:cubicBezTo>
                    <a:pt x="982" y="292"/>
                    <a:pt x="982" y="292"/>
                    <a:pt x="981" y="292"/>
                  </a:cubicBezTo>
                  <a:cubicBezTo>
                    <a:pt x="982" y="292"/>
                    <a:pt x="982" y="292"/>
                    <a:pt x="982" y="293"/>
                  </a:cubicBezTo>
                  <a:moveTo>
                    <a:pt x="983" y="294"/>
                  </a:moveTo>
                  <a:cubicBezTo>
                    <a:pt x="982" y="293"/>
                    <a:pt x="982" y="293"/>
                    <a:pt x="982" y="293"/>
                  </a:cubicBezTo>
                  <a:cubicBezTo>
                    <a:pt x="982" y="293"/>
                    <a:pt x="982" y="293"/>
                    <a:pt x="983" y="294"/>
                  </a:cubicBezTo>
                  <a:moveTo>
                    <a:pt x="983" y="294"/>
                  </a:moveTo>
                  <a:cubicBezTo>
                    <a:pt x="983" y="294"/>
                    <a:pt x="983" y="294"/>
                    <a:pt x="983" y="294"/>
                  </a:cubicBezTo>
                  <a:cubicBezTo>
                    <a:pt x="983" y="294"/>
                    <a:pt x="983" y="294"/>
                    <a:pt x="983" y="294"/>
                  </a:cubicBezTo>
                  <a:moveTo>
                    <a:pt x="984" y="295"/>
                  </a:moveTo>
                  <a:cubicBezTo>
                    <a:pt x="983" y="294"/>
                    <a:pt x="983" y="294"/>
                    <a:pt x="983" y="294"/>
                  </a:cubicBezTo>
                  <a:cubicBezTo>
                    <a:pt x="983" y="294"/>
                    <a:pt x="983" y="294"/>
                    <a:pt x="984" y="295"/>
                  </a:cubicBezTo>
                  <a:moveTo>
                    <a:pt x="984" y="295"/>
                  </a:moveTo>
                  <a:cubicBezTo>
                    <a:pt x="984" y="295"/>
                    <a:pt x="984" y="295"/>
                    <a:pt x="984" y="295"/>
                  </a:cubicBezTo>
                  <a:cubicBezTo>
                    <a:pt x="984" y="295"/>
                    <a:pt x="984" y="295"/>
                    <a:pt x="984" y="295"/>
                  </a:cubicBezTo>
                  <a:moveTo>
                    <a:pt x="984" y="296"/>
                  </a:moveTo>
                  <a:cubicBezTo>
                    <a:pt x="984" y="296"/>
                    <a:pt x="984" y="296"/>
                    <a:pt x="984" y="295"/>
                  </a:cubicBezTo>
                  <a:cubicBezTo>
                    <a:pt x="984" y="296"/>
                    <a:pt x="984" y="296"/>
                    <a:pt x="984" y="296"/>
                  </a:cubicBezTo>
                  <a:moveTo>
                    <a:pt x="985" y="296"/>
                  </a:moveTo>
                  <a:cubicBezTo>
                    <a:pt x="985" y="296"/>
                    <a:pt x="985" y="296"/>
                    <a:pt x="984" y="296"/>
                  </a:cubicBezTo>
                  <a:cubicBezTo>
                    <a:pt x="985" y="296"/>
                    <a:pt x="985" y="296"/>
                    <a:pt x="985" y="296"/>
                  </a:cubicBezTo>
                  <a:moveTo>
                    <a:pt x="986" y="297"/>
                  </a:moveTo>
                  <a:cubicBezTo>
                    <a:pt x="986" y="297"/>
                    <a:pt x="985" y="296"/>
                    <a:pt x="985" y="296"/>
                  </a:cubicBezTo>
                  <a:cubicBezTo>
                    <a:pt x="985" y="296"/>
                    <a:pt x="986" y="297"/>
                    <a:pt x="986" y="297"/>
                  </a:cubicBezTo>
                  <a:moveTo>
                    <a:pt x="986" y="297"/>
                  </a:moveTo>
                  <a:cubicBezTo>
                    <a:pt x="986" y="297"/>
                    <a:pt x="986" y="297"/>
                    <a:pt x="986" y="297"/>
                  </a:cubicBezTo>
                  <a:cubicBezTo>
                    <a:pt x="986" y="297"/>
                    <a:pt x="986" y="297"/>
                    <a:pt x="986" y="297"/>
                  </a:cubicBezTo>
                  <a:moveTo>
                    <a:pt x="987" y="298"/>
                  </a:moveTo>
                  <a:cubicBezTo>
                    <a:pt x="987" y="297"/>
                    <a:pt x="987" y="297"/>
                    <a:pt x="986" y="297"/>
                  </a:cubicBezTo>
                  <a:cubicBezTo>
                    <a:pt x="987" y="297"/>
                    <a:pt x="987" y="297"/>
                    <a:pt x="987" y="298"/>
                  </a:cubicBezTo>
                  <a:moveTo>
                    <a:pt x="987" y="298"/>
                  </a:moveTo>
                  <a:cubicBezTo>
                    <a:pt x="987" y="298"/>
                    <a:pt x="987" y="298"/>
                    <a:pt x="987" y="298"/>
                  </a:cubicBezTo>
                  <a:cubicBezTo>
                    <a:pt x="987" y="298"/>
                    <a:pt x="987" y="298"/>
                    <a:pt x="987" y="298"/>
                  </a:cubicBezTo>
                  <a:moveTo>
                    <a:pt x="988" y="298"/>
                  </a:moveTo>
                  <a:cubicBezTo>
                    <a:pt x="988" y="298"/>
                    <a:pt x="988" y="298"/>
                    <a:pt x="987" y="298"/>
                  </a:cubicBezTo>
                  <a:cubicBezTo>
                    <a:pt x="988" y="298"/>
                    <a:pt x="988" y="298"/>
                    <a:pt x="988" y="298"/>
                  </a:cubicBezTo>
                  <a:moveTo>
                    <a:pt x="989" y="298"/>
                  </a:moveTo>
                  <a:cubicBezTo>
                    <a:pt x="989" y="298"/>
                    <a:pt x="989" y="298"/>
                    <a:pt x="988" y="298"/>
                  </a:cubicBezTo>
                  <a:cubicBezTo>
                    <a:pt x="989" y="298"/>
                    <a:pt x="989" y="298"/>
                    <a:pt x="989" y="298"/>
                  </a:cubicBezTo>
                  <a:moveTo>
                    <a:pt x="990" y="298"/>
                  </a:moveTo>
                  <a:cubicBezTo>
                    <a:pt x="990" y="298"/>
                    <a:pt x="989" y="298"/>
                    <a:pt x="989" y="298"/>
                  </a:cubicBezTo>
                  <a:cubicBezTo>
                    <a:pt x="989" y="298"/>
                    <a:pt x="990" y="298"/>
                    <a:pt x="990" y="298"/>
                  </a:cubicBezTo>
                  <a:moveTo>
                    <a:pt x="991" y="298"/>
                  </a:moveTo>
                  <a:cubicBezTo>
                    <a:pt x="991" y="298"/>
                    <a:pt x="990" y="298"/>
                    <a:pt x="990" y="298"/>
                  </a:cubicBezTo>
                  <a:cubicBezTo>
                    <a:pt x="990" y="298"/>
                    <a:pt x="991" y="298"/>
                    <a:pt x="991" y="298"/>
                  </a:cubicBezTo>
                  <a:moveTo>
                    <a:pt x="991" y="298"/>
                  </a:moveTo>
                  <a:cubicBezTo>
                    <a:pt x="991" y="298"/>
                    <a:pt x="991" y="298"/>
                    <a:pt x="991" y="298"/>
                  </a:cubicBezTo>
                  <a:cubicBezTo>
                    <a:pt x="991" y="298"/>
                    <a:pt x="991" y="298"/>
                    <a:pt x="991" y="298"/>
                  </a:cubicBezTo>
                  <a:moveTo>
                    <a:pt x="993" y="298"/>
                  </a:moveTo>
                  <a:cubicBezTo>
                    <a:pt x="992" y="298"/>
                    <a:pt x="992" y="298"/>
                    <a:pt x="991" y="298"/>
                  </a:cubicBezTo>
                  <a:cubicBezTo>
                    <a:pt x="992" y="298"/>
                    <a:pt x="992" y="298"/>
                    <a:pt x="993" y="298"/>
                  </a:cubicBezTo>
                  <a:moveTo>
                    <a:pt x="994" y="298"/>
                  </a:moveTo>
                  <a:cubicBezTo>
                    <a:pt x="994" y="298"/>
                    <a:pt x="993" y="298"/>
                    <a:pt x="993" y="298"/>
                  </a:cubicBezTo>
                  <a:cubicBezTo>
                    <a:pt x="993" y="298"/>
                    <a:pt x="994" y="298"/>
                    <a:pt x="994" y="298"/>
                  </a:cubicBezTo>
                  <a:moveTo>
                    <a:pt x="995" y="298"/>
                  </a:moveTo>
                  <a:cubicBezTo>
                    <a:pt x="995" y="298"/>
                    <a:pt x="994" y="298"/>
                    <a:pt x="994" y="298"/>
                  </a:cubicBezTo>
                  <a:cubicBezTo>
                    <a:pt x="994" y="298"/>
                    <a:pt x="995" y="298"/>
                    <a:pt x="995" y="298"/>
                  </a:cubicBezTo>
                  <a:moveTo>
                    <a:pt x="996" y="298"/>
                  </a:moveTo>
                  <a:cubicBezTo>
                    <a:pt x="996" y="298"/>
                    <a:pt x="995" y="298"/>
                    <a:pt x="995" y="298"/>
                  </a:cubicBezTo>
                  <a:cubicBezTo>
                    <a:pt x="995" y="298"/>
                    <a:pt x="996" y="298"/>
                    <a:pt x="996" y="298"/>
                  </a:cubicBezTo>
                  <a:moveTo>
                    <a:pt x="997" y="298"/>
                  </a:moveTo>
                  <a:cubicBezTo>
                    <a:pt x="997" y="298"/>
                    <a:pt x="997" y="298"/>
                    <a:pt x="996" y="298"/>
                  </a:cubicBezTo>
                  <a:cubicBezTo>
                    <a:pt x="997" y="298"/>
                    <a:pt x="997" y="298"/>
                    <a:pt x="997" y="298"/>
                  </a:cubicBezTo>
                  <a:moveTo>
                    <a:pt x="998" y="297"/>
                  </a:moveTo>
                  <a:cubicBezTo>
                    <a:pt x="997" y="297"/>
                    <a:pt x="997" y="297"/>
                    <a:pt x="997" y="298"/>
                  </a:cubicBezTo>
                  <a:cubicBezTo>
                    <a:pt x="997" y="297"/>
                    <a:pt x="997" y="297"/>
                    <a:pt x="998" y="297"/>
                  </a:cubicBezTo>
                  <a:moveTo>
                    <a:pt x="998" y="297"/>
                  </a:moveTo>
                  <a:cubicBezTo>
                    <a:pt x="998" y="297"/>
                    <a:pt x="998" y="297"/>
                    <a:pt x="998" y="297"/>
                  </a:cubicBezTo>
                  <a:cubicBezTo>
                    <a:pt x="998" y="297"/>
                    <a:pt x="998" y="297"/>
                    <a:pt x="998" y="297"/>
                  </a:cubicBezTo>
                  <a:moveTo>
                    <a:pt x="999" y="297"/>
                  </a:moveTo>
                  <a:cubicBezTo>
                    <a:pt x="999" y="297"/>
                    <a:pt x="999" y="297"/>
                    <a:pt x="998" y="297"/>
                  </a:cubicBezTo>
                  <a:cubicBezTo>
                    <a:pt x="999" y="297"/>
                    <a:pt x="999" y="297"/>
                    <a:pt x="999" y="297"/>
                  </a:cubicBezTo>
                  <a:moveTo>
                    <a:pt x="999" y="296"/>
                  </a:moveTo>
                  <a:cubicBezTo>
                    <a:pt x="999" y="296"/>
                    <a:pt x="999" y="297"/>
                    <a:pt x="999" y="297"/>
                  </a:cubicBezTo>
                  <a:cubicBezTo>
                    <a:pt x="999" y="297"/>
                    <a:pt x="999" y="297"/>
                    <a:pt x="999" y="297"/>
                  </a:cubicBezTo>
                  <a:moveTo>
                    <a:pt x="1000" y="296"/>
                  </a:moveTo>
                  <a:cubicBezTo>
                    <a:pt x="1000" y="296"/>
                    <a:pt x="1000" y="296"/>
                    <a:pt x="1000" y="296"/>
                  </a:cubicBezTo>
                  <a:cubicBezTo>
                    <a:pt x="1000" y="296"/>
                    <a:pt x="1000" y="296"/>
                    <a:pt x="1000" y="296"/>
                  </a:cubicBezTo>
                  <a:moveTo>
                    <a:pt x="1000" y="296"/>
                  </a:moveTo>
                  <a:cubicBezTo>
                    <a:pt x="1000" y="296"/>
                    <a:pt x="1000" y="296"/>
                    <a:pt x="1000" y="296"/>
                  </a:cubicBezTo>
                  <a:cubicBezTo>
                    <a:pt x="1000" y="296"/>
                    <a:pt x="1000" y="296"/>
                    <a:pt x="1000" y="296"/>
                  </a:cubicBezTo>
                  <a:moveTo>
                    <a:pt x="1001" y="296"/>
                  </a:moveTo>
                  <a:cubicBezTo>
                    <a:pt x="1000" y="296"/>
                    <a:pt x="1000" y="296"/>
                    <a:pt x="1000" y="296"/>
                  </a:cubicBezTo>
                  <a:cubicBezTo>
                    <a:pt x="1001" y="296"/>
                    <a:pt x="1001" y="296"/>
                    <a:pt x="1001" y="296"/>
                  </a:cubicBezTo>
                  <a:moveTo>
                    <a:pt x="1001" y="295"/>
                  </a:moveTo>
                  <a:cubicBezTo>
                    <a:pt x="1001" y="296"/>
                    <a:pt x="1001" y="296"/>
                    <a:pt x="1001" y="296"/>
                  </a:cubicBezTo>
                  <a:cubicBezTo>
                    <a:pt x="1001" y="295"/>
                    <a:pt x="1001" y="295"/>
                    <a:pt x="1001" y="295"/>
                  </a:cubicBezTo>
                  <a:moveTo>
                    <a:pt x="1001" y="295"/>
                  </a:moveTo>
                  <a:cubicBezTo>
                    <a:pt x="1001" y="295"/>
                    <a:pt x="1001" y="295"/>
                    <a:pt x="1001" y="295"/>
                  </a:cubicBezTo>
                  <a:cubicBezTo>
                    <a:pt x="1001" y="295"/>
                    <a:pt x="1001" y="295"/>
                    <a:pt x="1001" y="295"/>
                  </a:cubicBezTo>
                  <a:moveTo>
                    <a:pt x="1001" y="294"/>
                  </a:moveTo>
                  <a:cubicBezTo>
                    <a:pt x="1001" y="295"/>
                    <a:pt x="1001" y="295"/>
                    <a:pt x="1001" y="295"/>
                  </a:cubicBezTo>
                  <a:cubicBezTo>
                    <a:pt x="1001" y="295"/>
                    <a:pt x="1001" y="295"/>
                    <a:pt x="1001" y="294"/>
                  </a:cubicBezTo>
                  <a:moveTo>
                    <a:pt x="1002" y="294"/>
                  </a:moveTo>
                  <a:cubicBezTo>
                    <a:pt x="1002" y="294"/>
                    <a:pt x="1001" y="294"/>
                    <a:pt x="1001" y="294"/>
                  </a:cubicBezTo>
                  <a:cubicBezTo>
                    <a:pt x="1001" y="294"/>
                    <a:pt x="1002" y="294"/>
                    <a:pt x="1002" y="294"/>
                  </a:cubicBezTo>
                  <a:moveTo>
                    <a:pt x="1002" y="294"/>
                  </a:moveTo>
                  <a:cubicBezTo>
                    <a:pt x="1002" y="294"/>
                    <a:pt x="1002" y="294"/>
                    <a:pt x="1002" y="294"/>
                  </a:cubicBezTo>
                  <a:cubicBezTo>
                    <a:pt x="1002" y="294"/>
                    <a:pt x="1002" y="294"/>
                    <a:pt x="1002" y="294"/>
                  </a:cubicBezTo>
                  <a:moveTo>
                    <a:pt x="1002" y="293"/>
                  </a:moveTo>
                  <a:cubicBezTo>
                    <a:pt x="1002" y="293"/>
                    <a:pt x="1002" y="294"/>
                    <a:pt x="1002" y="294"/>
                  </a:cubicBezTo>
                  <a:cubicBezTo>
                    <a:pt x="1002" y="294"/>
                    <a:pt x="1002" y="293"/>
                    <a:pt x="1002" y="293"/>
                  </a:cubicBezTo>
                  <a:moveTo>
                    <a:pt x="1002" y="292"/>
                  </a:moveTo>
                  <a:cubicBezTo>
                    <a:pt x="1002" y="292"/>
                    <a:pt x="1002" y="293"/>
                    <a:pt x="1002" y="293"/>
                  </a:cubicBezTo>
                  <a:cubicBezTo>
                    <a:pt x="1002" y="293"/>
                    <a:pt x="1002" y="292"/>
                    <a:pt x="1002" y="292"/>
                  </a:cubicBezTo>
                  <a:moveTo>
                    <a:pt x="1002" y="292"/>
                  </a:moveTo>
                  <a:cubicBezTo>
                    <a:pt x="1002" y="292"/>
                    <a:pt x="1002" y="292"/>
                    <a:pt x="1002" y="292"/>
                  </a:cubicBezTo>
                  <a:cubicBezTo>
                    <a:pt x="1002" y="292"/>
                    <a:pt x="1002" y="292"/>
                    <a:pt x="1002" y="292"/>
                  </a:cubicBezTo>
                  <a:moveTo>
                    <a:pt x="1002" y="291"/>
                  </a:moveTo>
                  <a:cubicBezTo>
                    <a:pt x="1002" y="291"/>
                    <a:pt x="1002" y="292"/>
                    <a:pt x="1002" y="292"/>
                  </a:cubicBezTo>
                  <a:cubicBezTo>
                    <a:pt x="1002" y="292"/>
                    <a:pt x="1002" y="291"/>
                    <a:pt x="1002" y="291"/>
                  </a:cubicBezTo>
                  <a:moveTo>
                    <a:pt x="1002" y="290"/>
                  </a:moveTo>
                  <a:cubicBezTo>
                    <a:pt x="1002" y="291"/>
                    <a:pt x="1002" y="291"/>
                    <a:pt x="1002" y="291"/>
                  </a:cubicBezTo>
                  <a:cubicBezTo>
                    <a:pt x="1002" y="291"/>
                    <a:pt x="1002" y="291"/>
                    <a:pt x="1002" y="290"/>
                  </a:cubicBezTo>
                  <a:moveTo>
                    <a:pt x="1002" y="290"/>
                  </a:moveTo>
                  <a:cubicBezTo>
                    <a:pt x="1002" y="290"/>
                    <a:pt x="1002" y="290"/>
                    <a:pt x="1002" y="289"/>
                  </a:cubicBezTo>
                  <a:cubicBezTo>
                    <a:pt x="1002" y="290"/>
                    <a:pt x="1002" y="290"/>
                    <a:pt x="1002" y="290"/>
                  </a:cubicBezTo>
                  <a:moveTo>
                    <a:pt x="1002" y="289"/>
                  </a:moveTo>
                  <a:cubicBezTo>
                    <a:pt x="1002" y="289"/>
                    <a:pt x="1002" y="289"/>
                    <a:pt x="1002" y="289"/>
                  </a:cubicBezTo>
                  <a:cubicBezTo>
                    <a:pt x="1002" y="289"/>
                    <a:pt x="1002" y="289"/>
                    <a:pt x="1002" y="289"/>
                  </a:cubicBezTo>
                  <a:moveTo>
                    <a:pt x="1002" y="288"/>
                  </a:moveTo>
                  <a:cubicBezTo>
                    <a:pt x="1002" y="288"/>
                    <a:pt x="1002" y="288"/>
                    <a:pt x="1002" y="289"/>
                  </a:cubicBezTo>
                  <a:cubicBezTo>
                    <a:pt x="1002" y="288"/>
                    <a:pt x="1002" y="288"/>
                    <a:pt x="1002" y="288"/>
                  </a:cubicBezTo>
                  <a:moveTo>
                    <a:pt x="1002" y="288"/>
                  </a:moveTo>
                  <a:cubicBezTo>
                    <a:pt x="1002" y="288"/>
                    <a:pt x="1002" y="287"/>
                    <a:pt x="1002" y="287"/>
                  </a:cubicBezTo>
                  <a:cubicBezTo>
                    <a:pt x="1002" y="287"/>
                    <a:pt x="1002" y="288"/>
                    <a:pt x="1002" y="288"/>
                  </a:cubicBezTo>
                  <a:moveTo>
                    <a:pt x="1002" y="286"/>
                  </a:moveTo>
                  <a:cubicBezTo>
                    <a:pt x="1002" y="286"/>
                    <a:pt x="1002" y="286"/>
                    <a:pt x="1002" y="287"/>
                  </a:cubicBezTo>
                  <a:cubicBezTo>
                    <a:pt x="1002" y="286"/>
                    <a:pt x="1002" y="286"/>
                    <a:pt x="1002" y="286"/>
                  </a:cubicBezTo>
                  <a:moveTo>
                    <a:pt x="1002" y="286"/>
                  </a:moveTo>
                  <a:cubicBezTo>
                    <a:pt x="1002" y="285"/>
                    <a:pt x="1002" y="285"/>
                    <a:pt x="1002" y="284"/>
                  </a:cubicBezTo>
                  <a:cubicBezTo>
                    <a:pt x="1002" y="285"/>
                    <a:pt x="1002" y="285"/>
                    <a:pt x="1002" y="286"/>
                  </a:cubicBezTo>
                  <a:moveTo>
                    <a:pt x="1002" y="283"/>
                  </a:moveTo>
                  <a:cubicBezTo>
                    <a:pt x="1002" y="284"/>
                    <a:pt x="1002" y="284"/>
                    <a:pt x="1002" y="284"/>
                  </a:cubicBezTo>
                  <a:cubicBezTo>
                    <a:pt x="1002" y="284"/>
                    <a:pt x="1002" y="284"/>
                    <a:pt x="1002" y="283"/>
                  </a:cubicBezTo>
                  <a:moveTo>
                    <a:pt x="1002" y="283"/>
                  </a:moveTo>
                  <a:cubicBezTo>
                    <a:pt x="1002" y="283"/>
                    <a:pt x="1002" y="283"/>
                    <a:pt x="1002" y="283"/>
                  </a:cubicBezTo>
                  <a:cubicBezTo>
                    <a:pt x="1002" y="283"/>
                    <a:pt x="1002" y="283"/>
                    <a:pt x="1002" y="283"/>
                  </a:cubicBezTo>
                  <a:moveTo>
                    <a:pt x="1002" y="281"/>
                  </a:moveTo>
                  <a:cubicBezTo>
                    <a:pt x="1002" y="281"/>
                    <a:pt x="1002" y="280"/>
                    <a:pt x="1002" y="280"/>
                  </a:cubicBezTo>
                  <a:cubicBezTo>
                    <a:pt x="1002" y="280"/>
                    <a:pt x="1002" y="282"/>
                    <a:pt x="1002" y="281"/>
                  </a:cubicBezTo>
                  <a:cubicBezTo>
                    <a:pt x="1002" y="282"/>
                    <a:pt x="1002" y="282"/>
                    <a:pt x="1002" y="283"/>
                  </a:cubicBezTo>
                  <a:cubicBezTo>
                    <a:pt x="1002" y="282"/>
                    <a:pt x="1002" y="282"/>
                    <a:pt x="1002" y="281"/>
                  </a:cubicBezTo>
                  <a:moveTo>
                    <a:pt x="1017" y="280"/>
                  </a:moveTo>
                  <a:cubicBezTo>
                    <a:pt x="1005" y="273"/>
                    <a:pt x="1005" y="273"/>
                    <a:pt x="1005" y="273"/>
                  </a:cubicBezTo>
                  <a:cubicBezTo>
                    <a:pt x="1008" y="257"/>
                    <a:pt x="1008" y="257"/>
                    <a:pt x="1008" y="257"/>
                  </a:cubicBezTo>
                  <a:cubicBezTo>
                    <a:pt x="1020" y="272"/>
                    <a:pt x="1020" y="272"/>
                    <a:pt x="1020" y="272"/>
                  </a:cubicBezTo>
                  <a:cubicBezTo>
                    <a:pt x="1017" y="280"/>
                    <a:pt x="1017" y="280"/>
                    <a:pt x="1017" y="280"/>
                  </a:cubicBezTo>
                  <a:cubicBezTo>
                    <a:pt x="1030" y="286"/>
                    <a:pt x="1030" y="286"/>
                    <a:pt x="1030" y="286"/>
                  </a:cubicBezTo>
                  <a:cubicBezTo>
                    <a:pt x="1017" y="280"/>
                    <a:pt x="1017" y="280"/>
                    <a:pt x="1017" y="280"/>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9"/>
                  </a:moveTo>
                  <a:cubicBezTo>
                    <a:pt x="1032" y="229"/>
                    <a:pt x="1032" y="229"/>
                    <a:pt x="1032" y="229"/>
                  </a:cubicBezTo>
                  <a:cubicBezTo>
                    <a:pt x="1032" y="229"/>
                    <a:pt x="1032" y="229"/>
                    <a:pt x="1032" y="229"/>
                  </a:cubicBezTo>
                  <a:moveTo>
                    <a:pt x="1032" y="228"/>
                  </a:moveTo>
                  <a:cubicBezTo>
                    <a:pt x="1032" y="229"/>
                    <a:pt x="1032" y="229"/>
                    <a:pt x="1032" y="229"/>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2" y="228"/>
                  </a:moveTo>
                  <a:cubicBezTo>
                    <a:pt x="1032" y="228"/>
                    <a:pt x="1032" y="228"/>
                    <a:pt x="1032" y="228"/>
                  </a:cubicBezTo>
                  <a:cubicBezTo>
                    <a:pt x="1032" y="228"/>
                    <a:pt x="1032" y="228"/>
                    <a:pt x="1032"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8"/>
                  </a:moveTo>
                  <a:cubicBezTo>
                    <a:pt x="1031" y="228"/>
                    <a:pt x="1031" y="228"/>
                    <a:pt x="1031" y="228"/>
                  </a:cubicBezTo>
                  <a:cubicBezTo>
                    <a:pt x="1031" y="228"/>
                    <a:pt x="1031" y="228"/>
                    <a:pt x="1031" y="228"/>
                  </a:cubicBezTo>
                  <a:moveTo>
                    <a:pt x="1031" y="227"/>
                  </a:moveTo>
                  <a:cubicBezTo>
                    <a:pt x="1031" y="228"/>
                    <a:pt x="1031" y="228"/>
                    <a:pt x="1031" y="228"/>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31" y="227"/>
                  </a:moveTo>
                  <a:cubicBezTo>
                    <a:pt x="1031" y="227"/>
                    <a:pt x="1031" y="227"/>
                    <a:pt x="1031" y="227"/>
                  </a:cubicBezTo>
                  <a:cubicBezTo>
                    <a:pt x="1031" y="227"/>
                    <a:pt x="1031" y="227"/>
                    <a:pt x="1031" y="227"/>
                  </a:cubicBezTo>
                  <a:moveTo>
                    <a:pt x="1028" y="233"/>
                  </a:moveTo>
                  <a:cubicBezTo>
                    <a:pt x="1024" y="234"/>
                    <a:pt x="1019" y="235"/>
                    <a:pt x="1015" y="235"/>
                  </a:cubicBezTo>
                  <a:cubicBezTo>
                    <a:pt x="1013" y="235"/>
                    <a:pt x="1010" y="236"/>
                    <a:pt x="1009" y="237"/>
                  </a:cubicBezTo>
                  <a:cubicBezTo>
                    <a:pt x="1008" y="237"/>
                    <a:pt x="1008" y="237"/>
                    <a:pt x="1004" y="244"/>
                  </a:cubicBezTo>
                  <a:cubicBezTo>
                    <a:pt x="1005" y="246"/>
                    <a:pt x="1006" y="249"/>
                    <a:pt x="1007" y="251"/>
                  </a:cubicBezTo>
                  <a:cubicBezTo>
                    <a:pt x="1006" y="249"/>
                    <a:pt x="1005" y="246"/>
                    <a:pt x="1004" y="244"/>
                  </a:cubicBezTo>
                  <a:cubicBezTo>
                    <a:pt x="1002" y="244"/>
                    <a:pt x="1001" y="244"/>
                    <a:pt x="999" y="244"/>
                  </a:cubicBezTo>
                  <a:cubicBezTo>
                    <a:pt x="997" y="240"/>
                    <a:pt x="996" y="235"/>
                    <a:pt x="994" y="230"/>
                  </a:cubicBezTo>
                  <a:cubicBezTo>
                    <a:pt x="992" y="230"/>
                    <a:pt x="991" y="230"/>
                    <a:pt x="989" y="230"/>
                  </a:cubicBezTo>
                  <a:cubicBezTo>
                    <a:pt x="991" y="230"/>
                    <a:pt x="992" y="230"/>
                    <a:pt x="994" y="230"/>
                  </a:cubicBezTo>
                  <a:cubicBezTo>
                    <a:pt x="1004" y="229"/>
                    <a:pt x="1015" y="228"/>
                    <a:pt x="1025" y="226"/>
                  </a:cubicBezTo>
                  <a:cubicBezTo>
                    <a:pt x="1026" y="229"/>
                    <a:pt x="1027" y="231"/>
                    <a:pt x="1028" y="233"/>
                  </a:cubicBezTo>
                  <a:moveTo>
                    <a:pt x="1032" y="226"/>
                  </a:moveTo>
                  <a:cubicBezTo>
                    <a:pt x="1032" y="226"/>
                    <a:pt x="1032" y="225"/>
                    <a:pt x="1032" y="225"/>
                  </a:cubicBezTo>
                  <a:cubicBezTo>
                    <a:pt x="1032" y="225"/>
                    <a:pt x="1032" y="226"/>
                    <a:pt x="1032" y="226"/>
                  </a:cubicBezTo>
                  <a:cubicBezTo>
                    <a:pt x="1032" y="226"/>
                    <a:pt x="1032" y="226"/>
                    <a:pt x="1032" y="226"/>
                  </a:cubicBezTo>
                  <a:moveTo>
                    <a:pt x="1031" y="225"/>
                  </a:moveTo>
                  <a:cubicBezTo>
                    <a:pt x="1031" y="225"/>
                    <a:pt x="1030" y="226"/>
                    <a:pt x="1031" y="227"/>
                  </a:cubicBezTo>
                  <a:cubicBezTo>
                    <a:pt x="1031" y="226"/>
                    <a:pt x="1030" y="226"/>
                    <a:pt x="1031" y="225"/>
                  </a:cubicBezTo>
                  <a:cubicBezTo>
                    <a:pt x="1031" y="225"/>
                    <a:pt x="1031" y="225"/>
                    <a:pt x="1031" y="225"/>
                  </a:cubicBezTo>
                  <a:moveTo>
                    <a:pt x="829" y="337"/>
                  </a:moveTo>
                  <a:cubicBezTo>
                    <a:pt x="829" y="334"/>
                    <a:pt x="829" y="331"/>
                    <a:pt x="829" y="329"/>
                  </a:cubicBezTo>
                  <a:cubicBezTo>
                    <a:pt x="819" y="329"/>
                    <a:pt x="819" y="329"/>
                    <a:pt x="819" y="329"/>
                  </a:cubicBezTo>
                  <a:cubicBezTo>
                    <a:pt x="812" y="345"/>
                    <a:pt x="812" y="345"/>
                    <a:pt x="812" y="345"/>
                  </a:cubicBezTo>
                  <a:cubicBezTo>
                    <a:pt x="823" y="337"/>
                    <a:pt x="823" y="337"/>
                    <a:pt x="823" y="337"/>
                  </a:cubicBezTo>
                  <a:cubicBezTo>
                    <a:pt x="823" y="342"/>
                    <a:pt x="823" y="347"/>
                    <a:pt x="823" y="353"/>
                  </a:cubicBezTo>
                  <a:cubicBezTo>
                    <a:pt x="829" y="337"/>
                    <a:pt x="829" y="337"/>
                    <a:pt x="829" y="337"/>
                  </a:cubicBezTo>
                  <a:moveTo>
                    <a:pt x="1008" y="578"/>
                  </a:moveTo>
                  <a:cubicBezTo>
                    <a:pt x="999" y="560"/>
                    <a:pt x="999" y="560"/>
                    <a:pt x="999" y="560"/>
                  </a:cubicBezTo>
                  <a:cubicBezTo>
                    <a:pt x="1008" y="578"/>
                    <a:pt x="1008" y="578"/>
                    <a:pt x="1008" y="578"/>
                  </a:cubicBezTo>
                  <a:moveTo>
                    <a:pt x="1008" y="480"/>
                  </a:moveTo>
                  <a:cubicBezTo>
                    <a:pt x="1013" y="470"/>
                    <a:pt x="1013" y="470"/>
                    <a:pt x="1013" y="470"/>
                  </a:cubicBezTo>
                  <a:cubicBezTo>
                    <a:pt x="1008" y="480"/>
                    <a:pt x="1008" y="480"/>
                    <a:pt x="1008" y="480"/>
                  </a:cubicBezTo>
                  <a:moveTo>
                    <a:pt x="1024" y="461"/>
                  </a:moveTo>
                  <a:cubicBezTo>
                    <a:pt x="1013" y="470"/>
                    <a:pt x="1013" y="470"/>
                    <a:pt x="1013" y="470"/>
                  </a:cubicBezTo>
                  <a:cubicBezTo>
                    <a:pt x="1024" y="461"/>
                    <a:pt x="1024" y="461"/>
                    <a:pt x="1024" y="461"/>
                  </a:cubicBezTo>
                  <a:moveTo>
                    <a:pt x="1273" y="419"/>
                  </a:moveTo>
                  <a:cubicBezTo>
                    <a:pt x="1233" y="329"/>
                    <a:pt x="1182" y="248"/>
                    <a:pt x="1124" y="179"/>
                  </a:cubicBezTo>
                  <a:cubicBezTo>
                    <a:pt x="1123" y="179"/>
                    <a:pt x="1122" y="179"/>
                    <a:pt x="1120" y="179"/>
                  </a:cubicBezTo>
                  <a:cubicBezTo>
                    <a:pt x="1114" y="181"/>
                    <a:pt x="1107" y="182"/>
                    <a:pt x="1100" y="184"/>
                  </a:cubicBezTo>
                  <a:cubicBezTo>
                    <a:pt x="1091" y="186"/>
                    <a:pt x="1081" y="188"/>
                    <a:pt x="1072" y="190"/>
                  </a:cubicBezTo>
                  <a:cubicBezTo>
                    <a:pt x="1068" y="186"/>
                    <a:pt x="1066" y="181"/>
                    <a:pt x="1063" y="177"/>
                  </a:cubicBezTo>
                  <a:cubicBezTo>
                    <a:pt x="1060" y="178"/>
                    <a:pt x="1058" y="178"/>
                    <a:pt x="1055" y="178"/>
                  </a:cubicBezTo>
                  <a:cubicBezTo>
                    <a:pt x="1065" y="189"/>
                    <a:pt x="1065" y="189"/>
                    <a:pt x="1075" y="197"/>
                  </a:cubicBezTo>
                  <a:cubicBezTo>
                    <a:pt x="1075" y="197"/>
                    <a:pt x="1073" y="197"/>
                    <a:pt x="1072" y="197"/>
                  </a:cubicBezTo>
                  <a:cubicBezTo>
                    <a:pt x="1056" y="207"/>
                    <a:pt x="1056" y="207"/>
                    <a:pt x="1056" y="207"/>
                  </a:cubicBezTo>
                  <a:cubicBezTo>
                    <a:pt x="1054" y="203"/>
                    <a:pt x="1051" y="198"/>
                    <a:pt x="1048" y="194"/>
                  </a:cubicBezTo>
                  <a:cubicBezTo>
                    <a:pt x="1053" y="208"/>
                    <a:pt x="1053" y="208"/>
                    <a:pt x="1053" y="208"/>
                  </a:cubicBezTo>
                  <a:cubicBezTo>
                    <a:pt x="1048" y="194"/>
                    <a:pt x="1048" y="194"/>
                    <a:pt x="1048" y="194"/>
                  </a:cubicBezTo>
                  <a:cubicBezTo>
                    <a:pt x="1046" y="194"/>
                    <a:pt x="1043" y="195"/>
                    <a:pt x="1040" y="195"/>
                  </a:cubicBezTo>
                  <a:cubicBezTo>
                    <a:pt x="1045" y="202"/>
                    <a:pt x="1048" y="209"/>
                    <a:pt x="1052" y="215"/>
                  </a:cubicBezTo>
                  <a:cubicBezTo>
                    <a:pt x="1047" y="216"/>
                    <a:pt x="1041" y="217"/>
                    <a:pt x="1035" y="218"/>
                  </a:cubicBezTo>
                  <a:cubicBezTo>
                    <a:pt x="1034" y="218"/>
                    <a:pt x="1032" y="218"/>
                    <a:pt x="1031" y="218"/>
                  </a:cubicBezTo>
                  <a:cubicBezTo>
                    <a:pt x="1031" y="218"/>
                    <a:pt x="1031" y="218"/>
                    <a:pt x="1031" y="218"/>
                  </a:cubicBezTo>
                  <a:cubicBezTo>
                    <a:pt x="1018" y="220"/>
                    <a:pt x="1004" y="222"/>
                    <a:pt x="991" y="223"/>
                  </a:cubicBezTo>
                  <a:cubicBezTo>
                    <a:pt x="989" y="230"/>
                    <a:pt x="989" y="230"/>
                    <a:pt x="989" y="230"/>
                  </a:cubicBezTo>
                  <a:cubicBezTo>
                    <a:pt x="991" y="223"/>
                    <a:pt x="991" y="223"/>
                    <a:pt x="991" y="223"/>
                  </a:cubicBezTo>
                  <a:cubicBezTo>
                    <a:pt x="971" y="221"/>
                    <a:pt x="971" y="221"/>
                    <a:pt x="971" y="221"/>
                  </a:cubicBezTo>
                  <a:cubicBezTo>
                    <a:pt x="991" y="223"/>
                    <a:pt x="991" y="223"/>
                    <a:pt x="991" y="223"/>
                  </a:cubicBezTo>
                  <a:cubicBezTo>
                    <a:pt x="1004" y="222"/>
                    <a:pt x="1018" y="220"/>
                    <a:pt x="1031" y="218"/>
                  </a:cubicBezTo>
                  <a:cubicBezTo>
                    <a:pt x="999" y="201"/>
                    <a:pt x="999" y="201"/>
                    <a:pt x="999" y="201"/>
                  </a:cubicBezTo>
                  <a:cubicBezTo>
                    <a:pt x="988" y="195"/>
                    <a:pt x="988" y="195"/>
                    <a:pt x="988" y="195"/>
                  </a:cubicBezTo>
                  <a:cubicBezTo>
                    <a:pt x="966" y="196"/>
                    <a:pt x="944" y="187"/>
                    <a:pt x="922" y="187"/>
                  </a:cubicBezTo>
                  <a:cubicBezTo>
                    <a:pt x="921" y="187"/>
                    <a:pt x="919" y="187"/>
                    <a:pt x="918" y="187"/>
                  </a:cubicBezTo>
                  <a:cubicBezTo>
                    <a:pt x="911" y="188"/>
                    <a:pt x="911" y="188"/>
                    <a:pt x="902" y="193"/>
                  </a:cubicBezTo>
                  <a:cubicBezTo>
                    <a:pt x="908" y="196"/>
                    <a:pt x="916" y="199"/>
                    <a:pt x="922" y="201"/>
                  </a:cubicBezTo>
                  <a:cubicBezTo>
                    <a:pt x="899" y="195"/>
                    <a:pt x="899" y="195"/>
                    <a:pt x="899" y="195"/>
                  </a:cubicBezTo>
                  <a:cubicBezTo>
                    <a:pt x="872" y="210"/>
                    <a:pt x="872" y="210"/>
                    <a:pt x="872" y="210"/>
                  </a:cubicBezTo>
                  <a:cubicBezTo>
                    <a:pt x="868" y="217"/>
                    <a:pt x="868" y="217"/>
                    <a:pt x="868" y="217"/>
                  </a:cubicBezTo>
                  <a:cubicBezTo>
                    <a:pt x="860" y="224"/>
                    <a:pt x="860" y="224"/>
                    <a:pt x="860" y="224"/>
                  </a:cubicBezTo>
                  <a:cubicBezTo>
                    <a:pt x="851" y="224"/>
                    <a:pt x="851" y="224"/>
                    <a:pt x="851" y="224"/>
                  </a:cubicBezTo>
                  <a:cubicBezTo>
                    <a:pt x="847" y="231"/>
                    <a:pt x="847" y="231"/>
                    <a:pt x="847" y="231"/>
                  </a:cubicBezTo>
                  <a:cubicBezTo>
                    <a:pt x="843" y="246"/>
                    <a:pt x="843" y="246"/>
                    <a:pt x="843" y="246"/>
                  </a:cubicBezTo>
                  <a:cubicBezTo>
                    <a:pt x="829" y="253"/>
                    <a:pt x="829" y="253"/>
                    <a:pt x="829" y="253"/>
                  </a:cubicBezTo>
                  <a:cubicBezTo>
                    <a:pt x="823" y="259"/>
                    <a:pt x="823" y="259"/>
                    <a:pt x="823" y="259"/>
                  </a:cubicBezTo>
                  <a:cubicBezTo>
                    <a:pt x="819" y="268"/>
                    <a:pt x="819" y="268"/>
                    <a:pt x="819" y="268"/>
                  </a:cubicBezTo>
                  <a:cubicBezTo>
                    <a:pt x="809" y="275"/>
                    <a:pt x="809" y="275"/>
                    <a:pt x="809" y="275"/>
                  </a:cubicBezTo>
                  <a:cubicBezTo>
                    <a:pt x="806" y="275"/>
                    <a:pt x="802" y="275"/>
                    <a:pt x="799" y="275"/>
                  </a:cubicBezTo>
                  <a:cubicBezTo>
                    <a:pt x="789" y="283"/>
                    <a:pt x="789" y="283"/>
                    <a:pt x="789" y="283"/>
                  </a:cubicBezTo>
                  <a:cubicBezTo>
                    <a:pt x="788" y="297"/>
                    <a:pt x="788" y="297"/>
                    <a:pt x="788" y="297"/>
                  </a:cubicBezTo>
                  <a:cubicBezTo>
                    <a:pt x="789" y="297"/>
                    <a:pt x="791" y="297"/>
                    <a:pt x="793" y="297"/>
                  </a:cubicBezTo>
                  <a:cubicBezTo>
                    <a:pt x="793" y="300"/>
                    <a:pt x="793" y="302"/>
                    <a:pt x="792" y="305"/>
                  </a:cubicBezTo>
                  <a:cubicBezTo>
                    <a:pt x="797" y="323"/>
                    <a:pt x="797" y="323"/>
                    <a:pt x="797" y="323"/>
                  </a:cubicBezTo>
                  <a:cubicBezTo>
                    <a:pt x="818" y="313"/>
                    <a:pt x="818" y="313"/>
                    <a:pt x="818" y="313"/>
                  </a:cubicBezTo>
                  <a:cubicBezTo>
                    <a:pt x="820" y="313"/>
                    <a:pt x="822" y="313"/>
                    <a:pt x="824" y="313"/>
                  </a:cubicBezTo>
                  <a:cubicBezTo>
                    <a:pt x="833" y="306"/>
                    <a:pt x="833" y="306"/>
                    <a:pt x="833" y="306"/>
                  </a:cubicBezTo>
                  <a:cubicBezTo>
                    <a:pt x="840" y="329"/>
                    <a:pt x="840" y="329"/>
                    <a:pt x="840" y="329"/>
                  </a:cubicBezTo>
                  <a:cubicBezTo>
                    <a:pt x="840" y="331"/>
                    <a:pt x="840" y="334"/>
                    <a:pt x="840" y="337"/>
                  </a:cubicBezTo>
                  <a:cubicBezTo>
                    <a:pt x="846" y="353"/>
                    <a:pt x="846" y="353"/>
                    <a:pt x="846" y="353"/>
                  </a:cubicBezTo>
                  <a:cubicBezTo>
                    <a:pt x="872" y="343"/>
                    <a:pt x="872" y="343"/>
                    <a:pt x="872" y="343"/>
                  </a:cubicBezTo>
                  <a:cubicBezTo>
                    <a:pt x="881" y="305"/>
                    <a:pt x="881" y="305"/>
                    <a:pt x="881" y="305"/>
                  </a:cubicBezTo>
                  <a:cubicBezTo>
                    <a:pt x="872" y="343"/>
                    <a:pt x="872" y="343"/>
                    <a:pt x="872" y="343"/>
                  </a:cubicBezTo>
                  <a:cubicBezTo>
                    <a:pt x="846" y="353"/>
                    <a:pt x="846" y="353"/>
                    <a:pt x="846" y="353"/>
                  </a:cubicBezTo>
                  <a:cubicBezTo>
                    <a:pt x="840" y="337"/>
                    <a:pt x="840" y="337"/>
                    <a:pt x="840" y="337"/>
                  </a:cubicBezTo>
                  <a:cubicBezTo>
                    <a:pt x="829" y="361"/>
                    <a:pt x="829" y="361"/>
                    <a:pt x="829" y="361"/>
                  </a:cubicBezTo>
                  <a:cubicBezTo>
                    <a:pt x="870" y="357"/>
                    <a:pt x="875" y="355"/>
                    <a:pt x="878" y="333"/>
                  </a:cubicBezTo>
                  <a:cubicBezTo>
                    <a:pt x="880" y="321"/>
                    <a:pt x="882" y="320"/>
                    <a:pt x="893" y="312"/>
                  </a:cubicBezTo>
                  <a:cubicBezTo>
                    <a:pt x="893" y="307"/>
                    <a:pt x="892" y="302"/>
                    <a:pt x="891" y="296"/>
                  </a:cubicBezTo>
                  <a:cubicBezTo>
                    <a:pt x="880" y="296"/>
                    <a:pt x="880" y="296"/>
                    <a:pt x="880" y="296"/>
                  </a:cubicBezTo>
                  <a:cubicBezTo>
                    <a:pt x="883" y="267"/>
                    <a:pt x="883" y="267"/>
                    <a:pt x="883" y="267"/>
                  </a:cubicBezTo>
                  <a:cubicBezTo>
                    <a:pt x="874" y="275"/>
                    <a:pt x="874" y="275"/>
                    <a:pt x="874" y="275"/>
                  </a:cubicBezTo>
                  <a:cubicBezTo>
                    <a:pt x="883" y="267"/>
                    <a:pt x="883" y="267"/>
                    <a:pt x="883" y="267"/>
                  </a:cubicBezTo>
                  <a:cubicBezTo>
                    <a:pt x="900" y="251"/>
                    <a:pt x="900" y="251"/>
                    <a:pt x="900" y="251"/>
                  </a:cubicBezTo>
                  <a:cubicBezTo>
                    <a:pt x="903" y="237"/>
                    <a:pt x="903" y="237"/>
                    <a:pt x="903" y="237"/>
                  </a:cubicBezTo>
                  <a:cubicBezTo>
                    <a:pt x="921" y="236"/>
                    <a:pt x="921" y="236"/>
                    <a:pt x="921" y="236"/>
                  </a:cubicBezTo>
                  <a:cubicBezTo>
                    <a:pt x="924" y="236"/>
                    <a:pt x="927" y="235"/>
                    <a:pt x="930" y="235"/>
                  </a:cubicBezTo>
                  <a:cubicBezTo>
                    <a:pt x="931" y="240"/>
                    <a:pt x="932" y="245"/>
                    <a:pt x="934" y="250"/>
                  </a:cubicBezTo>
                  <a:cubicBezTo>
                    <a:pt x="932" y="245"/>
                    <a:pt x="931" y="240"/>
                    <a:pt x="930" y="235"/>
                  </a:cubicBezTo>
                  <a:cubicBezTo>
                    <a:pt x="927" y="235"/>
                    <a:pt x="924" y="236"/>
                    <a:pt x="921" y="236"/>
                  </a:cubicBezTo>
                  <a:cubicBezTo>
                    <a:pt x="903" y="237"/>
                    <a:pt x="903" y="237"/>
                    <a:pt x="903" y="237"/>
                  </a:cubicBezTo>
                  <a:cubicBezTo>
                    <a:pt x="900" y="251"/>
                    <a:pt x="900" y="251"/>
                    <a:pt x="900" y="251"/>
                  </a:cubicBezTo>
                  <a:cubicBezTo>
                    <a:pt x="902" y="250"/>
                    <a:pt x="902" y="250"/>
                    <a:pt x="902" y="250"/>
                  </a:cubicBezTo>
                  <a:cubicBezTo>
                    <a:pt x="910" y="241"/>
                    <a:pt x="913" y="239"/>
                    <a:pt x="922" y="248"/>
                  </a:cubicBezTo>
                  <a:cubicBezTo>
                    <a:pt x="922" y="251"/>
                    <a:pt x="921" y="255"/>
                    <a:pt x="921" y="258"/>
                  </a:cubicBezTo>
                  <a:cubicBezTo>
                    <a:pt x="908" y="267"/>
                    <a:pt x="908" y="267"/>
                    <a:pt x="908" y="267"/>
                  </a:cubicBezTo>
                  <a:cubicBezTo>
                    <a:pt x="912" y="296"/>
                    <a:pt x="912" y="296"/>
                    <a:pt x="912" y="296"/>
                  </a:cubicBezTo>
                  <a:cubicBezTo>
                    <a:pt x="915" y="296"/>
                    <a:pt x="919" y="296"/>
                    <a:pt x="922" y="295"/>
                  </a:cubicBezTo>
                  <a:cubicBezTo>
                    <a:pt x="929" y="295"/>
                    <a:pt x="936" y="295"/>
                    <a:pt x="943" y="294"/>
                  </a:cubicBezTo>
                  <a:cubicBezTo>
                    <a:pt x="952" y="294"/>
                    <a:pt x="960" y="293"/>
                    <a:pt x="969" y="292"/>
                  </a:cubicBezTo>
                  <a:cubicBezTo>
                    <a:pt x="970" y="295"/>
                    <a:pt x="970" y="297"/>
                    <a:pt x="971" y="300"/>
                  </a:cubicBezTo>
                  <a:cubicBezTo>
                    <a:pt x="943" y="294"/>
                    <a:pt x="943" y="294"/>
                    <a:pt x="943" y="294"/>
                  </a:cubicBezTo>
                  <a:cubicBezTo>
                    <a:pt x="936" y="295"/>
                    <a:pt x="929" y="295"/>
                    <a:pt x="922" y="295"/>
                  </a:cubicBezTo>
                  <a:cubicBezTo>
                    <a:pt x="941" y="332"/>
                    <a:pt x="941" y="332"/>
                    <a:pt x="941" y="332"/>
                  </a:cubicBezTo>
                  <a:cubicBezTo>
                    <a:pt x="917" y="326"/>
                    <a:pt x="917" y="326"/>
                    <a:pt x="917" y="326"/>
                  </a:cubicBezTo>
                  <a:cubicBezTo>
                    <a:pt x="911" y="367"/>
                    <a:pt x="911" y="367"/>
                    <a:pt x="911" y="367"/>
                  </a:cubicBezTo>
                  <a:cubicBezTo>
                    <a:pt x="881" y="368"/>
                    <a:pt x="881" y="368"/>
                    <a:pt x="881" y="368"/>
                  </a:cubicBezTo>
                  <a:cubicBezTo>
                    <a:pt x="879" y="368"/>
                    <a:pt x="878" y="368"/>
                    <a:pt x="876" y="368"/>
                  </a:cubicBezTo>
                  <a:cubicBezTo>
                    <a:pt x="859" y="376"/>
                    <a:pt x="859" y="376"/>
                    <a:pt x="859" y="376"/>
                  </a:cubicBezTo>
                  <a:cubicBezTo>
                    <a:pt x="857" y="376"/>
                    <a:pt x="855" y="376"/>
                    <a:pt x="853" y="377"/>
                  </a:cubicBezTo>
                  <a:cubicBezTo>
                    <a:pt x="829" y="369"/>
                    <a:pt x="829" y="369"/>
                    <a:pt x="829" y="369"/>
                  </a:cubicBezTo>
                  <a:cubicBezTo>
                    <a:pt x="827" y="369"/>
                    <a:pt x="825" y="369"/>
                    <a:pt x="823" y="369"/>
                  </a:cubicBezTo>
                  <a:cubicBezTo>
                    <a:pt x="823" y="363"/>
                    <a:pt x="823" y="358"/>
                    <a:pt x="823" y="353"/>
                  </a:cubicBezTo>
                  <a:cubicBezTo>
                    <a:pt x="823" y="347"/>
                    <a:pt x="823" y="342"/>
                    <a:pt x="823" y="337"/>
                  </a:cubicBezTo>
                  <a:cubicBezTo>
                    <a:pt x="812" y="345"/>
                    <a:pt x="812" y="345"/>
                    <a:pt x="812" y="345"/>
                  </a:cubicBezTo>
                  <a:cubicBezTo>
                    <a:pt x="812" y="347"/>
                    <a:pt x="812" y="350"/>
                    <a:pt x="812" y="353"/>
                  </a:cubicBezTo>
                  <a:cubicBezTo>
                    <a:pt x="812" y="355"/>
                    <a:pt x="812" y="357"/>
                    <a:pt x="812" y="361"/>
                  </a:cubicBezTo>
                  <a:cubicBezTo>
                    <a:pt x="812" y="366"/>
                    <a:pt x="812" y="371"/>
                    <a:pt x="812" y="377"/>
                  </a:cubicBezTo>
                  <a:cubicBezTo>
                    <a:pt x="789" y="377"/>
                    <a:pt x="789" y="377"/>
                    <a:pt x="789" y="377"/>
                  </a:cubicBezTo>
                  <a:cubicBezTo>
                    <a:pt x="782" y="393"/>
                    <a:pt x="782" y="393"/>
                    <a:pt x="782" y="393"/>
                  </a:cubicBezTo>
                  <a:cubicBezTo>
                    <a:pt x="800" y="385"/>
                    <a:pt x="800" y="385"/>
                    <a:pt x="800" y="385"/>
                  </a:cubicBezTo>
                  <a:cubicBezTo>
                    <a:pt x="782" y="393"/>
                    <a:pt x="782" y="393"/>
                    <a:pt x="782" y="393"/>
                  </a:cubicBezTo>
                  <a:cubicBezTo>
                    <a:pt x="778" y="393"/>
                    <a:pt x="774" y="393"/>
                    <a:pt x="770" y="392"/>
                  </a:cubicBezTo>
                  <a:cubicBezTo>
                    <a:pt x="770" y="398"/>
                    <a:pt x="769" y="403"/>
                    <a:pt x="769" y="409"/>
                  </a:cubicBezTo>
                  <a:cubicBezTo>
                    <a:pt x="782" y="412"/>
                    <a:pt x="782" y="412"/>
                    <a:pt x="782" y="412"/>
                  </a:cubicBezTo>
                  <a:cubicBezTo>
                    <a:pt x="769" y="409"/>
                    <a:pt x="769" y="409"/>
                    <a:pt x="769" y="409"/>
                  </a:cubicBezTo>
                  <a:cubicBezTo>
                    <a:pt x="763" y="409"/>
                    <a:pt x="757" y="408"/>
                    <a:pt x="751" y="408"/>
                  </a:cubicBezTo>
                  <a:cubicBezTo>
                    <a:pt x="745" y="418"/>
                    <a:pt x="745" y="418"/>
                    <a:pt x="745" y="418"/>
                  </a:cubicBezTo>
                  <a:cubicBezTo>
                    <a:pt x="737" y="425"/>
                    <a:pt x="737" y="425"/>
                    <a:pt x="737" y="425"/>
                  </a:cubicBezTo>
                  <a:cubicBezTo>
                    <a:pt x="718" y="432"/>
                    <a:pt x="718" y="432"/>
                    <a:pt x="718" y="432"/>
                  </a:cubicBezTo>
                  <a:cubicBezTo>
                    <a:pt x="687" y="431"/>
                    <a:pt x="687" y="431"/>
                    <a:pt x="687" y="431"/>
                  </a:cubicBezTo>
                  <a:cubicBezTo>
                    <a:pt x="691" y="448"/>
                    <a:pt x="691" y="448"/>
                    <a:pt x="691" y="448"/>
                  </a:cubicBezTo>
                  <a:cubicBezTo>
                    <a:pt x="695" y="448"/>
                    <a:pt x="700" y="448"/>
                    <a:pt x="704" y="448"/>
                  </a:cubicBezTo>
                  <a:cubicBezTo>
                    <a:pt x="705" y="450"/>
                    <a:pt x="705" y="450"/>
                    <a:pt x="705" y="450"/>
                  </a:cubicBezTo>
                  <a:cubicBezTo>
                    <a:pt x="721" y="472"/>
                    <a:pt x="722" y="480"/>
                    <a:pt x="722" y="486"/>
                  </a:cubicBezTo>
                  <a:cubicBezTo>
                    <a:pt x="722" y="484"/>
                    <a:pt x="722" y="482"/>
                    <a:pt x="722" y="481"/>
                  </a:cubicBezTo>
                  <a:cubicBezTo>
                    <a:pt x="720" y="474"/>
                    <a:pt x="717" y="467"/>
                    <a:pt x="705" y="450"/>
                  </a:cubicBezTo>
                  <a:cubicBezTo>
                    <a:pt x="708" y="458"/>
                    <a:pt x="711" y="467"/>
                    <a:pt x="713" y="475"/>
                  </a:cubicBezTo>
                  <a:cubicBezTo>
                    <a:pt x="713" y="481"/>
                    <a:pt x="712" y="486"/>
                    <a:pt x="712" y="492"/>
                  </a:cubicBezTo>
                  <a:cubicBezTo>
                    <a:pt x="711" y="495"/>
                    <a:pt x="711" y="498"/>
                    <a:pt x="711" y="501"/>
                  </a:cubicBezTo>
                  <a:cubicBezTo>
                    <a:pt x="687" y="500"/>
                    <a:pt x="663" y="499"/>
                    <a:pt x="640" y="497"/>
                  </a:cubicBezTo>
                  <a:cubicBezTo>
                    <a:pt x="627" y="562"/>
                    <a:pt x="627" y="562"/>
                    <a:pt x="629" y="567"/>
                  </a:cubicBezTo>
                  <a:cubicBezTo>
                    <a:pt x="629" y="570"/>
                    <a:pt x="628" y="573"/>
                    <a:pt x="628" y="576"/>
                  </a:cubicBezTo>
                  <a:cubicBezTo>
                    <a:pt x="642" y="576"/>
                    <a:pt x="642" y="576"/>
                    <a:pt x="642" y="576"/>
                  </a:cubicBezTo>
                  <a:cubicBezTo>
                    <a:pt x="647" y="581"/>
                    <a:pt x="647" y="581"/>
                    <a:pt x="647" y="581"/>
                  </a:cubicBezTo>
                  <a:cubicBezTo>
                    <a:pt x="664" y="582"/>
                    <a:pt x="681" y="583"/>
                    <a:pt x="699" y="584"/>
                  </a:cubicBezTo>
                  <a:cubicBezTo>
                    <a:pt x="725" y="532"/>
                    <a:pt x="725" y="532"/>
                    <a:pt x="747" y="528"/>
                  </a:cubicBezTo>
                  <a:cubicBezTo>
                    <a:pt x="750" y="521"/>
                    <a:pt x="754" y="510"/>
                    <a:pt x="757" y="503"/>
                  </a:cubicBezTo>
                  <a:cubicBezTo>
                    <a:pt x="763" y="503"/>
                    <a:pt x="770" y="503"/>
                    <a:pt x="777" y="503"/>
                  </a:cubicBezTo>
                  <a:cubicBezTo>
                    <a:pt x="781" y="503"/>
                    <a:pt x="785" y="504"/>
                    <a:pt x="790" y="504"/>
                  </a:cubicBezTo>
                  <a:cubicBezTo>
                    <a:pt x="785" y="468"/>
                    <a:pt x="785" y="468"/>
                    <a:pt x="785" y="468"/>
                  </a:cubicBezTo>
                  <a:cubicBezTo>
                    <a:pt x="790" y="504"/>
                    <a:pt x="790" y="504"/>
                    <a:pt x="790" y="504"/>
                  </a:cubicBezTo>
                  <a:cubicBezTo>
                    <a:pt x="803" y="495"/>
                    <a:pt x="803" y="495"/>
                    <a:pt x="803" y="495"/>
                  </a:cubicBezTo>
                  <a:cubicBezTo>
                    <a:pt x="797" y="478"/>
                    <a:pt x="797" y="478"/>
                    <a:pt x="797" y="478"/>
                  </a:cubicBezTo>
                  <a:cubicBezTo>
                    <a:pt x="803" y="495"/>
                    <a:pt x="803" y="495"/>
                    <a:pt x="803" y="495"/>
                  </a:cubicBezTo>
                  <a:cubicBezTo>
                    <a:pt x="810" y="495"/>
                    <a:pt x="817" y="495"/>
                    <a:pt x="823" y="495"/>
                  </a:cubicBezTo>
                  <a:cubicBezTo>
                    <a:pt x="850" y="530"/>
                    <a:pt x="850" y="530"/>
                    <a:pt x="850" y="530"/>
                  </a:cubicBezTo>
                  <a:cubicBezTo>
                    <a:pt x="871" y="539"/>
                    <a:pt x="871" y="539"/>
                    <a:pt x="871" y="539"/>
                  </a:cubicBezTo>
                  <a:cubicBezTo>
                    <a:pt x="885" y="548"/>
                    <a:pt x="885" y="548"/>
                    <a:pt x="885" y="548"/>
                  </a:cubicBezTo>
                  <a:cubicBezTo>
                    <a:pt x="892" y="538"/>
                    <a:pt x="892" y="538"/>
                    <a:pt x="892" y="538"/>
                  </a:cubicBezTo>
                  <a:cubicBezTo>
                    <a:pt x="894" y="538"/>
                    <a:pt x="897" y="538"/>
                    <a:pt x="899" y="538"/>
                  </a:cubicBezTo>
                  <a:cubicBezTo>
                    <a:pt x="885" y="530"/>
                    <a:pt x="885" y="530"/>
                    <a:pt x="885" y="530"/>
                  </a:cubicBezTo>
                  <a:cubicBezTo>
                    <a:pt x="882" y="530"/>
                    <a:pt x="880" y="530"/>
                    <a:pt x="878" y="530"/>
                  </a:cubicBezTo>
                  <a:cubicBezTo>
                    <a:pt x="866" y="515"/>
                    <a:pt x="851" y="497"/>
                    <a:pt x="839" y="482"/>
                  </a:cubicBezTo>
                  <a:cubicBezTo>
                    <a:pt x="856" y="478"/>
                    <a:pt x="856" y="478"/>
                    <a:pt x="856" y="478"/>
                  </a:cubicBezTo>
                  <a:cubicBezTo>
                    <a:pt x="860" y="478"/>
                    <a:pt x="865" y="478"/>
                    <a:pt x="869" y="478"/>
                  </a:cubicBezTo>
                  <a:cubicBezTo>
                    <a:pt x="883" y="503"/>
                    <a:pt x="883" y="503"/>
                    <a:pt x="883" y="503"/>
                  </a:cubicBezTo>
                  <a:cubicBezTo>
                    <a:pt x="904" y="511"/>
                    <a:pt x="904" y="511"/>
                    <a:pt x="904" y="511"/>
                  </a:cubicBezTo>
                  <a:cubicBezTo>
                    <a:pt x="912" y="519"/>
                    <a:pt x="912" y="519"/>
                    <a:pt x="912" y="519"/>
                  </a:cubicBezTo>
                  <a:cubicBezTo>
                    <a:pt x="919" y="529"/>
                    <a:pt x="919" y="529"/>
                    <a:pt x="919" y="529"/>
                  </a:cubicBezTo>
                  <a:cubicBezTo>
                    <a:pt x="919" y="535"/>
                    <a:pt x="920" y="540"/>
                    <a:pt x="920" y="547"/>
                  </a:cubicBezTo>
                  <a:cubicBezTo>
                    <a:pt x="948" y="566"/>
                    <a:pt x="948" y="566"/>
                    <a:pt x="948" y="566"/>
                  </a:cubicBezTo>
                  <a:cubicBezTo>
                    <a:pt x="947" y="537"/>
                    <a:pt x="947" y="537"/>
                    <a:pt x="947" y="537"/>
                  </a:cubicBezTo>
                  <a:cubicBezTo>
                    <a:pt x="954" y="536"/>
                    <a:pt x="961" y="536"/>
                    <a:pt x="968" y="535"/>
                  </a:cubicBezTo>
                  <a:cubicBezTo>
                    <a:pt x="970" y="535"/>
                    <a:pt x="972" y="535"/>
                    <a:pt x="975" y="535"/>
                  </a:cubicBezTo>
                  <a:cubicBezTo>
                    <a:pt x="998" y="507"/>
                    <a:pt x="998" y="507"/>
                    <a:pt x="998" y="507"/>
                  </a:cubicBezTo>
                  <a:cubicBezTo>
                    <a:pt x="1008" y="480"/>
                    <a:pt x="1008" y="480"/>
                    <a:pt x="1008" y="480"/>
                  </a:cubicBezTo>
                  <a:cubicBezTo>
                    <a:pt x="1013" y="470"/>
                    <a:pt x="1013" y="470"/>
                    <a:pt x="1013" y="470"/>
                  </a:cubicBezTo>
                  <a:cubicBezTo>
                    <a:pt x="1024" y="461"/>
                    <a:pt x="1024" y="461"/>
                    <a:pt x="1024" y="461"/>
                  </a:cubicBezTo>
                  <a:cubicBezTo>
                    <a:pt x="1028" y="452"/>
                    <a:pt x="1028" y="452"/>
                    <a:pt x="1028" y="452"/>
                  </a:cubicBezTo>
                  <a:cubicBezTo>
                    <a:pt x="1024" y="461"/>
                    <a:pt x="1024" y="461"/>
                    <a:pt x="1024" y="461"/>
                  </a:cubicBezTo>
                  <a:cubicBezTo>
                    <a:pt x="1028" y="452"/>
                    <a:pt x="1028" y="452"/>
                    <a:pt x="1028" y="452"/>
                  </a:cubicBezTo>
                  <a:cubicBezTo>
                    <a:pt x="1043" y="459"/>
                    <a:pt x="1043" y="459"/>
                    <a:pt x="1043" y="459"/>
                  </a:cubicBezTo>
                  <a:cubicBezTo>
                    <a:pt x="1047" y="459"/>
                    <a:pt x="1052" y="458"/>
                    <a:pt x="1055" y="458"/>
                  </a:cubicBezTo>
                  <a:cubicBezTo>
                    <a:pt x="1058" y="458"/>
                    <a:pt x="1060" y="458"/>
                    <a:pt x="1062" y="458"/>
                  </a:cubicBezTo>
                  <a:cubicBezTo>
                    <a:pt x="1091" y="444"/>
                    <a:pt x="1091" y="444"/>
                    <a:pt x="1091" y="444"/>
                  </a:cubicBezTo>
                  <a:cubicBezTo>
                    <a:pt x="1092" y="480"/>
                    <a:pt x="1092" y="480"/>
                    <a:pt x="1092" y="480"/>
                  </a:cubicBezTo>
                  <a:cubicBezTo>
                    <a:pt x="1122" y="486"/>
                    <a:pt x="1122" y="486"/>
                    <a:pt x="1122" y="486"/>
                  </a:cubicBezTo>
                  <a:cubicBezTo>
                    <a:pt x="1137" y="487"/>
                    <a:pt x="1159" y="489"/>
                    <a:pt x="1175" y="489"/>
                  </a:cubicBezTo>
                  <a:cubicBezTo>
                    <a:pt x="1159" y="489"/>
                    <a:pt x="1137" y="487"/>
                    <a:pt x="1122" y="486"/>
                  </a:cubicBezTo>
                  <a:cubicBezTo>
                    <a:pt x="1138" y="503"/>
                    <a:pt x="1138" y="503"/>
                    <a:pt x="1138" y="503"/>
                  </a:cubicBezTo>
                  <a:cubicBezTo>
                    <a:pt x="1137" y="519"/>
                    <a:pt x="1137" y="519"/>
                    <a:pt x="1137" y="519"/>
                  </a:cubicBezTo>
                  <a:cubicBezTo>
                    <a:pt x="1106" y="524"/>
                    <a:pt x="1075" y="527"/>
                    <a:pt x="1043" y="530"/>
                  </a:cubicBezTo>
                  <a:cubicBezTo>
                    <a:pt x="1003" y="542"/>
                    <a:pt x="1003" y="542"/>
                    <a:pt x="1003" y="542"/>
                  </a:cubicBezTo>
                  <a:cubicBezTo>
                    <a:pt x="1008" y="531"/>
                    <a:pt x="1008" y="531"/>
                    <a:pt x="1008" y="531"/>
                  </a:cubicBezTo>
                  <a:cubicBezTo>
                    <a:pt x="998" y="507"/>
                    <a:pt x="998" y="507"/>
                    <a:pt x="998" y="507"/>
                  </a:cubicBezTo>
                  <a:cubicBezTo>
                    <a:pt x="975" y="535"/>
                    <a:pt x="975" y="535"/>
                    <a:pt x="975" y="535"/>
                  </a:cubicBezTo>
                  <a:cubicBezTo>
                    <a:pt x="979" y="535"/>
                    <a:pt x="984" y="534"/>
                    <a:pt x="988" y="534"/>
                  </a:cubicBezTo>
                  <a:cubicBezTo>
                    <a:pt x="999" y="560"/>
                    <a:pt x="999" y="560"/>
                    <a:pt x="999" y="560"/>
                  </a:cubicBezTo>
                  <a:cubicBezTo>
                    <a:pt x="1008" y="578"/>
                    <a:pt x="1008" y="578"/>
                    <a:pt x="1008" y="578"/>
                  </a:cubicBezTo>
                  <a:cubicBezTo>
                    <a:pt x="1011" y="581"/>
                    <a:pt x="1011" y="581"/>
                    <a:pt x="1011" y="581"/>
                  </a:cubicBezTo>
                  <a:cubicBezTo>
                    <a:pt x="1008" y="578"/>
                    <a:pt x="1008" y="578"/>
                    <a:pt x="1008" y="578"/>
                  </a:cubicBezTo>
                  <a:cubicBezTo>
                    <a:pt x="1011" y="581"/>
                    <a:pt x="1011" y="581"/>
                    <a:pt x="1011" y="581"/>
                  </a:cubicBezTo>
                  <a:cubicBezTo>
                    <a:pt x="1057" y="578"/>
                    <a:pt x="1103" y="573"/>
                    <a:pt x="1148" y="568"/>
                  </a:cubicBezTo>
                  <a:cubicBezTo>
                    <a:pt x="1166" y="565"/>
                    <a:pt x="1183" y="562"/>
                    <a:pt x="1200" y="560"/>
                  </a:cubicBezTo>
                  <a:cubicBezTo>
                    <a:pt x="1199" y="555"/>
                    <a:pt x="1199" y="551"/>
                    <a:pt x="1197" y="547"/>
                  </a:cubicBezTo>
                  <a:cubicBezTo>
                    <a:pt x="1193" y="548"/>
                    <a:pt x="1189" y="549"/>
                    <a:pt x="1184" y="549"/>
                  </a:cubicBezTo>
                  <a:cubicBezTo>
                    <a:pt x="1189" y="549"/>
                    <a:pt x="1193" y="548"/>
                    <a:pt x="1197" y="547"/>
                  </a:cubicBezTo>
                  <a:cubicBezTo>
                    <a:pt x="1199" y="551"/>
                    <a:pt x="1199" y="555"/>
                    <a:pt x="1200" y="560"/>
                  </a:cubicBezTo>
                  <a:cubicBezTo>
                    <a:pt x="1212" y="558"/>
                    <a:pt x="1225" y="555"/>
                    <a:pt x="1236" y="553"/>
                  </a:cubicBezTo>
                  <a:cubicBezTo>
                    <a:pt x="1225" y="547"/>
                    <a:pt x="1223" y="527"/>
                    <a:pt x="1219" y="515"/>
                  </a:cubicBezTo>
                  <a:cubicBezTo>
                    <a:pt x="1184" y="477"/>
                    <a:pt x="1184" y="477"/>
                    <a:pt x="1184" y="477"/>
                  </a:cubicBezTo>
                  <a:cubicBezTo>
                    <a:pt x="1181" y="468"/>
                    <a:pt x="1178" y="459"/>
                    <a:pt x="1175" y="451"/>
                  </a:cubicBezTo>
                  <a:cubicBezTo>
                    <a:pt x="1188" y="443"/>
                    <a:pt x="1206" y="433"/>
                    <a:pt x="1219" y="425"/>
                  </a:cubicBezTo>
                  <a:cubicBezTo>
                    <a:pt x="1228" y="431"/>
                    <a:pt x="1228" y="431"/>
                    <a:pt x="1228" y="431"/>
                  </a:cubicBezTo>
                  <a:cubicBezTo>
                    <a:pt x="1219" y="425"/>
                    <a:pt x="1219" y="425"/>
                    <a:pt x="1219" y="425"/>
                  </a:cubicBezTo>
                  <a:cubicBezTo>
                    <a:pt x="1221" y="430"/>
                    <a:pt x="1223" y="435"/>
                    <a:pt x="1225" y="440"/>
                  </a:cubicBezTo>
                  <a:cubicBezTo>
                    <a:pt x="1225" y="440"/>
                    <a:pt x="1226" y="441"/>
                    <a:pt x="1226" y="442"/>
                  </a:cubicBezTo>
                  <a:cubicBezTo>
                    <a:pt x="1219" y="446"/>
                    <a:pt x="1219" y="446"/>
                    <a:pt x="1219" y="446"/>
                  </a:cubicBezTo>
                  <a:cubicBezTo>
                    <a:pt x="1218" y="447"/>
                    <a:pt x="1215" y="450"/>
                    <a:pt x="1214" y="452"/>
                  </a:cubicBezTo>
                  <a:cubicBezTo>
                    <a:pt x="1215" y="456"/>
                    <a:pt x="1215" y="456"/>
                    <a:pt x="1221" y="477"/>
                  </a:cubicBezTo>
                  <a:cubicBezTo>
                    <a:pt x="1228" y="479"/>
                    <a:pt x="1235" y="482"/>
                    <a:pt x="1241" y="484"/>
                  </a:cubicBezTo>
                  <a:cubicBezTo>
                    <a:pt x="1220" y="455"/>
                    <a:pt x="1220" y="455"/>
                    <a:pt x="1220" y="455"/>
                  </a:cubicBezTo>
                  <a:cubicBezTo>
                    <a:pt x="1241" y="484"/>
                    <a:pt x="1241" y="484"/>
                    <a:pt x="1241" y="484"/>
                  </a:cubicBezTo>
                  <a:cubicBezTo>
                    <a:pt x="1243" y="484"/>
                    <a:pt x="1245" y="483"/>
                    <a:pt x="1247" y="483"/>
                  </a:cubicBezTo>
                  <a:cubicBezTo>
                    <a:pt x="1249" y="482"/>
                    <a:pt x="1251" y="482"/>
                    <a:pt x="1252" y="481"/>
                  </a:cubicBezTo>
                  <a:cubicBezTo>
                    <a:pt x="1261" y="489"/>
                    <a:pt x="1261" y="489"/>
                    <a:pt x="1261" y="489"/>
                  </a:cubicBezTo>
                  <a:cubicBezTo>
                    <a:pt x="1252" y="481"/>
                    <a:pt x="1252" y="481"/>
                    <a:pt x="1252" y="481"/>
                  </a:cubicBezTo>
                  <a:cubicBezTo>
                    <a:pt x="1261" y="489"/>
                    <a:pt x="1261" y="489"/>
                    <a:pt x="1261" y="489"/>
                  </a:cubicBezTo>
                  <a:cubicBezTo>
                    <a:pt x="1267" y="488"/>
                    <a:pt x="1272" y="486"/>
                    <a:pt x="1278" y="486"/>
                  </a:cubicBezTo>
                  <a:cubicBezTo>
                    <a:pt x="1272" y="486"/>
                    <a:pt x="1267" y="488"/>
                    <a:pt x="1261" y="489"/>
                  </a:cubicBezTo>
                  <a:cubicBezTo>
                    <a:pt x="1252" y="481"/>
                    <a:pt x="1252" y="481"/>
                    <a:pt x="1252" y="481"/>
                  </a:cubicBezTo>
                  <a:cubicBezTo>
                    <a:pt x="1251" y="482"/>
                    <a:pt x="1249" y="482"/>
                    <a:pt x="1247" y="483"/>
                  </a:cubicBezTo>
                  <a:cubicBezTo>
                    <a:pt x="1259" y="498"/>
                    <a:pt x="1259" y="498"/>
                    <a:pt x="1259" y="498"/>
                  </a:cubicBezTo>
                  <a:cubicBezTo>
                    <a:pt x="1247" y="501"/>
                    <a:pt x="1247" y="501"/>
                    <a:pt x="1247" y="501"/>
                  </a:cubicBezTo>
                  <a:cubicBezTo>
                    <a:pt x="1269" y="547"/>
                    <a:pt x="1269" y="547"/>
                    <a:pt x="1269" y="547"/>
                  </a:cubicBezTo>
                  <a:cubicBezTo>
                    <a:pt x="1270" y="547"/>
                    <a:pt x="1272" y="546"/>
                    <a:pt x="1274" y="546"/>
                  </a:cubicBezTo>
                  <a:cubicBezTo>
                    <a:pt x="1271" y="536"/>
                    <a:pt x="1268" y="526"/>
                    <a:pt x="1264" y="516"/>
                  </a:cubicBezTo>
                  <a:cubicBezTo>
                    <a:pt x="1263" y="513"/>
                    <a:pt x="1262" y="510"/>
                    <a:pt x="1261" y="507"/>
                  </a:cubicBezTo>
                  <a:cubicBezTo>
                    <a:pt x="1262" y="510"/>
                    <a:pt x="1263" y="513"/>
                    <a:pt x="1264" y="516"/>
                  </a:cubicBezTo>
                  <a:cubicBezTo>
                    <a:pt x="1263" y="513"/>
                    <a:pt x="1262" y="510"/>
                    <a:pt x="1261" y="507"/>
                  </a:cubicBezTo>
                  <a:cubicBezTo>
                    <a:pt x="1262" y="510"/>
                    <a:pt x="1263" y="513"/>
                    <a:pt x="1264" y="516"/>
                  </a:cubicBezTo>
                  <a:cubicBezTo>
                    <a:pt x="1268" y="526"/>
                    <a:pt x="1271" y="536"/>
                    <a:pt x="1274" y="546"/>
                  </a:cubicBezTo>
                  <a:cubicBezTo>
                    <a:pt x="1290" y="542"/>
                    <a:pt x="1305" y="539"/>
                    <a:pt x="1319" y="535"/>
                  </a:cubicBezTo>
                  <a:cubicBezTo>
                    <a:pt x="1310" y="507"/>
                    <a:pt x="1299" y="479"/>
                    <a:pt x="1288" y="452"/>
                  </a:cubicBezTo>
                  <a:cubicBezTo>
                    <a:pt x="1279" y="459"/>
                    <a:pt x="1279" y="459"/>
                    <a:pt x="1279" y="459"/>
                  </a:cubicBezTo>
                  <a:cubicBezTo>
                    <a:pt x="1269" y="423"/>
                    <a:pt x="1269" y="423"/>
                    <a:pt x="1269" y="423"/>
                  </a:cubicBezTo>
                  <a:cubicBezTo>
                    <a:pt x="1255" y="455"/>
                    <a:pt x="1255" y="455"/>
                    <a:pt x="1255" y="455"/>
                  </a:cubicBezTo>
                  <a:cubicBezTo>
                    <a:pt x="1269" y="423"/>
                    <a:pt x="1269" y="423"/>
                    <a:pt x="1269" y="423"/>
                  </a:cubicBezTo>
                  <a:cubicBezTo>
                    <a:pt x="1273" y="419"/>
                    <a:pt x="1273" y="419"/>
                    <a:pt x="1273" y="419"/>
                  </a:cubicBezTo>
                  <a:moveTo>
                    <a:pt x="627" y="168"/>
                  </a:moveTo>
                  <a:cubicBezTo>
                    <a:pt x="638" y="177"/>
                    <a:pt x="638" y="177"/>
                    <a:pt x="638" y="177"/>
                  </a:cubicBezTo>
                  <a:cubicBezTo>
                    <a:pt x="641" y="164"/>
                    <a:pt x="641" y="164"/>
                    <a:pt x="641" y="164"/>
                  </a:cubicBezTo>
                  <a:cubicBezTo>
                    <a:pt x="627" y="168"/>
                    <a:pt x="627" y="168"/>
                    <a:pt x="627" y="168"/>
                  </a:cubicBezTo>
                  <a:moveTo>
                    <a:pt x="1074" y="139"/>
                  </a:moveTo>
                  <a:cubicBezTo>
                    <a:pt x="1073" y="137"/>
                    <a:pt x="1070" y="135"/>
                    <a:pt x="1069" y="133"/>
                  </a:cubicBezTo>
                  <a:cubicBezTo>
                    <a:pt x="1071" y="139"/>
                    <a:pt x="1071" y="139"/>
                    <a:pt x="1071" y="139"/>
                  </a:cubicBezTo>
                  <a:cubicBezTo>
                    <a:pt x="1072" y="139"/>
                    <a:pt x="1073" y="139"/>
                    <a:pt x="1074" y="139"/>
                  </a:cubicBezTo>
                  <a:moveTo>
                    <a:pt x="1069" y="133"/>
                  </a:moveTo>
                  <a:cubicBezTo>
                    <a:pt x="1072" y="125"/>
                    <a:pt x="1072" y="125"/>
                    <a:pt x="1072" y="125"/>
                  </a:cubicBezTo>
                  <a:cubicBezTo>
                    <a:pt x="1058" y="121"/>
                    <a:pt x="1058" y="121"/>
                    <a:pt x="1058" y="121"/>
                  </a:cubicBezTo>
                  <a:cubicBezTo>
                    <a:pt x="1061" y="127"/>
                    <a:pt x="1061" y="127"/>
                    <a:pt x="1061" y="127"/>
                  </a:cubicBezTo>
                  <a:cubicBezTo>
                    <a:pt x="1063" y="134"/>
                    <a:pt x="1063" y="134"/>
                    <a:pt x="1063" y="134"/>
                  </a:cubicBezTo>
                  <a:cubicBezTo>
                    <a:pt x="1059" y="142"/>
                    <a:pt x="1059" y="142"/>
                    <a:pt x="1059" y="142"/>
                  </a:cubicBezTo>
                  <a:cubicBezTo>
                    <a:pt x="1055" y="150"/>
                    <a:pt x="1055" y="150"/>
                    <a:pt x="1055" y="150"/>
                  </a:cubicBezTo>
                  <a:cubicBezTo>
                    <a:pt x="1063" y="161"/>
                    <a:pt x="1063" y="161"/>
                    <a:pt x="1063" y="161"/>
                  </a:cubicBezTo>
                  <a:cubicBezTo>
                    <a:pt x="1082" y="166"/>
                    <a:pt x="1082" y="166"/>
                    <a:pt x="1082" y="166"/>
                  </a:cubicBezTo>
                  <a:cubicBezTo>
                    <a:pt x="1065" y="153"/>
                    <a:pt x="1065" y="153"/>
                    <a:pt x="1065" y="153"/>
                  </a:cubicBezTo>
                  <a:cubicBezTo>
                    <a:pt x="1082" y="166"/>
                    <a:pt x="1082" y="166"/>
                    <a:pt x="1082" y="166"/>
                  </a:cubicBezTo>
                  <a:cubicBezTo>
                    <a:pt x="1092" y="163"/>
                    <a:pt x="1092" y="163"/>
                    <a:pt x="1092" y="163"/>
                  </a:cubicBezTo>
                  <a:cubicBezTo>
                    <a:pt x="1078" y="152"/>
                    <a:pt x="1078" y="152"/>
                    <a:pt x="1078" y="152"/>
                  </a:cubicBezTo>
                  <a:cubicBezTo>
                    <a:pt x="1076" y="150"/>
                    <a:pt x="1075" y="148"/>
                    <a:pt x="1073" y="146"/>
                  </a:cubicBezTo>
                  <a:cubicBezTo>
                    <a:pt x="1071" y="139"/>
                    <a:pt x="1071" y="139"/>
                    <a:pt x="1071" y="139"/>
                  </a:cubicBezTo>
                  <a:cubicBezTo>
                    <a:pt x="1069" y="133"/>
                    <a:pt x="1069" y="133"/>
                    <a:pt x="1069" y="133"/>
                  </a:cubicBezTo>
                  <a:moveTo>
                    <a:pt x="1061" y="127"/>
                  </a:moveTo>
                  <a:cubicBezTo>
                    <a:pt x="1063" y="134"/>
                    <a:pt x="1063" y="134"/>
                    <a:pt x="1063" y="134"/>
                  </a:cubicBezTo>
                  <a:cubicBezTo>
                    <a:pt x="1061" y="127"/>
                    <a:pt x="1061" y="127"/>
                    <a:pt x="1061" y="127"/>
                  </a:cubicBezTo>
                  <a:moveTo>
                    <a:pt x="1061" y="127"/>
                  </a:moveTo>
                  <a:cubicBezTo>
                    <a:pt x="1058" y="121"/>
                    <a:pt x="1058" y="121"/>
                    <a:pt x="1058" y="121"/>
                  </a:cubicBezTo>
                  <a:cubicBezTo>
                    <a:pt x="1061" y="127"/>
                    <a:pt x="1061" y="127"/>
                    <a:pt x="1061" y="127"/>
                  </a:cubicBezTo>
                  <a:moveTo>
                    <a:pt x="1074" y="123"/>
                  </a:moveTo>
                  <a:cubicBezTo>
                    <a:pt x="1071" y="120"/>
                    <a:pt x="1067" y="117"/>
                    <a:pt x="1065" y="114"/>
                  </a:cubicBezTo>
                  <a:cubicBezTo>
                    <a:pt x="1058" y="121"/>
                    <a:pt x="1058" y="121"/>
                    <a:pt x="1058" y="121"/>
                  </a:cubicBezTo>
                  <a:cubicBezTo>
                    <a:pt x="1072" y="125"/>
                    <a:pt x="1072" y="125"/>
                    <a:pt x="1072" y="125"/>
                  </a:cubicBezTo>
                  <a:cubicBezTo>
                    <a:pt x="1074" y="123"/>
                    <a:pt x="1074" y="123"/>
                    <a:pt x="1074" y="123"/>
                  </a:cubicBezTo>
                  <a:moveTo>
                    <a:pt x="877" y="125"/>
                  </a:moveTo>
                  <a:cubicBezTo>
                    <a:pt x="882" y="125"/>
                    <a:pt x="888" y="125"/>
                    <a:pt x="893" y="124"/>
                  </a:cubicBezTo>
                  <a:cubicBezTo>
                    <a:pt x="891" y="121"/>
                    <a:pt x="890" y="119"/>
                    <a:pt x="887" y="115"/>
                  </a:cubicBezTo>
                  <a:cubicBezTo>
                    <a:pt x="887" y="115"/>
                    <a:pt x="886" y="114"/>
                    <a:pt x="886" y="113"/>
                  </a:cubicBezTo>
                  <a:cubicBezTo>
                    <a:pt x="885" y="112"/>
                    <a:pt x="885" y="112"/>
                    <a:pt x="884" y="112"/>
                  </a:cubicBezTo>
                  <a:cubicBezTo>
                    <a:pt x="876" y="113"/>
                    <a:pt x="876" y="113"/>
                    <a:pt x="874" y="113"/>
                  </a:cubicBezTo>
                  <a:cubicBezTo>
                    <a:pt x="875" y="117"/>
                    <a:pt x="876" y="121"/>
                    <a:pt x="877" y="125"/>
                  </a:cubicBezTo>
                  <a:moveTo>
                    <a:pt x="866" y="119"/>
                  </a:moveTo>
                  <a:cubicBezTo>
                    <a:pt x="868" y="113"/>
                    <a:pt x="868" y="113"/>
                    <a:pt x="868" y="113"/>
                  </a:cubicBezTo>
                  <a:cubicBezTo>
                    <a:pt x="866" y="119"/>
                    <a:pt x="866" y="119"/>
                    <a:pt x="866" y="119"/>
                  </a:cubicBezTo>
                  <a:cubicBezTo>
                    <a:pt x="868" y="113"/>
                    <a:pt x="868" y="113"/>
                    <a:pt x="868" y="113"/>
                  </a:cubicBezTo>
                  <a:cubicBezTo>
                    <a:pt x="858" y="108"/>
                    <a:pt x="858" y="108"/>
                    <a:pt x="858" y="108"/>
                  </a:cubicBezTo>
                  <a:cubicBezTo>
                    <a:pt x="856" y="114"/>
                    <a:pt x="856" y="114"/>
                    <a:pt x="856" y="114"/>
                  </a:cubicBezTo>
                  <a:cubicBezTo>
                    <a:pt x="858" y="108"/>
                    <a:pt x="858" y="108"/>
                    <a:pt x="858" y="108"/>
                  </a:cubicBezTo>
                  <a:cubicBezTo>
                    <a:pt x="857" y="106"/>
                    <a:pt x="857" y="104"/>
                    <a:pt x="857" y="102"/>
                  </a:cubicBezTo>
                  <a:cubicBezTo>
                    <a:pt x="855" y="102"/>
                    <a:pt x="853" y="102"/>
                    <a:pt x="851" y="102"/>
                  </a:cubicBezTo>
                  <a:cubicBezTo>
                    <a:pt x="834" y="114"/>
                    <a:pt x="834" y="114"/>
                    <a:pt x="834" y="114"/>
                  </a:cubicBezTo>
                  <a:cubicBezTo>
                    <a:pt x="840" y="120"/>
                    <a:pt x="840" y="120"/>
                    <a:pt x="840" y="120"/>
                  </a:cubicBezTo>
                  <a:cubicBezTo>
                    <a:pt x="849" y="114"/>
                    <a:pt x="849" y="114"/>
                    <a:pt x="849" y="114"/>
                  </a:cubicBezTo>
                  <a:cubicBezTo>
                    <a:pt x="851" y="114"/>
                    <a:pt x="853" y="114"/>
                    <a:pt x="856" y="114"/>
                  </a:cubicBezTo>
                  <a:cubicBezTo>
                    <a:pt x="853" y="114"/>
                    <a:pt x="851" y="114"/>
                    <a:pt x="849" y="114"/>
                  </a:cubicBezTo>
                  <a:cubicBezTo>
                    <a:pt x="847" y="126"/>
                    <a:pt x="847" y="126"/>
                    <a:pt x="847" y="126"/>
                  </a:cubicBezTo>
                  <a:cubicBezTo>
                    <a:pt x="851" y="132"/>
                    <a:pt x="851" y="132"/>
                    <a:pt x="851" y="132"/>
                  </a:cubicBezTo>
                  <a:cubicBezTo>
                    <a:pt x="852" y="132"/>
                    <a:pt x="853" y="132"/>
                    <a:pt x="855" y="132"/>
                  </a:cubicBezTo>
                  <a:cubicBezTo>
                    <a:pt x="861" y="131"/>
                    <a:pt x="861" y="131"/>
                    <a:pt x="861" y="131"/>
                  </a:cubicBezTo>
                  <a:cubicBezTo>
                    <a:pt x="863" y="119"/>
                    <a:pt x="863" y="119"/>
                    <a:pt x="863" y="119"/>
                  </a:cubicBezTo>
                  <a:cubicBezTo>
                    <a:pt x="864" y="119"/>
                    <a:pt x="865" y="119"/>
                    <a:pt x="866" y="119"/>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6"/>
                  </a:moveTo>
                  <a:cubicBezTo>
                    <a:pt x="879" y="106"/>
                    <a:pt x="879" y="106"/>
                    <a:pt x="879" y="106"/>
                  </a:cubicBezTo>
                  <a:cubicBezTo>
                    <a:pt x="879" y="106"/>
                    <a:pt x="879" y="106"/>
                    <a:pt x="879" y="106"/>
                  </a:cubicBezTo>
                  <a:moveTo>
                    <a:pt x="879" y="104"/>
                  </a:moveTo>
                  <a:cubicBezTo>
                    <a:pt x="879" y="104"/>
                    <a:pt x="879" y="104"/>
                    <a:pt x="879" y="104"/>
                  </a:cubicBezTo>
                  <a:cubicBezTo>
                    <a:pt x="878" y="105"/>
                    <a:pt x="879" y="105"/>
                    <a:pt x="879" y="106"/>
                  </a:cubicBezTo>
                  <a:cubicBezTo>
                    <a:pt x="879" y="106"/>
                    <a:pt x="878" y="105"/>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79" y="104"/>
                  </a:moveTo>
                  <a:cubicBezTo>
                    <a:pt x="879" y="104"/>
                    <a:pt x="879" y="104"/>
                    <a:pt x="879" y="104"/>
                  </a:cubicBezTo>
                  <a:cubicBezTo>
                    <a:pt x="879" y="104"/>
                    <a:pt x="879" y="104"/>
                    <a:pt x="879" y="104"/>
                  </a:cubicBezTo>
                  <a:moveTo>
                    <a:pt x="897" y="106"/>
                  </a:moveTo>
                  <a:cubicBezTo>
                    <a:pt x="896" y="95"/>
                    <a:pt x="896" y="95"/>
                    <a:pt x="896" y="95"/>
                  </a:cubicBezTo>
                  <a:cubicBezTo>
                    <a:pt x="887" y="95"/>
                    <a:pt x="879" y="96"/>
                    <a:pt x="870" y="96"/>
                  </a:cubicBezTo>
                  <a:cubicBezTo>
                    <a:pt x="868" y="96"/>
                    <a:pt x="866" y="97"/>
                    <a:pt x="864" y="97"/>
                  </a:cubicBezTo>
                  <a:cubicBezTo>
                    <a:pt x="862" y="99"/>
                    <a:pt x="859" y="101"/>
                    <a:pt x="857" y="102"/>
                  </a:cubicBezTo>
                  <a:cubicBezTo>
                    <a:pt x="857" y="104"/>
                    <a:pt x="857" y="106"/>
                    <a:pt x="858" y="108"/>
                  </a:cubicBezTo>
                  <a:cubicBezTo>
                    <a:pt x="868" y="113"/>
                    <a:pt x="868" y="113"/>
                    <a:pt x="868" y="113"/>
                  </a:cubicBezTo>
                  <a:cubicBezTo>
                    <a:pt x="873" y="107"/>
                    <a:pt x="873" y="107"/>
                    <a:pt x="873" y="107"/>
                  </a:cubicBezTo>
                  <a:cubicBezTo>
                    <a:pt x="875" y="107"/>
                    <a:pt x="877" y="107"/>
                    <a:pt x="879" y="107"/>
                  </a:cubicBezTo>
                  <a:cubicBezTo>
                    <a:pt x="885" y="107"/>
                    <a:pt x="891" y="107"/>
                    <a:pt x="897" y="106"/>
                  </a:cubicBezTo>
                  <a:cubicBezTo>
                    <a:pt x="896" y="105"/>
                    <a:pt x="896" y="105"/>
                    <a:pt x="895" y="104"/>
                  </a:cubicBezTo>
                  <a:cubicBezTo>
                    <a:pt x="896" y="105"/>
                    <a:pt x="896" y="105"/>
                    <a:pt x="897" y="106"/>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5" y="202"/>
                  </a:moveTo>
                  <a:cubicBezTo>
                    <a:pt x="535" y="202"/>
                    <a:pt x="535" y="202"/>
                    <a:pt x="535" y="202"/>
                  </a:cubicBezTo>
                  <a:cubicBezTo>
                    <a:pt x="535" y="202"/>
                    <a:pt x="535" y="202"/>
                    <a:pt x="535" y="202"/>
                  </a:cubicBezTo>
                  <a:moveTo>
                    <a:pt x="536" y="202"/>
                  </a:moveTo>
                  <a:cubicBezTo>
                    <a:pt x="535" y="202"/>
                    <a:pt x="535" y="202"/>
                    <a:pt x="535"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6" y="202"/>
                  </a:moveTo>
                  <a:cubicBezTo>
                    <a:pt x="536" y="202"/>
                    <a:pt x="536" y="202"/>
                    <a:pt x="536" y="202"/>
                  </a:cubicBezTo>
                  <a:cubicBezTo>
                    <a:pt x="536" y="202"/>
                    <a:pt x="536" y="202"/>
                    <a:pt x="536" y="202"/>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2" y="201"/>
                  </a:moveTo>
                  <a:cubicBezTo>
                    <a:pt x="531" y="201"/>
                    <a:pt x="531" y="201"/>
                    <a:pt x="531"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2" y="201"/>
                  </a:moveTo>
                  <a:cubicBezTo>
                    <a:pt x="532" y="201"/>
                    <a:pt x="532" y="201"/>
                    <a:pt x="532" y="201"/>
                  </a:cubicBezTo>
                  <a:cubicBezTo>
                    <a:pt x="532" y="201"/>
                    <a:pt x="532" y="201"/>
                    <a:pt x="532" y="201"/>
                  </a:cubicBezTo>
                  <a:moveTo>
                    <a:pt x="533" y="201"/>
                  </a:moveTo>
                  <a:cubicBezTo>
                    <a:pt x="532" y="201"/>
                    <a:pt x="532" y="201"/>
                    <a:pt x="532"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moveTo>
                    <a:pt x="533" y="201"/>
                  </a:moveTo>
                  <a:cubicBezTo>
                    <a:pt x="533" y="201"/>
                    <a:pt x="533" y="201"/>
                    <a:pt x="533" y="201"/>
                  </a:cubicBezTo>
                  <a:cubicBezTo>
                    <a:pt x="533" y="201"/>
                    <a:pt x="533" y="201"/>
                    <a:pt x="533" y="201"/>
                  </a:cubicBezTo>
                  <a:cubicBezTo>
                    <a:pt x="533" y="201"/>
                    <a:pt x="533" y="201"/>
                    <a:pt x="533" y="201"/>
                  </a:cubicBezTo>
                  <a:cubicBezTo>
                    <a:pt x="533" y="201"/>
                    <a:pt x="533" y="201"/>
                    <a:pt x="533"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moveTo>
                    <a:pt x="530" y="201"/>
                  </a:moveTo>
                  <a:cubicBezTo>
                    <a:pt x="530" y="201"/>
                    <a:pt x="530" y="201"/>
                    <a:pt x="530" y="201"/>
                  </a:cubicBezTo>
                  <a:cubicBezTo>
                    <a:pt x="530" y="201"/>
                    <a:pt x="530" y="201"/>
                    <a:pt x="530" y="201"/>
                  </a:cubicBezTo>
                  <a:cubicBezTo>
                    <a:pt x="530" y="201"/>
                    <a:pt x="530" y="201"/>
                    <a:pt x="530" y="201"/>
                  </a:cubicBezTo>
                  <a:moveTo>
                    <a:pt x="531" y="201"/>
                  </a:moveTo>
                  <a:cubicBezTo>
                    <a:pt x="531" y="201"/>
                    <a:pt x="531" y="201"/>
                    <a:pt x="531" y="201"/>
                  </a:cubicBezTo>
                  <a:cubicBezTo>
                    <a:pt x="531" y="201"/>
                    <a:pt x="531" y="201"/>
                    <a:pt x="531" y="201"/>
                  </a:cubicBezTo>
                  <a:cubicBezTo>
                    <a:pt x="530" y="201"/>
                    <a:pt x="530" y="201"/>
                    <a:pt x="530"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moveTo>
                    <a:pt x="531" y="201"/>
                  </a:moveTo>
                  <a:cubicBezTo>
                    <a:pt x="531" y="201"/>
                    <a:pt x="531" y="201"/>
                    <a:pt x="531" y="201"/>
                  </a:cubicBezTo>
                  <a:cubicBezTo>
                    <a:pt x="531" y="201"/>
                    <a:pt x="531" y="201"/>
                    <a:pt x="531" y="201"/>
                  </a:cubicBezTo>
                  <a:cubicBezTo>
                    <a:pt x="531" y="201"/>
                    <a:pt x="531" y="201"/>
                    <a:pt x="531" y="201"/>
                  </a:cubicBezTo>
                  <a:moveTo>
                    <a:pt x="608" y="180"/>
                  </a:moveTo>
                  <a:cubicBezTo>
                    <a:pt x="611" y="175"/>
                    <a:pt x="614" y="171"/>
                    <a:pt x="617" y="167"/>
                  </a:cubicBezTo>
                  <a:cubicBezTo>
                    <a:pt x="614" y="167"/>
                    <a:pt x="612" y="166"/>
                    <a:pt x="610" y="166"/>
                  </a:cubicBezTo>
                  <a:cubicBezTo>
                    <a:pt x="612" y="166"/>
                    <a:pt x="614" y="167"/>
                    <a:pt x="617" y="167"/>
                  </a:cubicBezTo>
                  <a:cubicBezTo>
                    <a:pt x="614" y="171"/>
                    <a:pt x="611" y="175"/>
                    <a:pt x="608" y="180"/>
                  </a:cubicBezTo>
                  <a:moveTo>
                    <a:pt x="601" y="172"/>
                  </a:moveTo>
                  <a:cubicBezTo>
                    <a:pt x="601" y="172"/>
                    <a:pt x="601" y="172"/>
                    <a:pt x="601" y="172"/>
                  </a:cubicBezTo>
                  <a:cubicBezTo>
                    <a:pt x="601" y="172"/>
                    <a:pt x="601" y="172"/>
                    <a:pt x="601" y="172"/>
                  </a:cubicBezTo>
                  <a:moveTo>
                    <a:pt x="602" y="171"/>
                  </a:moveTo>
                  <a:cubicBezTo>
                    <a:pt x="602" y="171"/>
                    <a:pt x="602" y="172"/>
                    <a:pt x="601" y="172"/>
                  </a:cubicBezTo>
                  <a:cubicBezTo>
                    <a:pt x="602" y="172"/>
                    <a:pt x="602" y="171"/>
                    <a:pt x="602" y="171"/>
                  </a:cubicBezTo>
                  <a:moveTo>
                    <a:pt x="603" y="171"/>
                  </a:moveTo>
                  <a:cubicBezTo>
                    <a:pt x="602" y="171"/>
                    <a:pt x="602" y="171"/>
                    <a:pt x="602" y="171"/>
                  </a:cubicBezTo>
                  <a:cubicBezTo>
                    <a:pt x="602" y="171"/>
                    <a:pt x="602" y="171"/>
                    <a:pt x="603" y="171"/>
                  </a:cubicBezTo>
                  <a:moveTo>
                    <a:pt x="603" y="170"/>
                  </a:moveTo>
                  <a:cubicBezTo>
                    <a:pt x="603" y="170"/>
                    <a:pt x="603" y="170"/>
                    <a:pt x="603" y="171"/>
                  </a:cubicBezTo>
                  <a:cubicBezTo>
                    <a:pt x="603" y="170"/>
                    <a:pt x="603" y="170"/>
                    <a:pt x="603" y="170"/>
                  </a:cubicBezTo>
                  <a:moveTo>
                    <a:pt x="604" y="170"/>
                  </a:moveTo>
                  <a:cubicBezTo>
                    <a:pt x="604" y="170"/>
                    <a:pt x="604" y="170"/>
                    <a:pt x="603" y="170"/>
                  </a:cubicBezTo>
                  <a:cubicBezTo>
                    <a:pt x="604" y="170"/>
                    <a:pt x="604" y="170"/>
                    <a:pt x="604" y="170"/>
                  </a:cubicBezTo>
                  <a:moveTo>
                    <a:pt x="604" y="169"/>
                  </a:moveTo>
                  <a:cubicBezTo>
                    <a:pt x="604" y="169"/>
                    <a:pt x="604" y="169"/>
                    <a:pt x="604" y="170"/>
                  </a:cubicBezTo>
                  <a:cubicBezTo>
                    <a:pt x="604" y="169"/>
                    <a:pt x="604" y="169"/>
                    <a:pt x="604" y="169"/>
                  </a:cubicBezTo>
                  <a:moveTo>
                    <a:pt x="605" y="169"/>
                  </a:moveTo>
                  <a:cubicBezTo>
                    <a:pt x="605" y="169"/>
                    <a:pt x="605" y="169"/>
                    <a:pt x="604" y="169"/>
                  </a:cubicBezTo>
                  <a:cubicBezTo>
                    <a:pt x="605" y="169"/>
                    <a:pt x="605" y="169"/>
                    <a:pt x="605" y="169"/>
                  </a:cubicBezTo>
                  <a:moveTo>
                    <a:pt x="605" y="168"/>
                  </a:moveTo>
                  <a:cubicBezTo>
                    <a:pt x="605" y="168"/>
                    <a:pt x="605" y="168"/>
                    <a:pt x="605" y="169"/>
                  </a:cubicBezTo>
                  <a:cubicBezTo>
                    <a:pt x="605" y="168"/>
                    <a:pt x="605" y="168"/>
                    <a:pt x="605" y="168"/>
                  </a:cubicBezTo>
                  <a:moveTo>
                    <a:pt x="607" y="167"/>
                  </a:moveTo>
                  <a:cubicBezTo>
                    <a:pt x="607" y="167"/>
                    <a:pt x="606" y="168"/>
                    <a:pt x="605" y="168"/>
                  </a:cubicBezTo>
                  <a:cubicBezTo>
                    <a:pt x="606" y="168"/>
                    <a:pt x="607" y="167"/>
                    <a:pt x="607" y="167"/>
                  </a:cubicBezTo>
                  <a:moveTo>
                    <a:pt x="608" y="166"/>
                  </a:moveTo>
                  <a:cubicBezTo>
                    <a:pt x="608" y="166"/>
                    <a:pt x="607" y="167"/>
                    <a:pt x="607" y="167"/>
                  </a:cubicBezTo>
                  <a:cubicBezTo>
                    <a:pt x="607" y="167"/>
                    <a:pt x="608" y="166"/>
                    <a:pt x="608" y="166"/>
                  </a:cubicBezTo>
                  <a:moveTo>
                    <a:pt x="609" y="165"/>
                  </a:moveTo>
                  <a:cubicBezTo>
                    <a:pt x="609" y="165"/>
                    <a:pt x="609" y="165"/>
                    <a:pt x="608" y="166"/>
                  </a:cubicBezTo>
                  <a:cubicBezTo>
                    <a:pt x="609" y="165"/>
                    <a:pt x="609" y="165"/>
                    <a:pt x="609" y="165"/>
                  </a:cubicBezTo>
                  <a:moveTo>
                    <a:pt x="610" y="164"/>
                  </a:moveTo>
                  <a:cubicBezTo>
                    <a:pt x="610" y="164"/>
                    <a:pt x="609" y="164"/>
                    <a:pt x="609" y="165"/>
                  </a:cubicBezTo>
                  <a:cubicBezTo>
                    <a:pt x="609" y="164"/>
                    <a:pt x="610" y="164"/>
                    <a:pt x="610" y="164"/>
                  </a:cubicBezTo>
                  <a:moveTo>
                    <a:pt x="611" y="163"/>
                  </a:moveTo>
                  <a:cubicBezTo>
                    <a:pt x="611" y="163"/>
                    <a:pt x="611" y="164"/>
                    <a:pt x="610" y="164"/>
                  </a:cubicBezTo>
                  <a:cubicBezTo>
                    <a:pt x="611" y="164"/>
                    <a:pt x="611" y="163"/>
                    <a:pt x="611" y="163"/>
                  </a:cubicBezTo>
                  <a:moveTo>
                    <a:pt x="611" y="163"/>
                  </a:moveTo>
                  <a:cubicBezTo>
                    <a:pt x="612" y="163"/>
                    <a:pt x="612" y="162"/>
                    <a:pt x="612" y="162"/>
                  </a:cubicBezTo>
                  <a:cubicBezTo>
                    <a:pt x="612" y="162"/>
                    <a:pt x="612" y="163"/>
                    <a:pt x="611" y="163"/>
                  </a:cubicBezTo>
                  <a:moveTo>
                    <a:pt x="612" y="162"/>
                  </a:moveTo>
                  <a:cubicBezTo>
                    <a:pt x="612" y="162"/>
                    <a:pt x="612" y="162"/>
                    <a:pt x="613" y="161"/>
                  </a:cubicBezTo>
                  <a:cubicBezTo>
                    <a:pt x="612" y="162"/>
                    <a:pt x="612" y="162"/>
                    <a:pt x="612" y="162"/>
                  </a:cubicBezTo>
                  <a:moveTo>
                    <a:pt x="613" y="161"/>
                  </a:moveTo>
                  <a:cubicBezTo>
                    <a:pt x="613" y="161"/>
                    <a:pt x="613" y="161"/>
                    <a:pt x="613" y="161"/>
                  </a:cubicBezTo>
                  <a:cubicBezTo>
                    <a:pt x="613" y="161"/>
                    <a:pt x="613" y="161"/>
                    <a:pt x="613" y="161"/>
                  </a:cubicBezTo>
                  <a:moveTo>
                    <a:pt x="613" y="161"/>
                  </a:moveTo>
                  <a:cubicBezTo>
                    <a:pt x="613" y="161"/>
                    <a:pt x="614" y="160"/>
                    <a:pt x="614" y="160"/>
                  </a:cubicBezTo>
                  <a:cubicBezTo>
                    <a:pt x="614" y="160"/>
                    <a:pt x="613" y="161"/>
                    <a:pt x="613" y="161"/>
                  </a:cubicBezTo>
                  <a:moveTo>
                    <a:pt x="614" y="160"/>
                  </a:moveTo>
                  <a:cubicBezTo>
                    <a:pt x="614" y="160"/>
                    <a:pt x="614" y="160"/>
                    <a:pt x="614" y="160"/>
                  </a:cubicBezTo>
                  <a:cubicBezTo>
                    <a:pt x="614" y="160"/>
                    <a:pt x="614" y="160"/>
                    <a:pt x="614" y="160"/>
                  </a:cubicBezTo>
                  <a:moveTo>
                    <a:pt x="615" y="160"/>
                  </a:moveTo>
                  <a:cubicBezTo>
                    <a:pt x="615" y="160"/>
                    <a:pt x="614" y="160"/>
                    <a:pt x="614" y="160"/>
                  </a:cubicBezTo>
                  <a:cubicBezTo>
                    <a:pt x="614" y="160"/>
                    <a:pt x="615" y="160"/>
                    <a:pt x="615" y="160"/>
                  </a:cubicBezTo>
                  <a:moveTo>
                    <a:pt x="615" y="160"/>
                  </a:moveTo>
                  <a:cubicBezTo>
                    <a:pt x="615" y="160"/>
                    <a:pt x="615" y="160"/>
                    <a:pt x="615" y="160"/>
                  </a:cubicBezTo>
                  <a:cubicBezTo>
                    <a:pt x="615" y="160"/>
                    <a:pt x="615" y="160"/>
                    <a:pt x="615" y="160"/>
                  </a:cubicBezTo>
                  <a:moveTo>
                    <a:pt x="616" y="160"/>
                  </a:moveTo>
                  <a:cubicBezTo>
                    <a:pt x="616" y="160"/>
                    <a:pt x="616" y="160"/>
                    <a:pt x="615"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6" y="160"/>
                    <a:pt x="616" y="160"/>
                  </a:cubicBezTo>
                  <a:cubicBezTo>
                    <a:pt x="616" y="160"/>
                    <a:pt x="616" y="160"/>
                    <a:pt x="616" y="160"/>
                  </a:cubicBezTo>
                  <a:moveTo>
                    <a:pt x="616" y="160"/>
                  </a:moveTo>
                  <a:cubicBezTo>
                    <a:pt x="616"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17" y="160"/>
                  </a:moveTo>
                  <a:cubicBezTo>
                    <a:pt x="617" y="160"/>
                    <a:pt x="617" y="160"/>
                    <a:pt x="617" y="160"/>
                  </a:cubicBezTo>
                  <a:cubicBezTo>
                    <a:pt x="617" y="160"/>
                    <a:pt x="617" y="160"/>
                    <a:pt x="617" y="160"/>
                  </a:cubicBezTo>
                  <a:moveTo>
                    <a:pt x="626" y="161"/>
                  </a:moveTo>
                  <a:cubicBezTo>
                    <a:pt x="623" y="161"/>
                    <a:pt x="620" y="160"/>
                    <a:pt x="617" y="160"/>
                  </a:cubicBezTo>
                  <a:cubicBezTo>
                    <a:pt x="618" y="160"/>
                    <a:pt x="619" y="160"/>
                    <a:pt x="619" y="160"/>
                  </a:cubicBezTo>
                  <a:cubicBezTo>
                    <a:pt x="622" y="161"/>
                    <a:pt x="624" y="161"/>
                    <a:pt x="627" y="162"/>
                  </a:cubicBezTo>
                  <a:cubicBezTo>
                    <a:pt x="627" y="162"/>
                    <a:pt x="627" y="162"/>
                    <a:pt x="626" y="161"/>
                  </a:cubicBezTo>
                  <a:moveTo>
                    <a:pt x="630" y="141"/>
                  </a:moveTo>
                  <a:cubicBezTo>
                    <a:pt x="635" y="142"/>
                    <a:pt x="641" y="143"/>
                    <a:pt x="646" y="144"/>
                  </a:cubicBezTo>
                  <a:cubicBezTo>
                    <a:pt x="641" y="143"/>
                    <a:pt x="635" y="142"/>
                    <a:pt x="630" y="141"/>
                  </a:cubicBezTo>
                  <a:moveTo>
                    <a:pt x="653" y="145"/>
                  </a:moveTo>
                  <a:cubicBezTo>
                    <a:pt x="650" y="145"/>
                    <a:pt x="648" y="145"/>
                    <a:pt x="646" y="144"/>
                  </a:cubicBezTo>
                  <a:cubicBezTo>
                    <a:pt x="648" y="145"/>
                    <a:pt x="650" y="145"/>
                    <a:pt x="653" y="145"/>
                  </a:cubicBezTo>
                  <a:moveTo>
                    <a:pt x="652" y="152"/>
                  </a:moveTo>
                  <a:cubicBezTo>
                    <a:pt x="654" y="148"/>
                    <a:pt x="657" y="144"/>
                    <a:pt x="659" y="139"/>
                  </a:cubicBezTo>
                  <a:cubicBezTo>
                    <a:pt x="657" y="144"/>
                    <a:pt x="654" y="148"/>
                    <a:pt x="652" y="152"/>
                  </a:cubicBezTo>
                  <a:moveTo>
                    <a:pt x="659" y="139"/>
                  </a:moveTo>
                  <a:cubicBezTo>
                    <a:pt x="653" y="145"/>
                    <a:pt x="653" y="145"/>
                    <a:pt x="653" y="145"/>
                  </a:cubicBezTo>
                  <a:cubicBezTo>
                    <a:pt x="659" y="139"/>
                    <a:pt x="659" y="139"/>
                    <a:pt x="659" y="139"/>
                  </a:cubicBezTo>
                  <a:moveTo>
                    <a:pt x="687" y="87"/>
                  </a:moveTo>
                  <a:cubicBezTo>
                    <a:pt x="688" y="87"/>
                    <a:pt x="690" y="87"/>
                    <a:pt x="692" y="88"/>
                  </a:cubicBezTo>
                  <a:cubicBezTo>
                    <a:pt x="690" y="87"/>
                    <a:pt x="688" y="87"/>
                    <a:pt x="687" y="87"/>
                  </a:cubicBezTo>
                  <a:moveTo>
                    <a:pt x="692" y="88"/>
                  </a:moveTo>
                  <a:cubicBezTo>
                    <a:pt x="693" y="88"/>
                    <a:pt x="694" y="88"/>
                    <a:pt x="695" y="88"/>
                  </a:cubicBezTo>
                  <a:cubicBezTo>
                    <a:pt x="694" y="88"/>
                    <a:pt x="693" y="88"/>
                    <a:pt x="692" y="88"/>
                  </a:cubicBezTo>
                  <a:moveTo>
                    <a:pt x="689" y="81"/>
                  </a:moveTo>
                  <a:cubicBezTo>
                    <a:pt x="699" y="79"/>
                    <a:pt x="699" y="79"/>
                    <a:pt x="699" y="79"/>
                  </a:cubicBezTo>
                  <a:cubicBezTo>
                    <a:pt x="689" y="81"/>
                    <a:pt x="689" y="81"/>
                    <a:pt x="689" y="81"/>
                  </a:cubicBezTo>
                  <a:cubicBezTo>
                    <a:pt x="686" y="81"/>
                    <a:pt x="683" y="80"/>
                    <a:pt x="679" y="80"/>
                  </a:cubicBezTo>
                  <a:cubicBezTo>
                    <a:pt x="683" y="80"/>
                    <a:pt x="686" y="81"/>
                    <a:pt x="689" y="81"/>
                  </a:cubicBezTo>
                  <a:moveTo>
                    <a:pt x="632" y="63"/>
                  </a:moveTo>
                  <a:cubicBezTo>
                    <a:pt x="630" y="63"/>
                    <a:pt x="629" y="63"/>
                    <a:pt x="628" y="62"/>
                  </a:cubicBezTo>
                  <a:cubicBezTo>
                    <a:pt x="629" y="63"/>
                    <a:pt x="630" y="63"/>
                    <a:pt x="632" y="63"/>
                  </a:cubicBezTo>
                  <a:moveTo>
                    <a:pt x="632" y="63"/>
                  </a:moveTo>
                  <a:cubicBezTo>
                    <a:pt x="640" y="59"/>
                    <a:pt x="640" y="59"/>
                    <a:pt x="640" y="59"/>
                  </a:cubicBezTo>
                  <a:cubicBezTo>
                    <a:pt x="632" y="63"/>
                    <a:pt x="632" y="63"/>
                    <a:pt x="632" y="63"/>
                  </a:cubicBezTo>
                  <a:moveTo>
                    <a:pt x="697" y="100"/>
                  </a:moveTo>
                  <a:cubicBezTo>
                    <a:pt x="708" y="95"/>
                    <a:pt x="723" y="87"/>
                    <a:pt x="734" y="80"/>
                  </a:cubicBezTo>
                  <a:cubicBezTo>
                    <a:pt x="724" y="81"/>
                    <a:pt x="709" y="82"/>
                    <a:pt x="698" y="83"/>
                  </a:cubicBezTo>
                  <a:cubicBezTo>
                    <a:pt x="706" y="73"/>
                    <a:pt x="706" y="73"/>
                    <a:pt x="706" y="73"/>
                  </a:cubicBezTo>
                  <a:cubicBezTo>
                    <a:pt x="698" y="66"/>
                    <a:pt x="698" y="66"/>
                    <a:pt x="698" y="66"/>
                  </a:cubicBezTo>
                  <a:cubicBezTo>
                    <a:pt x="691" y="76"/>
                    <a:pt x="691" y="76"/>
                    <a:pt x="691" y="76"/>
                  </a:cubicBezTo>
                  <a:cubicBezTo>
                    <a:pt x="698" y="66"/>
                    <a:pt x="698" y="66"/>
                    <a:pt x="698" y="66"/>
                  </a:cubicBezTo>
                  <a:cubicBezTo>
                    <a:pt x="673" y="65"/>
                    <a:pt x="672" y="65"/>
                    <a:pt x="657" y="63"/>
                  </a:cubicBezTo>
                  <a:cubicBezTo>
                    <a:pt x="651" y="62"/>
                    <a:pt x="645" y="61"/>
                    <a:pt x="640" y="59"/>
                  </a:cubicBezTo>
                  <a:cubicBezTo>
                    <a:pt x="632" y="63"/>
                    <a:pt x="632" y="63"/>
                    <a:pt x="632" y="63"/>
                  </a:cubicBezTo>
                  <a:cubicBezTo>
                    <a:pt x="630" y="63"/>
                    <a:pt x="629" y="63"/>
                    <a:pt x="628" y="62"/>
                  </a:cubicBezTo>
                  <a:cubicBezTo>
                    <a:pt x="620" y="61"/>
                    <a:pt x="612" y="63"/>
                    <a:pt x="604" y="61"/>
                  </a:cubicBezTo>
                  <a:cubicBezTo>
                    <a:pt x="605" y="61"/>
                    <a:pt x="606" y="61"/>
                    <a:pt x="607" y="62"/>
                  </a:cubicBezTo>
                  <a:cubicBezTo>
                    <a:pt x="613" y="62"/>
                    <a:pt x="621" y="61"/>
                    <a:pt x="628" y="62"/>
                  </a:cubicBezTo>
                  <a:cubicBezTo>
                    <a:pt x="630" y="60"/>
                    <a:pt x="630" y="60"/>
                    <a:pt x="632" y="58"/>
                  </a:cubicBezTo>
                  <a:cubicBezTo>
                    <a:pt x="631" y="57"/>
                    <a:pt x="631" y="57"/>
                    <a:pt x="631" y="56"/>
                  </a:cubicBezTo>
                  <a:cubicBezTo>
                    <a:pt x="630" y="56"/>
                    <a:pt x="608" y="51"/>
                    <a:pt x="602" y="59"/>
                  </a:cubicBezTo>
                  <a:cubicBezTo>
                    <a:pt x="603" y="59"/>
                    <a:pt x="603" y="60"/>
                    <a:pt x="603" y="61"/>
                  </a:cubicBezTo>
                  <a:cubicBezTo>
                    <a:pt x="603" y="60"/>
                    <a:pt x="603" y="59"/>
                    <a:pt x="602" y="59"/>
                  </a:cubicBezTo>
                  <a:cubicBezTo>
                    <a:pt x="604" y="57"/>
                    <a:pt x="604" y="57"/>
                    <a:pt x="607" y="55"/>
                  </a:cubicBezTo>
                  <a:cubicBezTo>
                    <a:pt x="604" y="55"/>
                    <a:pt x="602" y="54"/>
                    <a:pt x="600" y="53"/>
                  </a:cubicBezTo>
                  <a:cubicBezTo>
                    <a:pt x="586" y="53"/>
                    <a:pt x="586" y="53"/>
                    <a:pt x="586" y="53"/>
                  </a:cubicBezTo>
                  <a:cubicBezTo>
                    <a:pt x="600" y="53"/>
                    <a:pt x="600" y="53"/>
                    <a:pt x="600" y="53"/>
                  </a:cubicBezTo>
                  <a:cubicBezTo>
                    <a:pt x="586" y="53"/>
                    <a:pt x="586" y="53"/>
                    <a:pt x="586" y="53"/>
                  </a:cubicBezTo>
                  <a:cubicBezTo>
                    <a:pt x="567" y="64"/>
                    <a:pt x="548" y="76"/>
                    <a:pt x="529" y="89"/>
                  </a:cubicBezTo>
                  <a:cubicBezTo>
                    <a:pt x="529" y="89"/>
                    <a:pt x="529" y="89"/>
                    <a:pt x="529" y="90"/>
                  </a:cubicBezTo>
                  <a:cubicBezTo>
                    <a:pt x="529" y="89"/>
                    <a:pt x="529" y="89"/>
                    <a:pt x="529" y="89"/>
                  </a:cubicBezTo>
                  <a:cubicBezTo>
                    <a:pt x="528" y="89"/>
                    <a:pt x="526" y="91"/>
                    <a:pt x="525" y="91"/>
                  </a:cubicBezTo>
                  <a:cubicBezTo>
                    <a:pt x="525" y="91"/>
                    <a:pt x="526" y="92"/>
                    <a:pt x="527" y="92"/>
                  </a:cubicBezTo>
                  <a:cubicBezTo>
                    <a:pt x="525" y="96"/>
                    <a:pt x="523" y="102"/>
                    <a:pt x="521" y="106"/>
                  </a:cubicBezTo>
                  <a:cubicBezTo>
                    <a:pt x="517" y="112"/>
                    <a:pt x="517" y="112"/>
                    <a:pt x="517" y="112"/>
                  </a:cubicBezTo>
                  <a:cubicBezTo>
                    <a:pt x="512" y="119"/>
                    <a:pt x="512" y="119"/>
                    <a:pt x="512" y="119"/>
                  </a:cubicBezTo>
                  <a:cubicBezTo>
                    <a:pt x="508" y="122"/>
                    <a:pt x="503" y="126"/>
                    <a:pt x="499" y="130"/>
                  </a:cubicBezTo>
                  <a:cubicBezTo>
                    <a:pt x="495" y="136"/>
                    <a:pt x="495" y="136"/>
                    <a:pt x="495" y="136"/>
                  </a:cubicBezTo>
                  <a:cubicBezTo>
                    <a:pt x="498" y="137"/>
                    <a:pt x="501" y="139"/>
                    <a:pt x="505" y="140"/>
                  </a:cubicBezTo>
                  <a:cubicBezTo>
                    <a:pt x="503" y="148"/>
                    <a:pt x="503" y="148"/>
                    <a:pt x="503" y="148"/>
                  </a:cubicBezTo>
                  <a:cubicBezTo>
                    <a:pt x="491" y="160"/>
                    <a:pt x="491" y="160"/>
                    <a:pt x="491" y="160"/>
                  </a:cubicBezTo>
                  <a:cubicBezTo>
                    <a:pt x="490" y="159"/>
                    <a:pt x="489" y="159"/>
                    <a:pt x="489" y="159"/>
                  </a:cubicBezTo>
                  <a:cubicBezTo>
                    <a:pt x="484" y="163"/>
                    <a:pt x="480" y="167"/>
                    <a:pt x="476" y="171"/>
                  </a:cubicBezTo>
                  <a:cubicBezTo>
                    <a:pt x="467" y="168"/>
                    <a:pt x="467" y="168"/>
                    <a:pt x="467" y="168"/>
                  </a:cubicBezTo>
                  <a:cubicBezTo>
                    <a:pt x="452" y="188"/>
                    <a:pt x="452" y="188"/>
                    <a:pt x="452" y="188"/>
                  </a:cubicBezTo>
                  <a:cubicBezTo>
                    <a:pt x="449" y="195"/>
                    <a:pt x="449" y="195"/>
                    <a:pt x="449" y="195"/>
                  </a:cubicBezTo>
                  <a:cubicBezTo>
                    <a:pt x="450" y="195"/>
                    <a:pt x="451" y="196"/>
                    <a:pt x="452" y="196"/>
                  </a:cubicBezTo>
                  <a:cubicBezTo>
                    <a:pt x="456" y="192"/>
                    <a:pt x="460" y="188"/>
                    <a:pt x="464" y="183"/>
                  </a:cubicBezTo>
                  <a:cubicBezTo>
                    <a:pt x="465" y="175"/>
                    <a:pt x="465" y="175"/>
                    <a:pt x="465" y="175"/>
                  </a:cubicBezTo>
                  <a:cubicBezTo>
                    <a:pt x="464" y="183"/>
                    <a:pt x="464" y="183"/>
                    <a:pt x="464" y="183"/>
                  </a:cubicBezTo>
                  <a:cubicBezTo>
                    <a:pt x="460" y="188"/>
                    <a:pt x="456" y="192"/>
                    <a:pt x="452" y="196"/>
                  </a:cubicBezTo>
                  <a:cubicBezTo>
                    <a:pt x="459" y="199"/>
                    <a:pt x="459" y="199"/>
                    <a:pt x="459" y="199"/>
                  </a:cubicBezTo>
                  <a:cubicBezTo>
                    <a:pt x="452" y="196"/>
                    <a:pt x="452" y="196"/>
                    <a:pt x="452" y="196"/>
                  </a:cubicBezTo>
                  <a:cubicBezTo>
                    <a:pt x="451" y="196"/>
                    <a:pt x="450" y="195"/>
                    <a:pt x="449" y="195"/>
                  </a:cubicBezTo>
                  <a:cubicBezTo>
                    <a:pt x="432" y="223"/>
                    <a:pt x="432" y="223"/>
                    <a:pt x="435" y="242"/>
                  </a:cubicBezTo>
                  <a:cubicBezTo>
                    <a:pt x="437" y="234"/>
                    <a:pt x="438" y="223"/>
                    <a:pt x="439" y="216"/>
                  </a:cubicBezTo>
                  <a:cubicBezTo>
                    <a:pt x="435" y="242"/>
                    <a:pt x="435" y="242"/>
                    <a:pt x="435" y="242"/>
                  </a:cubicBezTo>
                  <a:cubicBezTo>
                    <a:pt x="452" y="254"/>
                    <a:pt x="452" y="254"/>
                    <a:pt x="452" y="254"/>
                  </a:cubicBezTo>
                  <a:cubicBezTo>
                    <a:pt x="483" y="230"/>
                    <a:pt x="483" y="230"/>
                    <a:pt x="483" y="230"/>
                  </a:cubicBezTo>
                  <a:cubicBezTo>
                    <a:pt x="514" y="206"/>
                    <a:pt x="514" y="206"/>
                    <a:pt x="514" y="206"/>
                  </a:cubicBezTo>
                  <a:cubicBezTo>
                    <a:pt x="516" y="206"/>
                    <a:pt x="518" y="207"/>
                    <a:pt x="521" y="207"/>
                  </a:cubicBezTo>
                  <a:cubicBezTo>
                    <a:pt x="535" y="212"/>
                    <a:pt x="535" y="212"/>
                    <a:pt x="535" y="212"/>
                  </a:cubicBezTo>
                  <a:cubicBezTo>
                    <a:pt x="571" y="188"/>
                    <a:pt x="571" y="188"/>
                    <a:pt x="571" y="188"/>
                  </a:cubicBezTo>
                  <a:cubicBezTo>
                    <a:pt x="546" y="203"/>
                    <a:pt x="546" y="203"/>
                    <a:pt x="538" y="203"/>
                  </a:cubicBezTo>
                  <a:cubicBezTo>
                    <a:pt x="546" y="203"/>
                    <a:pt x="546" y="203"/>
                    <a:pt x="571" y="188"/>
                  </a:cubicBezTo>
                  <a:cubicBezTo>
                    <a:pt x="582" y="189"/>
                    <a:pt x="593" y="192"/>
                    <a:pt x="604" y="193"/>
                  </a:cubicBezTo>
                  <a:cubicBezTo>
                    <a:pt x="612" y="188"/>
                    <a:pt x="612" y="188"/>
                    <a:pt x="612" y="188"/>
                  </a:cubicBezTo>
                  <a:cubicBezTo>
                    <a:pt x="613" y="188"/>
                    <a:pt x="614" y="188"/>
                    <a:pt x="615" y="188"/>
                  </a:cubicBezTo>
                  <a:cubicBezTo>
                    <a:pt x="616" y="188"/>
                    <a:pt x="618" y="189"/>
                    <a:pt x="619" y="189"/>
                  </a:cubicBezTo>
                  <a:cubicBezTo>
                    <a:pt x="626" y="177"/>
                    <a:pt x="626" y="177"/>
                    <a:pt x="626" y="177"/>
                  </a:cubicBezTo>
                  <a:cubicBezTo>
                    <a:pt x="620" y="168"/>
                    <a:pt x="620" y="168"/>
                    <a:pt x="620" y="168"/>
                  </a:cubicBezTo>
                  <a:cubicBezTo>
                    <a:pt x="622" y="168"/>
                    <a:pt x="625" y="168"/>
                    <a:pt x="627" y="168"/>
                  </a:cubicBezTo>
                  <a:cubicBezTo>
                    <a:pt x="641" y="164"/>
                    <a:pt x="641" y="164"/>
                    <a:pt x="641" y="164"/>
                  </a:cubicBezTo>
                  <a:cubicBezTo>
                    <a:pt x="642" y="162"/>
                    <a:pt x="644" y="160"/>
                    <a:pt x="645" y="158"/>
                  </a:cubicBezTo>
                  <a:cubicBezTo>
                    <a:pt x="640" y="157"/>
                    <a:pt x="636" y="156"/>
                    <a:pt x="631" y="155"/>
                  </a:cubicBezTo>
                  <a:cubicBezTo>
                    <a:pt x="636" y="156"/>
                    <a:pt x="640" y="157"/>
                    <a:pt x="645" y="158"/>
                  </a:cubicBezTo>
                  <a:cubicBezTo>
                    <a:pt x="659" y="152"/>
                    <a:pt x="659" y="152"/>
                    <a:pt x="659" y="152"/>
                  </a:cubicBezTo>
                  <a:cubicBezTo>
                    <a:pt x="665" y="147"/>
                    <a:pt x="665" y="147"/>
                    <a:pt x="665" y="147"/>
                  </a:cubicBezTo>
                  <a:cubicBezTo>
                    <a:pt x="676" y="135"/>
                    <a:pt x="676" y="135"/>
                    <a:pt x="676" y="135"/>
                  </a:cubicBezTo>
                  <a:cubicBezTo>
                    <a:pt x="670" y="128"/>
                    <a:pt x="670" y="128"/>
                    <a:pt x="670" y="128"/>
                  </a:cubicBezTo>
                  <a:cubicBezTo>
                    <a:pt x="684" y="111"/>
                    <a:pt x="684" y="111"/>
                    <a:pt x="684" y="111"/>
                  </a:cubicBezTo>
                  <a:cubicBezTo>
                    <a:pt x="683" y="111"/>
                    <a:pt x="683" y="111"/>
                    <a:pt x="681" y="111"/>
                  </a:cubicBezTo>
                  <a:cubicBezTo>
                    <a:pt x="675" y="116"/>
                    <a:pt x="675" y="116"/>
                    <a:pt x="675" y="116"/>
                  </a:cubicBezTo>
                  <a:cubicBezTo>
                    <a:pt x="681" y="111"/>
                    <a:pt x="681" y="111"/>
                    <a:pt x="681" y="111"/>
                  </a:cubicBezTo>
                  <a:cubicBezTo>
                    <a:pt x="688" y="105"/>
                    <a:pt x="688" y="105"/>
                    <a:pt x="688" y="105"/>
                  </a:cubicBezTo>
                  <a:cubicBezTo>
                    <a:pt x="689" y="105"/>
                    <a:pt x="690" y="106"/>
                    <a:pt x="691" y="106"/>
                  </a:cubicBezTo>
                  <a:cubicBezTo>
                    <a:pt x="697" y="100"/>
                    <a:pt x="697" y="100"/>
                    <a:pt x="697" y="100"/>
                  </a:cubicBezTo>
                  <a:moveTo>
                    <a:pt x="93" y="1104"/>
                  </a:moveTo>
                  <a:cubicBezTo>
                    <a:pt x="98" y="1113"/>
                    <a:pt x="98" y="1113"/>
                    <a:pt x="98" y="1113"/>
                  </a:cubicBezTo>
                  <a:cubicBezTo>
                    <a:pt x="92" y="1102"/>
                    <a:pt x="92" y="1102"/>
                    <a:pt x="92" y="1102"/>
                  </a:cubicBezTo>
                  <a:cubicBezTo>
                    <a:pt x="87" y="1093"/>
                    <a:pt x="87" y="1093"/>
                    <a:pt x="87" y="1093"/>
                  </a:cubicBezTo>
                  <a:cubicBezTo>
                    <a:pt x="93" y="1104"/>
                    <a:pt x="93" y="1104"/>
                    <a:pt x="93" y="1104"/>
                  </a:cubicBezTo>
                  <a:moveTo>
                    <a:pt x="350" y="1401"/>
                  </a:moveTo>
                  <a:cubicBezTo>
                    <a:pt x="262" y="1327"/>
                    <a:pt x="195" y="1226"/>
                    <a:pt x="156" y="1105"/>
                  </a:cubicBezTo>
                  <a:cubicBezTo>
                    <a:pt x="143" y="1099"/>
                    <a:pt x="130" y="1092"/>
                    <a:pt x="118" y="1085"/>
                  </a:cubicBezTo>
                  <a:cubicBezTo>
                    <a:pt x="96" y="1074"/>
                    <a:pt x="80" y="1061"/>
                    <a:pt x="67" y="1048"/>
                  </a:cubicBezTo>
                  <a:cubicBezTo>
                    <a:pt x="78" y="1075"/>
                    <a:pt x="78" y="1075"/>
                    <a:pt x="78" y="1075"/>
                  </a:cubicBezTo>
                  <a:cubicBezTo>
                    <a:pt x="84" y="1085"/>
                    <a:pt x="84" y="1085"/>
                    <a:pt x="84" y="1085"/>
                  </a:cubicBezTo>
                  <a:cubicBezTo>
                    <a:pt x="85" y="1088"/>
                    <a:pt x="86" y="1090"/>
                    <a:pt x="87" y="1093"/>
                  </a:cubicBezTo>
                  <a:cubicBezTo>
                    <a:pt x="92" y="1102"/>
                    <a:pt x="92" y="1102"/>
                    <a:pt x="92" y="1102"/>
                  </a:cubicBezTo>
                  <a:cubicBezTo>
                    <a:pt x="98" y="1113"/>
                    <a:pt x="98" y="1113"/>
                    <a:pt x="98" y="1113"/>
                  </a:cubicBezTo>
                  <a:cubicBezTo>
                    <a:pt x="123" y="1152"/>
                    <a:pt x="123" y="1152"/>
                    <a:pt x="123" y="1152"/>
                  </a:cubicBezTo>
                  <a:cubicBezTo>
                    <a:pt x="130" y="1161"/>
                    <a:pt x="130" y="1161"/>
                    <a:pt x="130" y="1161"/>
                  </a:cubicBezTo>
                  <a:cubicBezTo>
                    <a:pt x="149" y="1185"/>
                    <a:pt x="149" y="1185"/>
                    <a:pt x="149" y="1185"/>
                  </a:cubicBezTo>
                  <a:cubicBezTo>
                    <a:pt x="198" y="1272"/>
                    <a:pt x="225" y="1309"/>
                    <a:pt x="310" y="1380"/>
                  </a:cubicBezTo>
                  <a:cubicBezTo>
                    <a:pt x="370" y="1423"/>
                    <a:pt x="371" y="1425"/>
                    <a:pt x="407" y="1445"/>
                  </a:cubicBezTo>
                  <a:cubicBezTo>
                    <a:pt x="379" y="1428"/>
                    <a:pt x="379" y="1428"/>
                    <a:pt x="379" y="1428"/>
                  </a:cubicBezTo>
                  <a:cubicBezTo>
                    <a:pt x="372" y="1423"/>
                    <a:pt x="372" y="1423"/>
                    <a:pt x="372" y="1423"/>
                  </a:cubicBezTo>
                  <a:cubicBezTo>
                    <a:pt x="364" y="1417"/>
                    <a:pt x="355" y="1411"/>
                    <a:pt x="346" y="1404"/>
                  </a:cubicBezTo>
                  <a:cubicBezTo>
                    <a:pt x="356" y="1410"/>
                    <a:pt x="356" y="1410"/>
                    <a:pt x="356" y="1410"/>
                  </a:cubicBezTo>
                  <a:cubicBezTo>
                    <a:pt x="342" y="1396"/>
                    <a:pt x="342" y="1396"/>
                    <a:pt x="342" y="1396"/>
                  </a:cubicBezTo>
                  <a:cubicBezTo>
                    <a:pt x="344" y="1398"/>
                    <a:pt x="347" y="1399"/>
                    <a:pt x="350" y="1401"/>
                  </a:cubicBezTo>
                  <a:moveTo>
                    <a:pt x="1163" y="1135"/>
                  </a:moveTo>
                  <a:cubicBezTo>
                    <a:pt x="1171" y="1124"/>
                    <a:pt x="1171" y="1124"/>
                    <a:pt x="1171" y="1124"/>
                  </a:cubicBezTo>
                  <a:cubicBezTo>
                    <a:pt x="1161" y="1132"/>
                    <a:pt x="1161" y="1132"/>
                    <a:pt x="1161" y="1132"/>
                  </a:cubicBezTo>
                  <a:cubicBezTo>
                    <a:pt x="1154" y="1142"/>
                    <a:pt x="1154" y="1142"/>
                    <a:pt x="1154" y="1142"/>
                  </a:cubicBezTo>
                  <a:cubicBezTo>
                    <a:pt x="1163" y="1135"/>
                    <a:pt x="1163" y="1135"/>
                    <a:pt x="1163" y="1135"/>
                  </a:cubicBezTo>
                  <a:moveTo>
                    <a:pt x="805" y="1119"/>
                  </a:moveTo>
                  <a:cubicBezTo>
                    <a:pt x="845" y="1161"/>
                    <a:pt x="845" y="1161"/>
                    <a:pt x="845" y="1161"/>
                  </a:cubicBezTo>
                  <a:cubicBezTo>
                    <a:pt x="836" y="1146"/>
                    <a:pt x="823" y="1127"/>
                    <a:pt x="814" y="1112"/>
                  </a:cubicBezTo>
                  <a:cubicBezTo>
                    <a:pt x="805" y="1119"/>
                    <a:pt x="805" y="1119"/>
                    <a:pt x="805" y="1119"/>
                  </a:cubicBezTo>
                  <a:moveTo>
                    <a:pt x="156" y="1105"/>
                  </a:moveTo>
                  <a:cubicBezTo>
                    <a:pt x="209" y="1128"/>
                    <a:pt x="275" y="1148"/>
                    <a:pt x="351" y="1164"/>
                  </a:cubicBezTo>
                  <a:cubicBezTo>
                    <a:pt x="343" y="1132"/>
                    <a:pt x="343" y="1132"/>
                    <a:pt x="343" y="1132"/>
                  </a:cubicBezTo>
                  <a:cubicBezTo>
                    <a:pt x="339" y="1127"/>
                    <a:pt x="339" y="1127"/>
                    <a:pt x="339" y="1127"/>
                  </a:cubicBezTo>
                  <a:cubicBezTo>
                    <a:pt x="325" y="1111"/>
                    <a:pt x="309" y="1097"/>
                    <a:pt x="293" y="1081"/>
                  </a:cubicBezTo>
                  <a:cubicBezTo>
                    <a:pt x="286" y="1079"/>
                    <a:pt x="278" y="1077"/>
                    <a:pt x="270" y="1075"/>
                  </a:cubicBezTo>
                  <a:cubicBezTo>
                    <a:pt x="266" y="1074"/>
                    <a:pt x="262" y="1074"/>
                    <a:pt x="258" y="1072"/>
                  </a:cubicBezTo>
                  <a:cubicBezTo>
                    <a:pt x="239" y="1051"/>
                    <a:pt x="239" y="1051"/>
                    <a:pt x="239" y="1051"/>
                  </a:cubicBezTo>
                  <a:cubicBezTo>
                    <a:pt x="237" y="1050"/>
                    <a:pt x="235" y="1049"/>
                    <a:pt x="233" y="1049"/>
                  </a:cubicBezTo>
                  <a:cubicBezTo>
                    <a:pt x="227" y="1039"/>
                    <a:pt x="227" y="1039"/>
                    <a:pt x="227" y="1039"/>
                  </a:cubicBezTo>
                  <a:cubicBezTo>
                    <a:pt x="225" y="1038"/>
                    <a:pt x="223" y="1038"/>
                    <a:pt x="221" y="1037"/>
                  </a:cubicBezTo>
                  <a:cubicBezTo>
                    <a:pt x="209" y="1024"/>
                    <a:pt x="209" y="1024"/>
                    <a:pt x="209" y="1024"/>
                  </a:cubicBezTo>
                  <a:cubicBezTo>
                    <a:pt x="199" y="1026"/>
                    <a:pt x="199" y="1026"/>
                    <a:pt x="199" y="1026"/>
                  </a:cubicBezTo>
                  <a:cubicBezTo>
                    <a:pt x="193" y="1021"/>
                    <a:pt x="193" y="1021"/>
                    <a:pt x="193" y="1021"/>
                  </a:cubicBezTo>
                  <a:cubicBezTo>
                    <a:pt x="203" y="1012"/>
                    <a:pt x="203" y="1012"/>
                    <a:pt x="201" y="1006"/>
                  </a:cubicBezTo>
                  <a:cubicBezTo>
                    <a:pt x="200" y="994"/>
                    <a:pt x="190" y="986"/>
                    <a:pt x="187" y="974"/>
                  </a:cubicBezTo>
                  <a:cubicBezTo>
                    <a:pt x="174" y="940"/>
                    <a:pt x="139" y="921"/>
                    <a:pt x="121" y="890"/>
                  </a:cubicBezTo>
                  <a:cubicBezTo>
                    <a:pt x="123" y="967"/>
                    <a:pt x="136" y="1039"/>
                    <a:pt x="156" y="1105"/>
                  </a:cubicBezTo>
                  <a:moveTo>
                    <a:pt x="1301" y="859"/>
                  </a:moveTo>
                  <a:cubicBezTo>
                    <a:pt x="1313" y="829"/>
                    <a:pt x="1313" y="829"/>
                    <a:pt x="1313" y="829"/>
                  </a:cubicBezTo>
                  <a:cubicBezTo>
                    <a:pt x="1289" y="862"/>
                    <a:pt x="1289" y="862"/>
                    <a:pt x="1289" y="862"/>
                  </a:cubicBezTo>
                  <a:cubicBezTo>
                    <a:pt x="1301" y="859"/>
                    <a:pt x="1301" y="859"/>
                    <a:pt x="1301" y="859"/>
                  </a:cubicBezTo>
                  <a:moveTo>
                    <a:pt x="1351" y="794"/>
                  </a:moveTo>
                  <a:cubicBezTo>
                    <a:pt x="1354" y="782"/>
                    <a:pt x="1354" y="782"/>
                    <a:pt x="1354" y="782"/>
                  </a:cubicBezTo>
                  <a:cubicBezTo>
                    <a:pt x="1348" y="791"/>
                    <a:pt x="1348" y="791"/>
                    <a:pt x="1348" y="791"/>
                  </a:cubicBezTo>
                  <a:cubicBezTo>
                    <a:pt x="1344" y="803"/>
                    <a:pt x="1344" y="803"/>
                    <a:pt x="1344" y="803"/>
                  </a:cubicBezTo>
                  <a:cubicBezTo>
                    <a:pt x="1351" y="794"/>
                    <a:pt x="1351" y="794"/>
                    <a:pt x="1351" y="794"/>
                  </a:cubicBezTo>
                  <a:moveTo>
                    <a:pt x="1096" y="700"/>
                  </a:moveTo>
                  <a:cubicBezTo>
                    <a:pt x="1112" y="707"/>
                    <a:pt x="1112" y="707"/>
                    <a:pt x="1112" y="707"/>
                  </a:cubicBezTo>
                  <a:cubicBezTo>
                    <a:pt x="1100" y="671"/>
                    <a:pt x="1100" y="671"/>
                    <a:pt x="1100" y="671"/>
                  </a:cubicBezTo>
                  <a:cubicBezTo>
                    <a:pt x="1096" y="700"/>
                    <a:pt x="1096" y="700"/>
                    <a:pt x="1096" y="700"/>
                  </a:cubicBezTo>
                  <a:moveTo>
                    <a:pt x="1102" y="1123"/>
                  </a:moveTo>
                  <a:cubicBezTo>
                    <a:pt x="1114" y="1096"/>
                    <a:pt x="1114" y="1096"/>
                    <a:pt x="1114" y="1096"/>
                  </a:cubicBezTo>
                  <a:cubicBezTo>
                    <a:pt x="1102" y="1123"/>
                    <a:pt x="1102" y="1123"/>
                    <a:pt x="1102" y="1123"/>
                  </a:cubicBezTo>
                  <a:cubicBezTo>
                    <a:pt x="1073" y="1126"/>
                    <a:pt x="1073" y="1126"/>
                    <a:pt x="1073" y="1126"/>
                  </a:cubicBezTo>
                  <a:cubicBezTo>
                    <a:pt x="1102" y="1123"/>
                    <a:pt x="1102" y="1123"/>
                    <a:pt x="1102" y="1123"/>
                  </a:cubicBezTo>
                  <a:moveTo>
                    <a:pt x="1085" y="1121"/>
                  </a:moveTo>
                  <a:cubicBezTo>
                    <a:pt x="1082" y="1092"/>
                    <a:pt x="1082" y="1092"/>
                    <a:pt x="1082" y="1092"/>
                  </a:cubicBezTo>
                  <a:cubicBezTo>
                    <a:pt x="1090" y="1091"/>
                    <a:pt x="1098" y="1090"/>
                    <a:pt x="1106" y="1090"/>
                  </a:cubicBezTo>
                  <a:cubicBezTo>
                    <a:pt x="1085" y="1121"/>
                    <a:pt x="1085" y="1121"/>
                    <a:pt x="1085" y="1121"/>
                  </a:cubicBezTo>
                  <a:moveTo>
                    <a:pt x="1136" y="1054"/>
                  </a:moveTo>
                  <a:cubicBezTo>
                    <a:pt x="1122" y="1029"/>
                    <a:pt x="1122" y="1029"/>
                    <a:pt x="1122" y="1029"/>
                  </a:cubicBezTo>
                  <a:cubicBezTo>
                    <a:pt x="1136" y="1054"/>
                    <a:pt x="1136" y="1054"/>
                    <a:pt x="1136" y="1054"/>
                  </a:cubicBezTo>
                  <a:moveTo>
                    <a:pt x="1136" y="1054"/>
                  </a:moveTo>
                  <a:cubicBezTo>
                    <a:pt x="1140" y="1025"/>
                    <a:pt x="1140" y="1025"/>
                    <a:pt x="1140" y="1025"/>
                  </a:cubicBezTo>
                  <a:cubicBezTo>
                    <a:pt x="1136" y="1054"/>
                    <a:pt x="1136" y="1054"/>
                    <a:pt x="1136" y="1054"/>
                  </a:cubicBezTo>
                  <a:moveTo>
                    <a:pt x="1142" y="932"/>
                  </a:moveTo>
                  <a:cubicBezTo>
                    <a:pt x="1141" y="926"/>
                    <a:pt x="1141" y="919"/>
                    <a:pt x="1141" y="913"/>
                  </a:cubicBezTo>
                  <a:cubicBezTo>
                    <a:pt x="1141" y="919"/>
                    <a:pt x="1141" y="926"/>
                    <a:pt x="1142" y="932"/>
                  </a:cubicBezTo>
                  <a:moveTo>
                    <a:pt x="1142" y="932"/>
                  </a:moveTo>
                  <a:cubicBezTo>
                    <a:pt x="1146" y="931"/>
                    <a:pt x="1152" y="930"/>
                    <a:pt x="1157" y="930"/>
                  </a:cubicBezTo>
                  <a:cubicBezTo>
                    <a:pt x="1152" y="930"/>
                    <a:pt x="1146" y="931"/>
                    <a:pt x="1142" y="932"/>
                  </a:cubicBezTo>
                  <a:moveTo>
                    <a:pt x="869" y="940"/>
                  </a:moveTo>
                  <a:cubicBezTo>
                    <a:pt x="860" y="902"/>
                    <a:pt x="860" y="902"/>
                    <a:pt x="860" y="902"/>
                  </a:cubicBezTo>
                  <a:cubicBezTo>
                    <a:pt x="869" y="940"/>
                    <a:pt x="869" y="940"/>
                    <a:pt x="869" y="940"/>
                  </a:cubicBezTo>
                  <a:moveTo>
                    <a:pt x="869" y="940"/>
                  </a:moveTo>
                  <a:cubicBezTo>
                    <a:pt x="888" y="928"/>
                    <a:pt x="888" y="928"/>
                    <a:pt x="888" y="928"/>
                  </a:cubicBezTo>
                  <a:cubicBezTo>
                    <a:pt x="869" y="940"/>
                    <a:pt x="869" y="940"/>
                    <a:pt x="869" y="94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700"/>
                    <a:pt x="1073" y="700"/>
                  </a:cubicBezTo>
                  <a:cubicBezTo>
                    <a:pt x="1073" y="700"/>
                    <a:pt x="1073" y="700"/>
                    <a:pt x="1073" y="700"/>
                  </a:cubicBezTo>
                  <a:moveTo>
                    <a:pt x="1073" y="700"/>
                  </a:moveTo>
                  <a:cubicBezTo>
                    <a:pt x="1073" y="700"/>
                    <a:pt x="1073" y="699"/>
                    <a:pt x="1073" y="699"/>
                  </a:cubicBezTo>
                  <a:cubicBezTo>
                    <a:pt x="1073" y="699"/>
                    <a:pt x="1073" y="700"/>
                    <a:pt x="1073" y="700"/>
                  </a:cubicBezTo>
                  <a:moveTo>
                    <a:pt x="1073" y="699"/>
                  </a:moveTo>
                  <a:cubicBezTo>
                    <a:pt x="1073" y="699"/>
                    <a:pt x="1073" y="699"/>
                    <a:pt x="1073" y="699"/>
                  </a:cubicBezTo>
                  <a:cubicBezTo>
                    <a:pt x="1073" y="699"/>
                    <a:pt x="1073" y="699"/>
                    <a:pt x="1073" y="699"/>
                  </a:cubicBezTo>
                  <a:moveTo>
                    <a:pt x="1073" y="698"/>
                  </a:moveTo>
                  <a:cubicBezTo>
                    <a:pt x="1073" y="699"/>
                    <a:pt x="1073" y="699"/>
                    <a:pt x="1073" y="699"/>
                  </a:cubicBezTo>
                  <a:cubicBezTo>
                    <a:pt x="1073" y="699"/>
                    <a:pt x="1073" y="699"/>
                    <a:pt x="1073" y="699"/>
                  </a:cubicBezTo>
                  <a:moveTo>
                    <a:pt x="1073" y="698"/>
                  </a:moveTo>
                  <a:cubicBezTo>
                    <a:pt x="1073" y="698"/>
                    <a:pt x="1073" y="698"/>
                    <a:pt x="1073" y="698"/>
                  </a:cubicBezTo>
                  <a:cubicBezTo>
                    <a:pt x="1073" y="698"/>
                    <a:pt x="1073" y="698"/>
                    <a:pt x="1073" y="698"/>
                  </a:cubicBezTo>
                  <a:moveTo>
                    <a:pt x="1073" y="697"/>
                  </a:moveTo>
                  <a:cubicBezTo>
                    <a:pt x="1073" y="698"/>
                    <a:pt x="1073" y="698"/>
                    <a:pt x="1073" y="698"/>
                  </a:cubicBezTo>
                  <a:cubicBezTo>
                    <a:pt x="1073" y="698"/>
                    <a:pt x="1073" y="698"/>
                    <a:pt x="1073" y="697"/>
                  </a:cubicBezTo>
                  <a:moveTo>
                    <a:pt x="1073" y="697"/>
                  </a:moveTo>
                  <a:cubicBezTo>
                    <a:pt x="1073" y="697"/>
                    <a:pt x="1073" y="697"/>
                    <a:pt x="1073" y="697"/>
                  </a:cubicBezTo>
                  <a:cubicBezTo>
                    <a:pt x="1073" y="697"/>
                    <a:pt x="1073" y="697"/>
                    <a:pt x="1073" y="697"/>
                  </a:cubicBezTo>
                  <a:moveTo>
                    <a:pt x="1073" y="696"/>
                  </a:moveTo>
                  <a:cubicBezTo>
                    <a:pt x="1073" y="696"/>
                    <a:pt x="1073" y="696"/>
                    <a:pt x="1073" y="697"/>
                  </a:cubicBezTo>
                  <a:cubicBezTo>
                    <a:pt x="1073" y="696"/>
                    <a:pt x="1073" y="696"/>
                    <a:pt x="1073" y="696"/>
                  </a:cubicBezTo>
                  <a:moveTo>
                    <a:pt x="1073" y="695"/>
                  </a:moveTo>
                  <a:cubicBezTo>
                    <a:pt x="1073" y="695"/>
                    <a:pt x="1073" y="696"/>
                    <a:pt x="1073" y="696"/>
                  </a:cubicBezTo>
                  <a:cubicBezTo>
                    <a:pt x="1073" y="696"/>
                    <a:pt x="1073" y="695"/>
                    <a:pt x="1073" y="695"/>
                  </a:cubicBezTo>
                  <a:moveTo>
                    <a:pt x="1073" y="694"/>
                  </a:moveTo>
                  <a:cubicBezTo>
                    <a:pt x="1073" y="694"/>
                    <a:pt x="1073" y="695"/>
                    <a:pt x="1073" y="695"/>
                  </a:cubicBezTo>
                  <a:cubicBezTo>
                    <a:pt x="1073" y="695"/>
                    <a:pt x="1073" y="694"/>
                    <a:pt x="1073" y="694"/>
                  </a:cubicBezTo>
                  <a:moveTo>
                    <a:pt x="1073" y="694"/>
                  </a:moveTo>
                  <a:cubicBezTo>
                    <a:pt x="1073" y="694"/>
                    <a:pt x="1073" y="694"/>
                    <a:pt x="1073" y="694"/>
                  </a:cubicBezTo>
                  <a:cubicBezTo>
                    <a:pt x="1073" y="694"/>
                    <a:pt x="1073" y="694"/>
                    <a:pt x="1073" y="694"/>
                  </a:cubicBezTo>
                  <a:moveTo>
                    <a:pt x="1073" y="692"/>
                  </a:moveTo>
                  <a:cubicBezTo>
                    <a:pt x="1073" y="693"/>
                    <a:pt x="1073" y="693"/>
                    <a:pt x="1073" y="694"/>
                  </a:cubicBezTo>
                  <a:cubicBezTo>
                    <a:pt x="1073" y="693"/>
                    <a:pt x="1073" y="693"/>
                    <a:pt x="1073" y="692"/>
                  </a:cubicBezTo>
                  <a:moveTo>
                    <a:pt x="1073" y="691"/>
                  </a:moveTo>
                  <a:cubicBezTo>
                    <a:pt x="1073" y="691"/>
                    <a:pt x="1073" y="692"/>
                    <a:pt x="1073" y="692"/>
                  </a:cubicBezTo>
                  <a:cubicBezTo>
                    <a:pt x="1073" y="692"/>
                    <a:pt x="1073" y="691"/>
                    <a:pt x="1073" y="691"/>
                  </a:cubicBezTo>
                  <a:moveTo>
                    <a:pt x="1073" y="690"/>
                  </a:moveTo>
                  <a:cubicBezTo>
                    <a:pt x="1073" y="690"/>
                    <a:pt x="1073" y="691"/>
                    <a:pt x="1073" y="691"/>
                  </a:cubicBezTo>
                  <a:cubicBezTo>
                    <a:pt x="1073" y="690"/>
                    <a:pt x="1073" y="689"/>
                    <a:pt x="1073" y="688"/>
                  </a:cubicBezTo>
                  <a:cubicBezTo>
                    <a:pt x="1073" y="689"/>
                    <a:pt x="1073" y="690"/>
                    <a:pt x="1073" y="690"/>
                  </a:cubicBezTo>
                  <a:moveTo>
                    <a:pt x="643" y="623"/>
                  </a:moveTo>
                  <a:cubicBezTo>
                    <a:pt x="652" y="605"/>
                    <a:pt x="652" y="605"/>
                    <a:pt x="652" y="605"/>
                  </a:cubicBezTo>
                  <a:cubicBezTo>
                    <a:pt x="643" y="623"/>
                    <a:pt x="643" y="623"/>
                    <a:pt x="643" y="623"/>
                  </a:cubicBezTo>
                  <a:cubicBezTo>
                    <a:pt x="635" y="632"/>
                    <a:pt x="635" y="632"/>
                    <a:pt x="635" y="632"/>
                  </a:cubicBezTo>
                  <a:cubicBezTo>
                    <a:pt x="643" y="623"/>
                    <a:pt x="643" y="623"/>
                    <a:pt x="643" y="623"/>
                  </a:cubicBezTo>
                  <a:moveTo>
                    <a:pt x="1290" y="910"/>
                  </a:moveTo>
                  <a:cubicBezTo>
                    <a:pt x="1293" y="909"/>
                    <a:pt x="1295" y="909"/>
                    <a:pt x="1297" y="909"/>
                  </a:cubicBezTo>
                  <a:cubicBezTo>
                    <a:pt x="1295" y="909"/>
                    <a:pt x="1293" y="909"/>
                    <a:pt x="1290" y="910"/>
                  </a:cubicBezTo>
                  <a:cubicBezTo>
                    <a:pt x="1240" y="928"/>
                    <a:pt x="1240" y="928"/>
                    <a:pt x="1240" y="928"/>
                  </a:cubicBezTo>
                  <a:cubicBezTo>
                    <a:pt x="1234" y="929"/>
                    <a:pt x="1226" y="930"/>
                    <a:pt x="1219" y="931"/>
                  </a:cubicBezTo>
                  <a:cubicBezTo>
                    <a:pt x="1218" y="922"/>
                    <a:pt x="1218" y="912"/>
                    <a:pt x="1218" y="903"/>
                  </a:cubicBezTo>
                  <a:cubicBezTo>
                    <a:pt x="1210" y="885"/>
                    <a:pt x="1210" y="885"/>
                    <a:pt x="1210" y="885"/>
                  </a:cubicBezTo>
                  <a:cubicBezTo>
                    <a:pt x="1204" y="897"/>
                    <a:pt x="1204" y="897"/>
                    <a:pt x="1204" y="897"/>
                  </a:cubicBezTo>
                  <a:cubicBezTo>
                    <a:pt x="1186" y="879"/>
                    <a:pt x="1186" y="879"/>
                    <a:pt x="1186" y="879"/>
                  </a:cubicBezTo>
                  <a:cubicBezTo>
                    <a:pt x="1173" y="862"/>
                    <a:pt x="1155" y="841"/>
                    <a:pt x="1141" y="825"/>
                  </a:cubicBezTo>
                  <a:cubicBezTo>
                    <a:pt x="1135" y="790"/>
                    <a:pt x="1135" y="790"/>
                    <a:pt x="1135" y="790"/>
                  </a:cubicBezTo>
                  <a:cubicBezTo>
                    <a:pt x="1121" y="766"/>
                    <a:pt x="1103" y="734"/>
                    <a:pt x="1089" y="710"/>
                  </a:cubicBezTo>
                  <a:cubicBezTo>
                    <a:pt x="1089" y="707"/>
                    <a:pt x="1088" y="704"/>
                    <a:pt x="1088" y="700"/>
                  </a:cubicBezTo>
                  <a:cubicBezTo>
                    <a:pt x="1070" y="674"/>
                    <a:pt x="1070" y="674"/>
                    <a:pt x="1070" y="674"/>
                  </a:cubicBezTo>
                  <a:cubicBezTo>
                    <a:pt x="1088" y="700"/>
                    <a:pt x="1088" y="700"/>
                    <a:pt x="1088" y="700"/>
                  </a:cubicBezTo>
                  <a:cubicBezTo>
                    <a:pt x="1091" y="700"/>
                    <a:pt x="1093" y="700"/>
                    <a:pt x="1096" y="700"/>
                  </a:cubicBezTo>
                  <a:cubicBezTo>
                    <a:pt x="1100" y="671"/>
                    <a:pt x="1100" y="671"/>
                    <a:pt x="1100" y="671"/>
                  </a:cubicBezTo>
                  <a:cubicBezTo>
                    <a:pt x="1100" y="668"/>
                    <a:pt x="1099" y="665"/>
                    <a:pt x="1099" y="662"/>
                  </a:cubicBezTo>
                  <a:cubicBezTo>
                    <a:pt x="1081" y="664"/>
                    <a:pt x="1065" y="665"/>
                    <a:pt x="1047" y="667"/>
                  </a:cubicBezTo>
                  <a:cubicBezTo>
                    <a:pt x="1037" y="668"/>
                    <a:pt x="1027" y="669"/>
                    <a:pt x="1017" y="669"/>
                  </a:cubicBezTo>
                  <a:cubicBezTo>
                    <a:pt x="1009" y="660"/>
                    <a:pt x="1009" y="660"/>
                    <a:pt x="1009" y="660"/>
                  </a:cubicBezTo>
                  <a:cubicBezTo>
                    <a:pt x="988" y="660"/>
                    <a:pt x="971" y="639"/>
                    <a:pt x="948" y="645"/>
                  </a:cubicBezTo>
                  <a:cubicBezTo>
                    <a:pt x="940" y="648"/>
                    <a:pt x="940" y="648"/>
                    <a:pt x="928" y="683"/>
                  </a:cubicBezTo>
                  <a:cubicBezTo>
                    <a:pt x="917" y="681"/>
                    <a:pt x="902" y="677"/>
                    <a:pt x="890" y="675"/>
                  </a:cubicBezTo>
                  <a:cubicBezTo>
                    <a:pt x="874" y="649"/>
                    <a:pt x="874" y="649"/>
                    <a:pt x="874" y="649"/>
                  </a:cubicBezTo>
                  <a:cubicBezTo>
                    <a:pt x="860" y="648"/>
                    <a:pt x="860" y="648"/>
                    <a:pt x="860" y="648"/>
                  </a:cubicBezTo>
                  <a:cubicBezTo>
                    <a:pt x="857" y="648"/>
                    <a:pt x="855" y="648"/>
                    <a:pt x="852" y="648"/>
                  </a:cubicBezTo>
                  <a:cubicBezTo>
                    <a:pt x="838" y="646"/>
                    <a:pt x="838" y="646"/>
                    <a:pt x="830" y="611"/>
                  </a:cubicBezTo>
                  <a:cubicBezTo>
                    <a:pt x="828" y="617"/>
                    <a:pt x="824" y="625"/>
                    <a:pt x="822" y="631"/>
                  </a:cubicBezTo>
                  <a:cubicBezTo>
                    <a:pt x="830" y="611"/>
                    <a:pt x="830" y="611"/>
                    <a:pt x="830" y="611"/>
                  </a:cubicBezTo>
                  <a:cubicBezTo>
                    <a:pt x="830" y="605"/>
                    <a:pt x="830" y="599"/>
                    <a:pt x="830" y="593"/>
                  </a:cubicBezTo>
                  <a:cubicBezTo>
                    <a:pt x="813" y="593"/>
                    <a:pt x="797" y="593"/>
                    <a:pt x="780" y="593"/>
                  </a:cubicBezTo>
                  <a:cubicBezTo>
                    <a:pt x="742" y="593"/>
                    <a:pt x="707" y="627"/>
                    <a:pt x="666" y="606"/>
                  </a:cubicBezTo>
                  <a:cubicBezTo>
                    <a:pt x="661" y="606"/>
                    <a:pt x="657" y="605"/>
                    <a:pt x="652" y="605"/>
                  </a:cubicBezTo>
                  <a:cubicBezTo>
                    <a:pt x="643" y="623"/>
                    <a:pt x="643" y="623"/>
                    <a:pt x="643" y="623"/>
                  </a:cubicBezTo>
                  <a:cubicBezTo>
                    <a:pt x="635" y="632"/>
                    <a:pt x="635" y="632"/>
                    <a:pt x="635" y="632"/>
                  </a:cubicBezTo>
                  <a:cubicBezTo>
                    <a:pt x="611" y="657"/>
                    <a:pt x="611" y="657"/>
                    <a:pt x="611" y="657"/>
                  </a:cubicBezTo>
                  <a:cubicBezTo>
                    <a:pt x="610" y="663"/>
                    <a:pt x="610" y="670"/>
                    <a:pt x="609" y="676"/>
                  </a:cubicBezTo>
                  <a:cubicBezTo>
                    <a:pt x="610" y="670"/>
                    <a:pt x="610" y="663"/>
                    <a:pt x="611" y="657"/>
                  </a:cubicBezTo>
                  <a:cubicBezTo>
                    <a:pt x="594" y="682"/>
                    <a:pt x="570" y="700"/>
                    <a:pt x="553" y="724"/>
                  </a:cubicBezTo>
                  <a:cubicBezTo>
                    <a:pt x="540" y="742"/>
                    <a:pt x="528" y="769"/>
                    <a:pt x="518" y="789"/>
                  </a:cubicBezTo>
                  <a:cubicBezTo>
                    <a:pt x="524" y="808"/>
                    <a:pt x="524" y="808"/>
                    <a:pt x="523" y="828"/>
                  </a:cubicBezTo>
                  <a:cubicBezTo>
                    <a:pt x="523" y="834"/>
                    <a:pt x="522" y="841"/>
                    <a:pt x="522" y="847"/>
                  </a:cubicBezTo>
                  <a:cubicBezTo>
                    <a:pt x="521" y="863"/>
                    <a:pt x="520" y="879"/>
                    <a:pt x="520" y="894"/>
                  </a:cubicBezTo>
                  <a:cubicBezTo>
                    <a:pt x="525" y="895"/>
                    <a:pt x="530" y="896"/>
                    <a:pt x="535" y="896"/>
                  </a:cubicBezTo>
                  <a:cubicBezTo>
                    <a:pt x="551" y="915"/>
                    <a:pt x="551" y="915"/>
                    <a:pt x="551" y="915"/>
                  </a:cubicBezTo>
                  <a:cubicBezTo>
                    <a:pt x="579" y="919"/>
                    <a:pt x="579" y="919"/>
                    <a:pt x="579" y="919"/>
                  </a:cubicBezTo>
                  <a:cubicBezTo>
                    <a:pt x="579" y="922"/>
                    <a:pt x="579" y="926"/>
                    <a:pt x="579" y="929"/>
                  </a:cubicBezTo>
                  <a:cubicBezTo>
                    <a:pt x="579" y="926"/>
                    <a:pt x="579" y="922"/>
                    <a:pt x="579" y="919"/>
                  </a:cubicBezTo>
                  <a:cubicBezTo>
                    <a:pt x="551" y="915"/>
                    <a:pt x="551" y="915"/>
                    <a:pt x="551" y="915"/>
                  </a:cubicBezTo>
                  <a:cubicBezTo>
                    <a:pt x="535" y="896"/>
                    <a:pt x="535" y="896"/>
                    <a:pt x="535" y="896"/>
                  </a:cubicBezTo>
                  <a:cubicBezTo>
                    <a:pt x="530" y="896"/>
                    <a:pt x="525" y="895"/>
                    <a:pt x="520" y="894"/>
                  </a:cubicBezTo>
                  <a:cubicBezTo>
                    <a:pt x="520" y="900"/>
                    <a:pt x="519" y="907"/>
                    <a:pt x="519" y="913"/>
                  </a:cubicBezTo>
                  <a:cubicBezTo>
                    <a:pt x="556" y="992"/>
                    <a:pt x="556" y="992"/>
                    <a:pt x="602" y="1033"/>
                  </a:cubicBezTo>
                  <a:cubicBezTo>
                    <a:pt x="542" y="940"/>
                    <a:pt x="542" y="940"/>
                    <a:pt x="537" y="914"/>
                  </a:cubicBezTo>
                  <a:cubicBezTo>
                    <a:pt x="539" y="921"/>
                    <a:pt x="541" y="931"/>
                    <a:pt x="542" y="939"/>
                  </a:cubicBezTo>
                  <a:cubicBezTo>
                    <a:pt x="542" y="941"/>
                    <a:pt x="542" y="941"/>
                    <a:pt x="602" y="1033"/>
                  </a:cubicBezTo>
                  <a:cubicBezTo>
                    <a:pt x="623" y="1032"/>
                    <a:pt x="651" y="1030"/>
                    <a:pt x="672" y="1029"/>
                  </a:cubicBezTo>
                  <a:cubicBezTo>
                    <a:pt x="679" y="1029"/>
                    <a:pt x="687" y="1030"/>
                    <a:pt x="695" y="1030"/>
                  </a:cubicBezTo>
                  <a:cubicBezTo>
                    <a:pt x="711" y="1022"/>
                    <a:pt x="711" y="1022"/>
                    <a:pt x="711" y="1022"/>
                  </a:cubicBezTo>
                  <a:cubicBezTo>
                    <a:pt x="742" y="1012"/>
                    <a:pt x="742" y="1012"/>
                    <a:pt x="742" y="1012"/>
                  </a:cubicBezTo>
                  <a:cubicBezTo>
                    <a:pt x="711" y="1022"/>
                    <a:pt x="711" y="1022"/>
                    <a:pt x="711" y="1022"/>
                  </a:cubicBezTo>
                  <a:cubicBezTo>
                    <a:pt x="759" y="1023"/>
                    <a:pt x="759" y="1023"/>
                    <a:pt x="759" y="1023"/>
                  </a:cubicBezTo>
                  <a:cubicBezTo>
                    <a:pt x="767" y="1052"/>
                    <a:pt x="767" y="1052"/>
                    <a:pt x="767" y="1052"/>
                  </a:cubicBezTo>
                  <a:cubicBezTo>
                    <a:pt x="782" y="1042"/>
                    <a:pt x="782" y="1042"/>
                    <a:pt x="782" y="1042"/>
                  </a:cubicBezTo>
                  <a:cubicBezTo>
                    <a:pt x="790" y="1042"/>
                    <a:pt x="798" y="1042"/>
                    <a:pt x="806" y="1042"/>
                  </a:cubicBezTo>
                  <a:cubicBezTo>
                    <a:pt x="821" y="1052"/>
                    <a:pt x="821" y="1052"/>
                    <a:pt x="821" y="1052"/>
                  </a:cubicBezTo>
                  <a:cubicBezTo>
                    <a:pt x="822" y="1069"/>
                    <a:pt x="822" y="1069"/>
                    <a:pt x="822" y="1069"/>
                  </a:cubicBezTo>
                  <a:cubicBezTo>
                    <a:pt x="821" y="1052"/>
                    <a:pt x="821" y="1052"/>
                    <a:pt x="821" y="1052"/>
                  </a:cubicBezTo>
                  <a:cubicBezTo>
                    <a:pt x="806" y="1042"/>
                    <a:pt x="806" y="1042"/>
                    <a:pt x="806" y="1042"/>
                  </a:cubicBezTo>
                  <a:cubicBezTo>
                    <a:pt x="814" y="1060"/>
                    <a:pt x="814" y="1060"/>
                    <a:pt x="814" y="1060"/>
                  </a:cubicBezTo>
                  <a:cubicBezTo>
                    <a:pt x="814" y="1069"/>
                    <a:pt x="814" y="1077"/>
                    <a:pt x="814" y="1086"/>
                  </a:cubicBezTo>
                  <a:cubicBezTo>
                    <a:pt x="814" y="1092"/>
                    <a:pt x="814" y="1097"/>
                    <a:pt x="814" y="1103"/>
                  </a:cubicBezTo>
                  <a:cubicBezTo>
                    <a:pt x="814" y="1106"/>
                    <a:pt x="814" y="1109"/>
                    <a:pt x="814" y="1112"/>
                  </a:cubicBezTo>
                  <a:cubicBezTo>
                    <a:pt x="823" y="1127"/>
                    <a:pt x="836" y="1146"/>
                    <a:pt x="845" y="1161"/>
                  </a:cubicBezTo>
                  <a:cubicBezTo>
                    <a:pt x="855" y="1183"/>
                    <a:pt x="857" y="1191"/>
                    <a:pt x="859" y="1209"/>
                  </a:cubicBezTo>
                  <a:cubicBezTo>
                    <a:pt x="923" y="1208"/>
                    <a:pt x="987" y="1205"/>
                    <a:pt x="1050" y="1200"/>
                  </a:cubicBezTo>
                  <a:cubicBezTo>
                    <a:pt x="1051" y="1195"/>
                    <a:pt x="1051" y="1190"/>
                    <a:pt x="1052" y="1185"/>
                  </a:cubicBezTo>
                  <a:cubicBezTo>
                    <a:pt x="1045" y="1177"/>
                    <a:pt x="1045" y="1177"/>
                    <a:pt x="1045" y="1177"/>
                  </a:cubicBezTo>
                  <a:cubicBezTo>
                    <a:pt x="1040" y="1129"/>
                    <a:pt x="1040" y="1129"/>
                    <a:pt x="1040" y="1129"/>
                  </a:cubicBezTo>
                  <a:cubicBezTo>
                    <a:pt x="1045" y="1177"/>
                    <a:pt x="1045" y="1177"/>
                    <a:pt x="1045" y="1177"/>
                  </a:cubicBezTo>
                  <a:cubicBezTo>
                    <a:pt x="1055" y="1144"/>
                    <a:pt x="1055" y="1144"/>
                    <a:pt x="1055" y="1144"/>
                  </a:cubicBezTo>
                  <a:cubicBezTo>
                    <a:pt x="1045" y="1177"/>
                    <a:pt x="1045" y="1177"/>
                    <a:pt x="1045" y="1177"/>
                  </a:cubicBezTo>
                  <a:cubicBezTo>
                    <a:pt x="1054" y="1161"/>
                    <a:pt x="1054" y="1161"/>
                    <a:pt x="1054" y="1161"/>
                  </a:cubicBezTo>
                  <a:cubicBezTo>
                    <a:pt x="1045" y="1177"/>
                    <a:pt x="1045" y="1177"/>
                    <a:pt x="1045" y="1177"/>
                  </a:cubicBezTo>
                  <a:cubicBezTo>
                    <a:pt x="1052" y="1185"/>
                    <a:pt x="1052" y="1185"/>
                    <a:pt x="1052" y="1185"/>
                  </a:cubicBezTo>
                  <a:cubicBezTo>
                    <a:pt x="1060" y="1176"/>
                    <a:pt x="1060" y="1176"/>
                    <a:pt x="1060" y="1176"/>
                  </a:cubicBezTo>
                  <a:cubicBezTo>
                    <a:pt x="1052" y="1185"/>
                    <a:pt x="1052" y="1185"/>
                    <a:pt x="1052" y="1185"/>
                  </a:cubicBezTo>
                  <a:cubicBezTo>
                    <a:pt x="1051" y="1190"/>
                    <a:pt x="1051" y="1195"/>
                    <a:pt x="1050" y="1200"/>
                  </a:cubicBezTo>
                  <a:cubicBezTo>
                    <a:pt x="1067" y="1198"/>
                    <a:pt x="1067" y="1198"/>
                    <a:pt x="1067" y="1198"/>
                  </a:cubicBezTo>
                  <a:cubicBezTo>
                    <a:pt x="1050" y="1200"/>
                    <a:pt x="1050" y="1200"/>
                    <a:pt x="1050" y="1200"/>
                  </a:cubicBezTo>
                  <a:cubicBezTo>
                    <a:pt x="1086" y="1197"/>
                    <a:pt x="1121" y="1193"/>
                    <a:pt x="1156" y="1189"/>
                  </a:cubicBezTo>
                  <a:cubicBezTo>
                    <a:pt x="1150" y="1167"/>
                    <a:pt x="1150" y="1167"/>
                    <a:pt x="1150" y="1167"/>
                  </a:cubicBezTo>
                  <a:cubicBezTo>
                    <a:pt x="1152" y="1158"/>
                    <a:pt x="1153" y="1150"/>
                    <a:pt x="1154" y="1142"/>
                  </a:cubicBezTo>
                  <a:cubicBezTo>
                    <a:pt x="1161" y="1132"/>
                    <a:pt x="1161" y="1132"/>
                    <a:pt x="1161" y="1132"/>
                  </a:cubicBezTo>
                  <a:cubicBezTo>
                    <a:pt x="1171" y="1124"/>
                    <a:pt x="1171" y="1124"/>
                    <a:pt x="1171" y="1124"/>
                  </a:cubicBezTo>
                  <a:cubicBezTo>
                    <a:pt x="1193" y="1098"/>
                    <a:pt x="1223" y="1064"/>
                    <a:pt x="1245" y="1037"/>
                  </a:cubicBezTo>
                  <a:cubicBezTo>
                    <a:pt x="1275" y="987"/>
                    <a:pt x="1275" y="987"/>
                    <a:pt x="1275" y="987"/>
                  </a:cubicBezTo>
                  <a:cubicBezTo>
                    <a:pt x="1245" y="1037"/>
                    <a:pt x="1245" y="1037"/>
                    <a:pt x="1245" y="1037"/>
                  </a:cubicBezTo>
                  <a:cubicBezTo>
                    <a:pt x="1275" y="987"/>
                    <a:pt x="1275" y="987"/>
                    <a:pt x="1275" y="987"/>
                  </a:cubicBezTo>
                  <a:cubicBezTo>
                    <a:pt x="1275" y="984"/>
                    <a:pt x="1275" y="981"/>
                    <a:pt x="1276" y="978"/>
                  </a:cubicBezTo>
                  <a:cubicBezTo>
                    <a:pt x="1283" y="968"/>
                    <a:pt x="1283" y="968"/>
                    <a:pt x="1283" y="968"/>
                  </a:cubicBezTo>
                  <a:cubicBezTo>
                    <a:pt x="1297" y="909"/>
                    <a:pt x="1297" y="909"/>
                    <a:pt x="1297" y="909"/>
                  </a:cubicBezTo>
                  <a:cubicBezTo>
                    <a:pt x="1295" y="909"/>
                    <a:pt x="1293" y="909"/>
                    <a:pt x="1290" y="910"/>
                  </a:cubicBezTo>
                  <a:moveTo>
                    <a:pt x="1078" y="618"/>
                  </a:moveTo>
                  <a:cubicBezTo>
                    <a:pt x="1076" y="609"/>
                    <a:pt x="1075" y="600"/>
                    <a:pt x="1074" y="591"/>
                  </a:cubicBezTo>
                  <a:cubicBezTo>
                    <a:pt x="1051" y="583"/>
                    <a:pt x="1051" y="583"/>
                    <a:pt x="1051" y="583"/>
                  </a:cubicBezTo>
                  <a:cubicBezTo>
                    <a:pt x="1065" y="618"/>
                    <a:pt x="1065" y="618"/>
                    <a:pt x="1065" y="618"/>
                  </a:cubicBezTo>
                  <a:cubicBezTo>
                    <a:pt x="1078" y="618"/>
                    <a:pt x="1078" y="618"/>
                    <a:pt x="1078" y="618"/>
                  </a:cubicBezTo>
                  <a:moveTo>
                    <a:pt x="698" y="585"/>
                  </a:moveTo>
                  <a:cubicBezTo>
                    <a:pt x="698" y="585"/>
                    <a:pt x="699" y="584"/>
                    <a:pt x="699" y="584"/>
                  </a:cubicBezTo>
                  <a:cubicBezTo>
                    <a:pt x="681" y="583"/>
                    <a:pt x="664" y="582"/>
                    <a:pt x="647" y="581"/>
                  </a:cubicBezTo>
                  <a:cubicBezTo>
                    <a:pt x="660" y="594"/>
                    <a:pt x="660" y="594"/>
                    <a:pt x="660" y="594"/>
                  </a:cubicBezTo>
                  <a:cubicBezTo>
                    <a:pt x="695" y="590"/>
                    <a:pt x="695" y="590"/>
                    <a:pt x="695" y="590"/>
                  </a:cubicBezTo>
                  <a:cubicBezTo>
                    <a:pt x="696" y="589"/>
                    <a:pt x="697" y="587"/>
                    <a:pt x="698" y="585"/>
                  </a:cubicBezTo>
                  <a:moveTo>
                    <a:pt x="666" y="606"/>
                  </a:moveTo>
                  <a:cubicBezTo>
                    <a:pt x="686" y="616"/>
                    <a:pt x="686" y="616"/>
                    <a:pt x="686" y="616"/>
                  </a:cubicBezTo>
                  <a:cubicBezTo>
                    <a:pt x="666" y="606"/>
                    <a:pt x="666" y="606"/>
                    <a:pt x="666" y="606"/>
                  </a:cubicBezTo>
                  <a:moveTo>
                    <a:pt x="701" y="587"/>
                  </a:moveTo>
                  <a:cubicBezTo>
                    <a:pt x="702" y="586"/>
                    <a:pt x="702" y="585"/>
                    <a:pt x="703" y="584"/>
                  </a:cubicBezTo>
                  <a:cubicBezTo>
                    <a:pt x="701" y="584"/>
                    <a:pt x="700" y="584"/>
                    <a:pt x="699" y="584"/>
                  </a:cubicBezTo>
                  <a:cubicBezTo>
                    <a:pt x="698" y="587"/>
                    <a:pt x="697" y="588"/>
                    <a:pt x="695" y="590"/>
                  </a:cubicBezTo>
                  <a:cubicBezTo>
                    <a:pt x="685" y="591"/>
                    <a:pt x="671" y="593"/>
                    <a:pt x="660" y="594"/>
                  </a:cubicBezTo>
                  <a:cubicBezTo>
                    <a:pt x="647" y="581"/>
                    <a:pt x="647" y="581"/>
                    <a:pt x="647" y="581"/>
                  </a:cubicBezTo>
                  <a:cubicBezTo>
                    <a:pt x="642" y="581"/>
                    <a:pt x="637" y="580"/>
                    <a:pt x="631" y="580"/>
                  </a:cubicBezTo>
                  <a:cubicBezTo>
                    <a:pt x="652" y="605"/>
                    <a:pt x="652" y="605"/>
                    <a:pt x="652" y="605"/>
                  </a:cubicBezTo>
                  <a:cubicBezTo>
                    <a:pt x="657" y="605"/>
                    <a:pt x="661" y="606"/>
                    <a:pt x="666" y="606"/>
                  </a:cubicBezTo>
                  <a:cubicBezTo>
                    <a:pt x="695" y="597"/>
                    <a:pt x="695" y="597"/>
                    <a:pt x="695" y="597"/>
                  </a:cubicBezTo>
                  <a:cubicBezTo>
                    <a:pt x="696" y="596"/>
                    <a:pt x="697" y="594"/>
                    <a:pt x="701" y="587"/>
                  </a:cubicBezTo>
                  <a:moveTo>
                    <a:pt x="880" y="589"/>
                  </a:moveTo>
                  <a:cubicBezTo>
                    <a:pt x="880" y="588"/>
                    <a:pt x="880" y="588"/>
                    <a:pt x="880" y="587"/>
                  </a:cubicBezTo>
                  <a:cubicBezTo>
                    <a:pt x="874" y="587"/>
                    <a:pt x="867" y="588"/>
                    <a:pt x="861" y="588"/>
                  </a:cubicBezTo>
                  <a:cubicBezTo>
                    <a:pt x="875" y="603"/>
                    <a:pt x="879" y="597"/>
                    <a:pt x="880" y="589"/>
                  </a:cubicBezTo>
                  <a:moveTo>
                    <a:pt x="947" y="588"/>
                  </a:moveTo>
                  <a:cubicBezTo>
                    <a:pt x="956" y="584"/>
                    <a:pt x="956" y="584"/>
                    <a:pt x="956" y="584"/>
                  </a:cubicBezTo>
                  <a:cubicBezTo>
                    <a:pt x="952" y="585"/>
                    <a:pt x="949" y="585"/>
                    <a:pt x="946" y="585"/>
                  </a:cubicBezTo>
                  <a:cubicBezTo>
                    <a:pt x="947" y="588"/>
                    <a:pt x="947" y="588"/>
                    <a:pt x="947" y="588"/>
                  </a:cubicBezTo>
                  <a:moveTo>
                    <a:pt x="1120" y="716"/>
                  </a:moveTo>
                  <a:cubicBezTo>
                    <a:pt x="1112" y="707"/>
                    <a:pt x="1112" y="707"/>
                    <a:pt x="1112" y="707"/>
                  </a:cubicBezTo>
                  <a:cubicBezTo>
                    <a:pt x="1120" y="716"/>
                    <a:pt x="1120" y="716"/>
                    <a:pt x="1120" y="716"/>
                  </a:cubicBezTo>
                  <a:moveTo>
                    <a:pt x="1361" y="694"/>
                  </a:moveTo>
                  <a:cubicBezTo>
                    <a:pt x="1351" y="640"/>
                    <a:pt x="1336" y="587"/>
                    <a:pt x="1319" y="535"/>
                  </a:cubicBezTo>
                  <a:cubicBezTo>
                    <a:pt x="1305" y="539"/>
                    <a:pt x="1290" y="542"/>
                    <a:pt x="1274" y="546"/>
                  </a:cubicBezTo>
                  <a:cubicBezTo>
                    <a:pt x="1275" y="550"/>
                    <a:pt x="1277" y="555"/>
                    <a:pt x="1278" y="560"/>
                  </a:cubicBezTo>
                  <a:cubicBezTo>
                    <a:pt x="1277" y="555"/>
                    <a:pt x="1275" y="550"/>
                    <a:pt x="1274" y="546"/>
                  </a:cubicBezTo>
                  <a:cubicBezTo>
                    <a:pt x="1272" y="546"/>
                    <a:pt x="1270" y="547"/>
                    <a:pt x="1269" y="547"/>
                  </a:cubicBezTo>
                  <a:cubicBezTo>
                    <a:pt x="1271" y="551"/>
                    <a:pt x="1271" y="551"/>
                    <a:pt x="1271" y="551"/>
                  </a:cubicBezTo>
                  <a:cubicBezTo>
                    <a:pt x="1252" y="556"/>
                    <a:pt x="1252" y="556"/>
                    <a:pt x="1252" y="556"/>
                  </a:cubicBezTo>
                  <a:cubicBezTo>
                    <a:pt x="1244" y="557"/>
                    <a:pt x="1242" y="557"/>
                    <a:pt x="1236" y="553"/>
                  </a:cubicBezTo>
                  <a:cubicBezTo>
                    <a:pt x="1225" y="555"/>
                    <a:pt x="1212" y="558"/>
                    <a:pt x="1200" y="560"/>
                  </a:cubicBezTo>
                  <a:cubicBezTo>
                    <a:pt x="1201" y="561"/>
                    <a:pt x="1201" y="563"/>
                    <a:pt x="1202" y="565"/>
                  </a:cubicBezTo>
                  <a:cubicBezTo>
                    <a:pt x="1201" y="563"/>
                    <a:pt x="1201" y="561"/>
                    <a:pt x="1200" y="560"/>
                  </a:cubicBezTo>
                  <a:cubicBezTo>
                    <a:pt x="1183" y="562"/>
                    <a:pt x="1166" y="565"/>
                    <a:pt x="1148" y="568"/>
                  </a:cubicBezTo>
                  <a:cubicBezTo>
                    <a:pt x="1103" y="573"/>
                    <a:pt x="1057" y="578"/>
                    <a:pt x="1011" y="581"/>
                  </a:cubicBezTo>
                  <a:cubicBezTo>
                    <a:pt x="1016" y="586"/>
                    <a:pt x="1016" y="586"/>
                    <a:pt x="1016" y="586"/>
                  </a:cubicBezTo>
                  <a:cubicBezTo>
                    <a:pt x="1038" y="594"/>
                    <a:pt x="1038" y="594"/>
                    <a:pt x="1038" y="594"/>
                  </a:cubicBezTo>
                  <a:cubicBezTo>
                    <a:pt x="1044" y="584"/>
                    <a:pt x="1044" y="584"/>
                    <a:pt x="1044" y="584"/>
                  </a:cubicBezTo>
                  <a:cubicBezTo>
                    <a:pt x="1047" y="584"/>
                    <a:pt x="1049" y="583"/>
                    <a:pt x="1051" y="583"/>
                  </a:cubicBezTo>
                  <a:cubicBezTo>
                    <a:pt x="1074" y="591"/>
                    <a:pt x="1074" y="591"/>
                    <a:pt x="1074" y="591"/>
                  </a:cubicBezTo>
                  <a:cubicBezTo>
                    <a:pt x="1076" y="590"/>
                    <a:pt x="1078" y="590"/>
                    <a:pt x="1081" y="590"/>
                  </a:cubicBezTo>
                  <a:cubicBezTo>
                    <a:pt x="1100" y="577"/>
                    <a:pt x="1100" y="577"/>
                    <a:pt x="1100" y="577"/>
                  </a:cubicBezTo>
                  <a:cubicBezTo>
                    <a:pt x="1081" y="590"/>
                    <a:pt x="1081" y="590"/>
                    <a:pt x="1081" y="590"/>
                  </a:cubicBezTo>
                  <a:cubicBezTo>
                    <a:pt x="1085" y="590"/>
                    <a:pt x="1090" y="589"/>
                    <a:pt x="1095" y="588"/>
                  </a:cubicBezTo>
                  <a:cubicBezTo>
                    <a:pt x="1094" y="608"/>
                    <a:pt x="1093" y="634"/>
                    <a:pt x="1092" y="654"/>
                  </a:cubicBezTo>
                  <a:cubicBezTo>
                    <a:pt x="1075" y="655"/>
                    <a:pt x="1075" y="655"/>
                    <a:pt x="1075" y="655"/>
                  </a:cubicBezTo>
                  <a:cubicBezTo>
                    <a:pt x="1047" y="667"/>
                    <a:pt x="1047" y="667"/>
                    <a:pt x="1047" y="667"/>
                  </a:cubicBezTo>
                  <a:cubicBezTo>
                    <a:pt x="1065" y="665"/>
                    <a:pt x="1081" y="664"/>
                    <a:pt x="1099" y="662"/>
                  </a:cubicBezTo>
                  <a:cubicBezTo>
                    <a:pt x="1099" y="665"/>
                    <a:pt x="1100" y="668"/>
                    <a:pt x="1100" y="671"/>
                  </a:cubicBezTo>
                  <a:cubicBezTo>
                    <a:pt x="1112" y="707"/>
                    <a:pt x="1112" y="707"/>
                    <a:pt x="1112" y="707"/>
                  </a:cubicBezTo>
                  <a:cubicBezTo>
                    <a:pt x="1120" y="716"/>
                    <a:pt x="1120" y="716"/>
                    <a:pt x="1120" y="716"/>
                  </a:cubicBezTo>
                  <a:cubicBezTo>
                    <a:pt x="1128" y="724"/>
                    <a:pt x="1128" y="724"/>
                    <a:pt x="1128" y="724"/>
                  </a:cubicBezTo>
                  <a:cubicBezTo>
                    <a:pt x="1120" y="716"/>
                    <a:pt x="1120" y="716"/>
                    <a:pt x="1120" y="716"/>
                  </a:cubicBezTo>
                  <a:cubicBezTo>
                    <a:pt x="1128" y="724"/>
                    <a:pt x="1128" y="724"/>
                    <a:pt x="1128" y="724"/>
                  </a:cubicBezTo>
                  <a:cubicBezTo>
                    <a:pt x="1142" y="748"/>
                    <a:pt x="1150" y="775"/>
                    <a:pt x="1166" y="798"/>
                  </a:cubicBezTo>
                  <a:cubicBezTo>
                    <a:pt x="1177" y="817"/>
                    <a:pt x="1196" y="830"/>
                    <a:pt x="1208" y="848"/>
                  </a:cubicBezTo>
                  <a:cubicBezTo>
                    <a:pt x="1209" y="860"/>
                    <a:pt x="1209" y="872"/>
                    <a:pt x="1210" y="885"/>
                  </a:cubicBezTo>
                  <a:cubicBezTo>
                    <a:pt x="1218" y="903"/>
                    <a:pt x="1218" y="903"/>
                    <a:pt x="1218" y="903"/>
                  </a:cubicBezTo>
                  <a:cubicBezTo>
                    <a:pt x="1223" y="902"/>
                    <a:pt x="1228" y="901"/>
                    <a:pt x="1233" y="900"/>
                  </a:cubicBezTo>
                  <a:cubicBezTo>
                    <a:pt x="1240" y="890"/>
                    <a:pt x="1240" y="890"/>
                    <a:pt x="1240" y="890"/>
                  </a:cubicBezTo>
                  <a:cubicBezTo>
                    <a:pt x="1289" y="862"/>
                    <a:pt x="1289" y="862"/>
                    <a:pt x="1289" y="862"/>
                  </a:cubicBezTo>
                  <a:cubicBezTo>
                    <a:pt x="1313" y="829"/>
                    <a:pt x="1313" y="829"/>
                    <a:pt x="1313" y="829"/>
                  </a:cubicBezTo>
                  <a:cubicBezTo>
                    <a:pt x="1344" y="803"/>
                    <a:pt x="1344" y="803"/>
                    <a:pt x="1344" y="803"/>
                  </a:cubicBezTo>
                  <a:cubicBezTo>
                    <a:pt x="1348" y="791"/>
                    <a:pt x="1348" y="791"/>
                    <a:pt x="1348" y="791"/>
                  </a:cubicBezTo>
                  <a:cubicBezTo>
                    <a:pt x="1354" y="782"/>
                    <a:pt x="1354" y="782"/>
                    <a:pt x="1354" y="782"/>
                  </a:cubicBezTo>
                  <a:cubicBezTo>
                    <a:pt x="1354" y="778"/>
                    <a:pt x="1354" y="775"/>
                    <a:pt x="1354" y="773"/>
                  </a:cubicBezTo>
                  <a:cubicBezTo>
                    <a:pt x="1362" y="745"/>
                    <a:pt x="1362" y="745"/>
                    <a:pt x="1362" y="742"/>
                  </a:cubicBezTo>
                  <a:cubicBezTo>
                    <a:pt x="1362" y="742"/>
                    <a:pt x="1362" y="743"/>
                    <a:pt x="1362" y="744"/>
                  </a:cubicBezTo>
                  <a:cubicBezTo>
                    <a:pt x="1361" y="747"/>
                    <a:pt x="1361" y="747"/>
                    <a:pt x="1354" y="773"/>
                  </a:cubicBezTo>
                  <a:cubicBezTo>
                    <a:pt x="1373" y="745"/>
                    <a:pt x="1373" y="745"/>
                    <a:pt x="1351" y="715"/>
                  </a:cubicBezTo>
                  <a:cubicBezTo>
                    <a:pt x="1347" y="716"/>
                    <a:pt x="1343" y="717"/>
                    <a:pt x="1339" y="718"/>
                  </a:cubicBezTo>
                  <a:cubicBezTo>
                    <a:pt x="1328" y="698"/>
                    <a:pt x="1328" y="698"/>
                    <a:pt x="1328" y="698"/>
                  </a:cubicBezTo>
                  <a:cubicBezTo>
                    <a:pt x="1308" y="724"/>
                    <a:pt x="1308" y="724"/>
                    <a:pt x="1308" y="724"/>
                  </a:cubicBezTo>
                  <a:cubicBezTo>
                    <a:pt x="1302" y="726"/>
                    <a:pt x="1295" y="727"/>
                    <a:pt x="1289" y="729"/>
                  </a:cubicBezTo>
                  <a:cubicBezTo>
                    <a:pt x="1288" y="725"/>
                    <a:pt x="1288" y="723"/>
                    <a:pt x="1287" y="719"/>
                  </a:cubicBezTo>
                  <a:cubicBezTo>
                    <a:pt x="1285" y="720"/>
                    <a:pt x="1283" y="720"/>
                    <a:pt x="1280" y="721"/>
                  </a:cubicBezTo>
                  <a:cubicBezTo>
                    <a:pt x="1283" y="720"/>
                    <a:pt x="1285" y="720"/>
                    <a:pt x="1287" y="719"/>
                  </a:cubicBezTo>
                  <a:cubicBezTo>
                    <a:pt x="1286" y="710"/>
                    <a:pt x="1284" y="701"/>
                    <a:pt x="1283" y="692"/>
                  </a:cubicBezTo>
                  <a:cubicBezTo>
                    <a:pt x="1276" y="693"/>
                    <a:pt x="1269" y="694"/>
                    <a:pt x="1263" y="695"/>
                  </a:cubicBezTo>
                  <a:cubicBezTo>
                    <a:pt x="1264" y="702"/>
                    <a:pt x="1265" y="707"/>
                    <a:pt x="1266" y="714"/>
                  </a:cubicBezTo>
                  <a:cubicBezTo>
                    <a:pt x="1265" y="707"/>
                    <a:pt x="1264" y="702"/>
                    <a:pt x="1263" y="695"/>
                  </a:cubicBezTo>
                  <a:cubicBezTo>
                    <a:pt x="1261" y="696"/>
                    <a:pt x="1259" y="696"/>
                    <a:pt x="1256" y="696"/>
                  </a:cubicBezTo>
                  <a:cubicBezTo>
                    <a:pt x="1259" y="696"/>
                    <a:pt x="1261" y="696"/>
                    <a:pt x="1263" y="695"/>
                  </a:cubicBezTo>
                  <a:cubicBezTo>
                    <a:pt x="1269" y="694"/>
                    <a:pt x="1276" y="693"/>
                    <a:pt x="1283" y="692"/>
                  </a:cubicBezTo>
                  <a:cubicBezTo>
                    <a:pt x="1261" y="686"/>
                    <a:pt x="1261" y="686"/>
                    <a:pt x="1261" y="686"/>
                  </a:cubicBezTo>
                  <a:cubicBezTo>
                    <a:pt x="1246" y="679"/>
                    <a:pt x="1246" y="679"/>
                    <a:pt x="1246" y="679"/>
                  </a:cubicBezTo>
                  <a:cubicBezTo>
                    <a:pt x="1245" y="670"/>
                    <a:pt x="1243" y="661"/>
                    <a:pt x="1241" y="652"/>
                  </a:cubicBezTo>
                  <a:cubicBezTo>
                    <a:pt x="1236" y="653"/>
                    <a:pt x="1235" y="655"/>
                    <a:pt x="1235" y="660"/>
                  </a:cubicBezTo>
                  <a:cubicBezTo>
                    <a:pt x="1236" y="652"/>
                    <a:pt x="1236" y="652"/>
                    <a:pt x="1259" y="652"/>
                  </a:cubicBezTo>
                  <a:cubicBezTo>
                    <a:pt x="1302" y="687"/>
                    <a:pt x="1302" y="687"/>
                    <a:pt x="1302" y="687"/>
                  </a:cubicBezTo>
                  <a:cubicBezTo>
                    <a:pt x="1334" y="690"/>
                    <a:pt x="1334" y="690"/>
                    <a:pt x="1334" y="690"/>
                  </a:cubicBezTo>
                  <a:cubicBezTo>
                    <a:pt x="1342" y="698"/>
                    <a:pt x="1342" y="698"/>
                    <a:pt x="1342" y="698"/>
                  </a:cubicBezTo>
                  <a:cubicBezTo>
                    <a:pt x="1348" y="696"/>
                    <a:pt x="1354" y="695"/>
                    <a:pt x="1361" y="694"/>
                  </a:cubicBezTo>
                  <a:moveTo>
                    <a:pt x="1557" y="371"/>
                  </a:moveTo>
                  <a:cubicBezTo>
                    <a:pt x="1555" y="366"/>
                    <a:pt x="1555" y="366"/>
                    <a:pt x="1555" y="366"/>
                  </a:cubicBezTo>
                  <a:cubicBezTo>
                    <a:pt x="1556" y="368"/>
                    <a:pt x="1556" y="369"/>
                    <a:pt x="1556" y="371"/>
                  </a:cubicBezTo>
                  <a:cubicBezTo>
                    <a:pt x="1558" y="374"/>
                    <a:pt x="1558" y="374"/>
                    <a:pt x="1558" y="374"/>
                  </a:cubicBezTo>
                  <a:cubicBezTo>
                    <a:pt x="1558" y="373"/>
                    <a:pt x="1557" y="372"/>
                    <a:pt x="1557" y="371"/>
                  </a:cubicBezTo>
                  <a:moveTo>
                    <a:pt x="123" y="438"/>
                  </a:moveTo>
                  <a:cubicBezTo>
                    <a:pt x="125" y="436"/>
                    <a:pt x="126" y="433"/>
                    <a:pt x="128" y="430"/>
                  </a:cubicBezTo>
                  <a:cubicBezTo>
                    <a:pt x="122" y="435"/>
                    <a:pt x="122" y="435"/>
                    <a:pt x="122" y="435"/>
                  </a:cubicBezTo>
                  <a:cubicBezTo>
                    <a:pt x="118" y="438"/>
                    <a:pt x="118" y="438"/>
                    <a:pt x="118" y="438"/>
                  </a:cubicBezTo>
                  <a:cubicBezTo>
                    <a:pt x="120" y="439"/>
                    <a:pt x="121" y="440"/>
                    <a:pt x="122" y="441"/>
                  </a:cubicBezTo>
                  <a:cubicBezTo>
                    <a:pt x="122" y="440"/>
                    <a:pt x="123" y="439"/>
                    <a:pt x="123" y="438"/>
                  </a:cubicBezTo>
                  <a:moveTo>
                    <a:pt x="1553" y="359"/>
                  </a:moveTo>
                  <a:cubicBezTo>
                    <a:pt x="1552" y="357"/>
                    <a:pt x="1551" y="356"/>
                    <a:pt x="1551" y="355"/>
                  </a:cubicBezTo>
                  <a:cubicBezTo>
                    <a:pt x="1542" y="340"/>
                    <a:pt x="1537" y="334"/>
                    <a:pt x="1535" y="331"/>
                  </a:cubicBezTo>
                  <a:cubicBezTo>
                    <a:pt x="1537" y="334"/>
                    <a:pt x="1539" y="338"/>
                    <a:pt x="1541" y="342"/>
                  </a:cubicBezTo>
                  <a:cubicBezTo>
                    <a:pt x="1540" y="339"/>
                    <a:pt x="1540" y="339"/>
                    <a:pt x="1540" y="339"/>
                  </a:cubicBezTo>
                  <a:cubicBezTo>
                    <a:pt x="1553" y="359"/>
                    <a:pt x="1553" y="359"/>
                    <a:pt x="1553" y="359"/>
                  </a:cubicBezTo>
                  <a:moveTo>
                    <a:pt x="1548" y="356"/>
                  </a:moveTo>
                  <a:cubicBezTo>
                    <a:pt x="1542" y="343"/>
                    <a:pt x="1542" y="343"/>
                    <a:pt x="1542" y="343"/>
                  </a:cubicBezTo>
                  <a:cubicBezTo>
                    <a:pt x="1533" y="332"/>
                    <a:pt x="1533" y="332"/>
                    <a:pt x="1533" y="332"/>
                  </a:cubicBezTo>
                  <a:cubicBezTo>
                    <a:pt x="1548" y="356"/>
                    <a:pt x="1548" y="356"/>
                    <a:pt x="1548" y="356"/>
                  </a:cubicBezTo>
                  <a:moveTo>
                    <a:pt x="181" y="379"/>
                  </a:moveTo>
                  <a:cubicBezTo>
                    <a:pt x="182" y="377"/>
                    <a:pt x="184" y="374"/>
                    <a:pt x="186" y="372"/>
                  </a:cubicBezTo>
                  <a:cubicBezTo>
                    <a:pt x="178" y="378"/>
                    <a:pt x="178" y="378"/>
                    <a:pt x="178" y="378"/>
                  </a:cubicBezTo>
                  <a:cubicBezTo>
                    <a:pt x="179" y="378"/>
                    <a:pt x="180" y="379"/>
                    <a:pt x="181" y="379"/>
                  </a:cubicBezTo>
                  <a:moveTo>
                    <a:pt x="181" y="391"/>
                  </a:moveTo>
                  <a:cubicBezTo>
                    <a:pt x="198" y="369"/>
                    <a:pt x="198" y="369"/>
                    <a:pt x="198" y="369"/>
                  </a:cubicBezTo>
                  <a:cubicBezTo>
                    <a:pt x="188" y="374"/>
                    <a:pt x="188" y="374"/>
                    <a:pt x="188" y="374"/>
                  </a:cubicBezTo>
                  <a:cubicBezTo>
                    <a:pt x="178" y="389"/>
                    <a:pt x="178" y="389"/>
                    <a:pt x="178" y="389"/>
                  </a:cubicBezTo>
                  <a:cubicBezTo>
                    <a:pt x="179" y="390"/>
                    <a:pt x="180" y="390"/>
                    <a:pt x="181" y="391"/>
                  </a:cubicBezTo>
                  <a:moveTo>
                    <a:pt x="189" y="351"/>
                  </a:moveTo>
                  <a:cubicBezTo>
                    <a:pt x="190" y="353"/>
                    <a:pt x="192" y="353"/>
                    <a:pt x="193" y="355"/>
                  </a:cubicBezTo>
                  <a:cubicBezTo>
                    <a:pt x="197" y="344"/>
                    <a:pt x="197" y="344"/>
                    <a:pt x="197" y="344"/>
                  </a:cubicBezTo>
                  <a:cubicBezTo>
                    <a:pt x="189" y="351"/>
                    <a:pt x="189" y="351"/>
                    <a:pt x="189" y="351"/>
                  </a:cubicBezTo>
                  <a:moveTo>
                    <a:pt x="316" y="181"/>
                  </a:moveTo>
                  <a:cubicBezTo>
                    <a:pt x="321" y="177"/>
                    <a:pt x="325" y="173"/>
                    <a:pt x="330" y="169"/>
                  </a:cubicBezTo>
                  <a:cubicBezTo>
                    <a:pt x="329" y="168"/>
                    <a:pt x="328" y="167"/>
                    <a:pt x="328" y="166"/>
                  </a:cubicBezTo>
                  <a:cubicBezTo>
                    <a:pt x="323" y="170"/>
                    <a:pt x="318" y="174"/>
                    <a:pt x="313" y="178"/>
                  </a:cubicBezTo>
                  <a:cubicBezTo>
                    <a:pt x="314" y="179"/>
                    <a:pt x="315" y="180"/>
                    <a:pt x="316" y="181"/>
                  </a:cubicBezTo>
                  <a:moveTo>
                    <a:pt x="378" y="193"/>
                  </a:moveTo>
                  <a:cubicBezTo>
                    <a:pt x="381" y="191"/>
                    <a:pt x="381" y="187"/>
                    <a:pt x="383" y="185"/>
                  </a:cubicBezTo>
                  <a:cubicBezTo>
                    <a:pt x="373" y="191"/>
                    <a:pt x="373" y="191"/>
                    <a:pt x="373" y="191"/>
                  </a:cubicBezTo>
                  <a:cubicBezTo>
                    <a:pt x="373" y="177"/>
                    <a:pt x="373" y="177"/>
                    <a:pt x="373" y="177"/>
                  </a:cubicBezTo>
                  <a:cubicBezTo>
                    <a:pt x="358" y="191"/>
                    <a:pt x="358" y="191"/>
                    <a:pt x="358" y="191"/>
                  </a:cubicBezTo>
                  <a:cubicBezTo>
                    <a:pt x="354" y="194"/>
                    <a:pt x="347" y="201"/>
                    <a:pt x="354" y="201"/>
                  </a:cubicBezTo>
                  <a:cubicBezTo>
                    <a:pt x="360" y="201"/>
                    <a:pt x="374" y="194"/>
                    <a:pt x="378" y="193"/>
                  </a:cubicBezTo>
                  <a:moveTo>
                    <a:pt x="316" y="167"/>
                  </a:moveTo>
                  <a:cubicBezTo>
                    <a:pt x="335" y="160"/>
                    <a:pt x="335" y="160"/>
                    <a:pt x="335" y="160"/>
                  </a:cubicBezTo>
                  <a:cubicBezTo>
                    <a:pt x="348" y="148"/>
                    <a:pt x="348" y="148"/>
                    <a:pt x="348" y="148"/>
                  </a:cubicBezTo>
                  <a:cubicBezTo>
                    <a:pt x="339" y="150"/>
                    <a:pt x="339" y="150"/>
                    <a:pt x="339" y="150"/>
                  </a:cubicBezTo>
                  <a:cubicBezTo>
                    <a:pt x="316" y="167"/>
                    <a:pt x="316" y="167"/>
                    <a:pt x="316" y="167"/>
                  </a:cubicBezTo>
                  <a:moveTo>
                    <a:pt x="339" y="150"/>
                  </a:moveTo>
                  <a:cubicBezTo>
                    <a:pt x="348" y="148"/>
                    <a:pt x="348" y="148"/>
                    <a:pt x="348" y="148"/>
                  </a:cubicBezTo>
                  <a:cubicBezTo>
                    <a:pt x="352" y="138"/>
                    <a:pt x="352" y="138"/>
                    <a:pt x="352" y="138"/>
                  </a:cubicBezTo>
                  <a:cubicBezTo>
                    <a:pt x="328" y="152"/>
                    <a:pt x="328" y="152"/>
                    <a:pt x="328" y="152"/>
                  </a:cubicBezTo>
                  <a:cubicBezTo>
                    <a:pt x="339" y="150"/>
                    <a:pt x="339" y="150"/>
                    <a:pt x="339" y="150"/>
                  </a:cubicBezTo>
                  <a:moveTo>
                    <a:pt x="359" y="158"/>
                  </a:moveTo>
                  <a:cubicBezTo>
                    <a:pt x="361" y="156"/>
                    <a:pt x="364" y="154"/>
                    <a:pt x="366" y="152"/>
                  </a:cubicBezTo>
                  <a:cubicBezTo>
                    <a:pt x="365" y="151"/>
                    <a:pt x="364" y="150"/>
                    <a:pt x="363" y="150"/>
                  </a:cubicBezTo>
                  <a:cubicBezTo>
                    <a:pt x="354" y="154"/>
                    <a:pt x="354" y="154"/>
                    <a:pt x="354" y="154"/>
                  </a:cubicBezTo>
                  <a:cubicBezTo>
                    <a:pt x="356" y="155"/>
                    <a:pt x="357" y="157"/>
                    <a:pt x="359" y="158"/>
                  </a:cubicBezTo>
                  <a:moveTo>
                    <a:pt x="360" y="159"/>
                  </a:moveTo>
                  <a:cubicBezTo>
                    <a:pt x="363" y="158"/>
                    <a:pt x="365" y="155"/>
                    <a:pt x="367" y="153"/>
                  </a:cubicBezTo>
                  <a:cubicBezTo>
                    <a:pt x="367" y="153"/>
                    <a:pt x="366" y="152"/>
                    <a:pt x="366" y="152"/>
                  </a:cubicBezTo>
                  <a:cubicBezTo>
                    <a:pt x="364" y="154"/>
                    <a:pt x="361" y="156"/>
                    <a:pt x="359" y="158"/>
                  </a:cubicBezTo>
                  <a:cubicBezTo>
                    <a:pt x="359" y="159"/>
                    <a:pt x="360" y="159"/>
                    <a:pt x="360" y="159"/>
                  </a:cubicBezTo>
                  <a:moveTo>
                    <a:pt x="365" y="163"/>
                  </a:moveTo>
                  <a:cubicBezTo>
                    <a:pt x="372" y="158"/>
                    <a:pt x="379" y="151"/>
                    <a:pt x="387" y="146"/>
                  </a:cubicBezTo>
                  <a:cubicBezTo>
                    <a:pt x="367" y="153"/>
                    <a:pt x="367" y="153"/>
                    <a:pt x="367" y="153"/>
                  </a:cubicBezTo>
                  <a:cubicBezTo>
                    <a:pt x="365" y="155"/>
                    <a:pt x="363" y="158"/>
                    <a:pt x="360" y="159"/>
                  </a:cubicBezTo>
                  <a:cubicBezTo>
                    <a:pt x="362" y="160"/>
                    <a:pt x="364" y="162"/>
                    <a:pt x="365" y="163"/>
                  </a:cubicBezTo>
                  <a:moveTo>
                    <a:pt x="328" y="152"/>
                  </a:moveTo>
                  <a:cubicBezTo>
                    <a:pt x="352" y="138"/>
                    <a:pt x="352" y="138"/>
                    <a:pt x="352" y="138"/>
                  </a:cubicBezTo>
                  <a:cubicBezTo>
                    <a:pt x="351" y="137"/>
                    <a:pt x="351" y="136"/>
                    <a:pt x="350" y="135"/>
                  </a:cubicBezTo>
                  <a:cubicBezTo>
                    <a:pt x="350" y="134"/>
                    <a:pt x="349" y="133"/>
                    <a:pt x="349" y="132"/>
                  </a:cubicBezTo>
                  <a:cubicBezTo>
                    <a:pt x="349" y="133"/>
                    <a:pt x="350" y="134"/>
                    <a:pt x="350" y="135"/>
                  </a:cubicBezTo>
                  <a:cubicBezTo>
                    <a:pt x="366" y="126"/>
                    <a:pt x="366" y="126"/>
                    <a:pt x="366" y="126"/>
                  </a:cubicBezTo>
                  <a:cubicBezTo>
                    <a:pt x="374" y="119"/>
                    <a:pt x="374" y="119"/>
                    <a:pt x="374" y="119"/>
                  </a:cubicBezTo>
                  <a:cubicBezTo>
                    <a:pt x="355" y="125"/>
                    <a:pt x="355" y="125"/>
                    <a:pt x="355" y="125"/>
                  </a:cubicBezTo>
                  <a:cubicBezTo>
                    <a:pt x="352" y="127"/>
                    <a:pt x="350" y="128"/>
                    <a:pt x="347" y="130"/>
                  </a:cubicBezTo>
                  <a:cubicBezTo>
                    <a:pt x="334" y="144"/>
                    <a:pt x="334" y="144"/>
                    <a:pt x="334" y="144"/>
                  </a:cubicBezTo>
                  <a:cubicBezTo>
                    <a:pt x="327" y="151"/>
                    <a:pt x="327" y="151"/>
                    <a:pt x="327" y="151"/>
                  </a:cubicBezTo>
                  <a:cubicBezTo>
                    <a:pt x="334" y="144"/>
                    <a:pt x="334" y="144"/>
                    <a:pt x="334" y="144"/>
                  </a:cubicBezTo>
                  <a:cubicBezTo>
                    <a:pt x="327" y="151"/>
                    <a:pt x="327" y="151"/>
                    <a:pt x="327" y="151"/>
                  </a:cubicBezTo>
                  <a:cubicBezTo>
                    <a:pt x="328" y="151"/>
                    <a:pt x="328" y="152"/>
                    <a:pt x="328" y="152"/>
                  </a:cubicBezTo>
                  <a:moveTo>
                    <a:pt x="379" y="112"/>
                  </a:moveTo>
                  <a:cubicBezTo>
                    <a:pt x="388" y="107"/>
                    <a:pt x="388" y="107"/>
                    <a:pt x="388" y="107"/>
                  </a:cubicBezTo>
                  <a:cubicBezTo>
                    <a:pt x="379" y="112"/>
                    <a:pt x="379" y="112"/>
                    <a:pt x="379" y="112"/>
                  </a:cubicBezTo>
                  <a:cubicBezTo>
                    <a:pt x="371" y="116"/>
                    <a:pt x="371" y="116"/>
                    <a:pt x="371" y="116"/>
                  </a:cubicBezTo>
                  <a:cubicBezTo>
                    <a:pt x="379" y="112"/>
                    <a:pt x="379" y="112"/>
                    <a:pt x="379" y="112"/>
                  </a:cubicBezTo>
                  <a:moveTo>
                    <a:pt x="404" y="125"/>
                  </a:moveTo>
                  <a:cubicBezTo>
                    <a:pt x="405" y="126"/>
                    <a:pt x="406" y="127"/>
                    <a:pt x="407" y="127"/>
                  </a:cubicBezTo>
                  <a:cubicBezTo>
                    <a:pt x="412" y="120"/>
                    <a:pt x="412" y="120"/>
                    <a:pt x="412" y="120"/>
                  </a:cubicBezTo>
                  <a:cubicBezTo>
                    <a:pt x="400" y="122"/>
                    <a:pt x="400" y="122"/>
                    <a:pt x="400" y="122"/>
                  </a:cubicBezTo>
                  <a:cubicBezTo>
                    <a:pt x="395" y="125"/>
                    <a:pt x="390" y="129"/>
                    <a:pt x="385" y="133"/>
                  </a:cubicBezTo>
                  <a:cubicBezTo>
                    <a:pt x="387" y="134"/>
                    <a:pt x="388" y="135"/>
                    <a:pt x="389" y="136"/>
                  </a:cubicBezTo>
                  <a:cubicBezTo>
                    <a:pt x="394" y="132"/>
                    <a:pt x="399" y="129"/>
                    <a:pt x="404" y="125"/>
                  </a:cubicBezTo>
                  <a:moveTo>
                    <a:pt x="443" y="28"/>
                  </a:moveTo>
                  <a:cubicBezTo>
                    <a:pt x="423" y="39"/>
                    <a:pt x="423" y="39"/>
                    <a:pt x="423" y="39"/>
                  </a:cubicBezTo>
                  <a:cubicBezTo>
                    <a:pt x="448" y="26"/>
                    <a:pt x="448" y="26"/>
                    <a:pt x="448" y="26"/>
                  </a:cubicBezTo>
                  <a:cubicBezTo>
                    <a:pt x="449" y="25"/>
                    <a:pt x="450" y="25"/>
                    <a:pt x="451" y="24"/>
                  </a:cubicBezTo>
                  <a:cubicBezTo>
                    <a:pt x="437" y="30"/>
                    <a:pt x="437" y="30"/>
                    <a:pt x="437" y="30"/>
                  </a:cubicBezTo>
                  <a:cubicBezTo>
                    <a:pt x="443" y="28"/>
                    <a:pt x="443" y="28"/>
                    <a:pt x="443" y="28"/>
                  </a:cubicBezTo>
                  <a:moveTo>
                    <a:pt x="456" y="87"/>
                  </a:moveTo>
                  <a:cubicBezTo>
                    <a:pt x="449" y="93"/>
                    <a:pt x="449" y="93"/>
                    <a:pt x="449" y="93"/>
                  </a:cubicBezTo>
                  <a:cubicBezTo>
                    <a:pt x="456" y="87"/>
                    <a:pt x="456" y="87"/>
                    <a:pt x="456" y="87"/>
                  </a:cubicBezTo>
                  <a:moveTo>
                    <a:pt x="442" y="99"/>
                  </a:moveTo>
                  <a:cubicBezTo>
                    <a:pt x="449" y="93"/>
                    <a:pt x="449" y="93"/>
                    <a:pt x="449" y="93"/>
                  </a:cubicBezTo>
                  <a:cubicBezTo>
                    <a:pt x="442" y="99"/>
                    <a:pt x="442" y="99"/>
                    <a:pt x="442" y="99"/>
                  </a:cubicBezTo>
                  <a:moveTo>
                    <a:pt x="442" y="99"/>
                  </a:moveTo>
                  <a:cubicBezTo>
                    <a:pt x="437" y="107"/>
                    <a:pt x="437" y="107"/>
                    <a:pt x="437" y="107"/>
                  </a:cubicBezTo>
                  <a:cubicBezTo>
                    <a:pt x="442" y="99"/>
                    <a:pt x="442" y="99"/>
                    <a:pt x="442" y="99"/>
                  </a:cubicBezTo>
                  <a:moveTo>
                    <a:pt x="125" y="413"/>
                  </a:moveTo>
                  <a:cubicBezTo>
                    <a:pt x="118" y="420"/>
                    <a:pt x="118" y="420"/>
                    <a:pt x="118" y="420"/>
                  </a:cubicBezTo>
                  <a:cubicBezTo>
                    <a:pt x="125" y="413"/>
                    <a:pt x="125" y="413"/>
                    <a:pt x="125" y="413"/>
                  </a:cubicBezTo>
                  <a:moveTo>
                    <a:pt x="130" y="408"/>
                  </a:moveTo>
                  <a:cubicBezTo>
                    <a:pt x="125" y="413"/>
                    <a:pt x="125" y="413"/>
                    <a:pt x="125" y="413"/>
                  </a:cubicBezTo>
                  <a:cubicBezTo>
                    <a:pt x="130" y="408"/>
                    <a:pt x="130" y="408"/>
                    <a:pt x="130" y="408"/>
                  </a:cubicBezTo>
                  <a:moveTo>
                    <a:pt x="132" y="410"/>
                  </a:moveTo>
                  <a:cubicBezTo>
                    <a:pt x="134" y="407"/>
                    <a:pt x="135" y="405"/>
                    <a:pt x="137" y="402"/>
                  </a:cubicBezTo>
                  <a:cubicBezTo>
                    <a:pt x="130" y="408"/>
                    <a:pt x="130" y="408"/>
                    <a:pt x="130" y="408"/>
                  </a:cubicBezTo>
                  <a:cubicBezTo>
                    <a:pt x="137" y="402"/>
                    <a:pt x="137" y="402"/>
                    <a:pt x="137" y="402"/>
                  </a:cubicBezTo>
                  <a:cubicBezTo>
                    <a:pt x="135" y="405"/>
                    <a:pt x="134" y="407"/>
                    <a:pt x="132" y="410"/>
                  </a:cubicBezTo>
                  <a:moveTo>
                    <a:pt x="139" y="404"/>
                  </a:moveTo>
                  <a:cubicBezTo>
                    <a:pt x="138" y="403"/>
                    <a:pt x="138" y="403"/>
                    <a:pt x="137" y="402"/>
                  </a:cubicBezTo>
                  <a:cubicBezTo>
                    <a:pt x="138" y="403"/>
                    <a:pt x="138" y="403"/>
                    <a:pt x="139" y="404"/>
                  </a:cubicBezTo>
                  <a:moveTo>
                    <a:pt x="146" y="398"/>
                  </a:moveTo>
                  <a:cubicBezTo>
                    <a:pt x="139" y="404"/>
                    <a:pt x="139" y="404"/>
                    <a:pt x="139" y="404"/>
                  </a:cubicBezTo>
                  <a:cubicBezTo>
                    <a:pt x="146" y="398"/>
                    <a:pt x="146" y="398"/>
                    <a:pt x="146" y="398"/>
                  </a:cubicBezTo>
                  <a:moveTo>
                    <a:pt x="146" y="398"/>
                  </a:moveTo>
                  <a:cubicBezTo>
                    <a:pt x="152" y="392"/>
                    <a:pt x="152" y="392"/>
                    <a:pt x="152" y="392"/>
                  </a:cubicBezTo>
                  <a:cubicBezTo>
                    <a:pt x="146" y="398"/>
                    <a:pt x="146" y="398"/>
                    <a:pt x="146" y="398"/>
                  </a:cubicBezTo>
                  <a:moveTo>
                    <a:pt x="150" y="402"/>
                  </a:moveTo>
                  <a:cubicBezTo>
                    <a:pt x="151" y="399"/>
                    <a:pt x="153" y="396"/>
                    <a:pt x="155" y="394"/>
                  </a:cubicBezTo>
                  <a:cubicBezTo>
                    <a:pt x="153" y="396"/>
                    <a:pt x="151" y="399"/>
                    <a:pt x="150" y="402"/>
                  </a:cubicBezTo>
                  <a:cubicBezTo>
                    <a:pt x="151" y="399"/>
                    <a:pt x="153" y="396"/>
                    <a:pt x="155" y="394"/>
                  </a:cubicBezTo>
                  <a:cubicBezTo>
                    <a:pt x="154" y="393"/>
                    <a:pt x="153" y="393"/>
                    <a:pt x="152" y="392"/>
                  </a:cubicBezTo>
                  <a:cubicBezTo>
                    <a:pt x="153" y="393"/>
                    <a:pt x="154" y="393"/>
                    <a:pt x="155" y="394"/>
                  </a:cubicBezTo>
                  <a:cubicBezTo>
                    <a:pt x="157" y="384"/>
                    <a:pt x="157" y="384"/>
                    <a:pt x="157" y="384"/>
                  </a:cubicBezTo>
                  <a:cubicBezTo>
                    <a:pt x="155" y="394"/>
                    <a:pt x="155" y="394"/>
                    <a:pt x="155" y="394"/>
                  </a:cubicBezTo>
                  <a:cubicBezTo>
                    <a:pt x="153" y="396"/>
                    <a:pt x="151" y="399"/>
                    <a:pt x="150" y="402"/>
                  </a:cubicBezTo>
                  <a:moveTo>
                    <a:pt x="130" y="353"/>
                  </a:moveTo>
                  <a:cubicBezTo>
                    <a:pt x="135" y="343"/>
                    <a:pt x="135" y="343"/>
                    <a:pt x="135" y="343"/>
                  </a:cubicBezTo>
                  <a:cubicBezTo>
                    <a:pt x="130" y="353"/>
                    <a:pt x="130" y="353"/>
                    <a:pt x="130" y="353"/>
                  </a:cubicBezTo>
                  <a:moveTo>
                    <a:pt x="131" y="353"/>
                  </a:moveTo>
                  <a:cubicBezTo>
                    <a:pt x="130" y="353"/>
                    <a:pt x="130" y="353"/>
                    <a:pt x="130" y="353"/>
                  </a:cubicBezTo>
                  <a:cubicBezTo>
                    <a:pt x="131" y="353"/>
                    <a:pt x="131" y="353"/>
                    <a:pt x="131" y="353"/>
                  </a:cubicBezTo>
                  <a:moveTo>
                    <a:pt x="132" y="352"/>
                  </a:moveTo>
                  <a:cubicBezTo>
                    <a:pt x="132" y="352"/>
                    <a:pt x="131" y="352"/>
                    <a:pt x="131" y="353"/>
                  </a:cubicBezTo>
                  <a:cubicBezTo>
                    <a:pt x="131" y="352"/>
                    <a:pt x="132" y="352"/>
                    <a:pt x="132" y="352"/>
                  </a:cubicBezTo>
                  <a:moveTo>
                    <a:pt x="133" y="351"/>
                  </a:moveTo>
                  <a:cubicBezTo>
                    <a:pt x="132" y="351"/>
                    <a:pt x="132" y="352"/>
                    <a:pt x="132" y="352"/>
                  </a:cubicBezTo>
                  <a:cubicBezTo>
                    <a:pt x="132" y="352"/>
                    <a:pt x="132" y="351"/>
                    <a:pt x="133" y="351"/>
                  </a:cubicBezTo>
                  <a:moveTo>
                    <a:pt x="133" y="351"/>
                  </a:moveTo>
                  <a:cubicBezTo>
                    <a:pt x="133" y="351"/>
                    <a:pt x="133" y="351"/>
                    <a:pt x="133" y="351"/>
                  </a:cubicBezTo>
                  <a:cubicBezTo>
                    <a:pt x="133" y="351"/>
                    <a:pt x="133" y="351"/>
                    <a:pt x="133" y="351"/>
                  </a:cubicBezTo>
                  <a:moveTo>
                    <a:pt x="134" y="350"/>
                  </a:moveTo>
                  <a:cubicBezTo>
                    <a:pt x="134" y="350"/>
                    <a:pt x="134" y="350"/>
                    <a:pt x="133" y="351"/>
                  </a:cubicBezTo>
                  <a:cubicBezTo>
                    <a:pt x="134" y="350"/>
                    <a:pt x="134" y="350"/>
                    <a:pt x="134" y="350"/>
                  </a:cubicBezTo>
                  <a:moveTo>
                    <a:pt x="135" y="349"/>
                  </a:moveTo>
                  <a:cubicBezTo>
                    <a:pt x="135" y="350"/>
                    <a:pt x="134" y="350"/>
                    <a:pt x="134" y="350"/>
                  </a:cubicBezTo>
                  <a:cubicBezTo>
                    <a:pt x="134" y="350"/>
                    <a:pt x="135" y="350"/>
                    <a:pt x="135" y="349"/>
                  </a:cubicBezTo>
                  <a:moveTo>
                    <a:pt x="135" y="349"/>
                  </a:moveTo>
                  <a:cubicBezTo>
                    <a:pt x="135" y="349"/>
                    <a:pt x="135" y="349"/>
                    <a:pt x="135" y="349"/>
                  </a:cubicBezTo>
                  <a:cubicBezTo>
                    <a:pt x="135" y="349"/>
                    <a:pt x="135" y="349"/>
                    <a:pt x="135" y="349"/>
                  </a:cubicBezTo>
                  <a:moveTo>
                    <a:pt x="136" y="348"/>
                  </a:moveTo>
                  <a:cubicBezTo>
                    <a:pt x="136" y="348"/>
                    <a:pt x="136" y="349"/>
                    <a:pt x="135" y="349"/>
                  </a:cubicBezTo>
                  <a:cubicBezTo>
                    <a:pt x="136" y="349"/>
                    <a:pt x="136" y="348"/>
                    <a:pt x="136" y="348"/>
                  </a:cubicBezTo>
                  <a:moveTo>
                    <a:pt x="137" y="347"/>
                  </a:moveTo>
                  <a:cubicBezTo>
                    <a:pt x="137" y="348"/>
                    <a:pt x="136" y="348"/>
                    <a:pt x="136" y="348"/>
                  </a:cubicBezTo>
                  <a:cubicBezTo>
                    <a:pt x="136" y="348"/>
                    <a:pt x="137" y="348"/>
                    <a:pt x="137" y="347"/>
                  </a:cubicBezTo>
                  <a:moveTo>
                    <a:pt x="138" y="347"/>
                  </a:moveTo>
                  <a:cubicBezTo>
                    <a:pt x="137" y="347"/>
                    <a:pt x="137" y="347"/>
                    <a:pt x="137" y="347"/>
                  </a:cubicBezTo>
                  <a:cubicBezTo>
                    <a:pt x="137" y="347"/>
                    <a:pt x="137" y="347"/>
                    <a:pt x="138" y="347"/>
                  </a:cubicBezTo>
                  <a:moveTo>
                    <a:pt x="138" y="346"/>
                  </a:moveTo>
                  <a:cubicBezTo>
                    <a:pt x="138" y="347"/>
                    <a:pt x="138" y="347"/>
                    <a:pt x="138" y="347"/>
                  </a:cubicBezTo>
                  <a:cubicBezTo>
                    <a:pt x="138" y="346"/>
                    <a:pt x="138" y="346"/>
                    <a:pt x="138" y="346"/>
                  </a:cubicBezTo>
                  <a:moveTo>
                    <a:pt x="139" y="346"/>
                  </a:moveTo>
                  <a:cubicBezTo>
                    <a:pt x="138" y="346"/>
                    <a:pt x="138" y="346"/>
                    <a:pt x="138" y="346"/>
                  </a:cubicBezTo>
                  <a:cubicBezTo>
                    <a:pt x="138" y="346"/>
                    <a:pt x="138" y="346"/>
                    <a:pt x="139" y="346"/>
                  </a:cubicBezTo>
                  <a:moveTo>
                    <a:pt x="139" y="345"/>
                  </a:moveTo>
                  <a:cubicBezTo>
                    <a:pt x="139" y="345"/>
                    <a:pt x="139" y="345"/>
                    <a:pt x="139" y="346"/>
                  </a:cubicBezTo>
                  <a:cubicBezTo>
                    <a:pt x="139" y="345"/>
                    <a:pt x="139" y="345"/>
                    <a:pt x="139" y="345"/>
                  </a:cubicBezTo>
                  <a:moveTo>
                    <a:pt x="140" y="345"/>
                  </a:moveTo>
                  <a:cubicBezTo>
                    <a:pt x="140" y="345"/>
                    <a:pt x="139" y="345"/>
                    <a:pt x="139" y="345"/>
                  </a:cubicBezTo>
                  <a:cubicBezTo>
                    <a:pt x="139" y="345"/>
                    <a:pt x="140" y="345"/>
                    <a:pt x="140" y="345"/>
                  </a:cubicBezTo>
                  <a:moveTo>
                    <a:pt x="140" y="344"/>
                  </a:moveTo>
                  <a:cubicBezTo>
                    <a:pt x="140" y="344"/>
                    <a:pt x="140" y="345"/>
                    <a:pt x="140" y="345"/>
                  </a:cubicBezTo>
                  <a:cubicBezTo>
                    <a:pt x="140" y="345"/>
                    <a:pt x="140" y="344"/>
                    <a:pt x="140" y="344"/>
                  </a:cubicBezTo>
                  <a:moveTo>
                    <a:pt x="141" y="343"/>
                  </a:moveTo>
                  <a:cubicBezTo>
                    <a:pt x="141" y="343"/>
                    <a:pt x="141" y="344"/>
                    <a:pt x="141" y="344"/>
                  </a:cubicBezTo>
                  <a:cubicBezTo>
                    <a:pt x="141" y="344"/>
                    <a:pt x="141" y="343"/>
                    <a:pt x="141" y="343"/>
                  </a:cubicBezTo>
                  <a:moveTo>
                    <a:pt x="141" y="343"/>
                  </a:moveTo>
                  <a:cubicBezTo>
                    <a:pt x="141" y="343"/>
                    <a:pt x="141" y="343"/>
                    <a:pt x="141" y="343"/>
                  </a:cubicBezTo>
                  <a:cubicBezTo>
                    <a:pt x="141" y="343"/>
                    <a:pt x="141" y="343"/>
                    <a:pt x="141" y="343"/>
                  </a:cubicBezTo>
                  <a:moveTo>
                    <a:pt x="142" y="343"/>
                  </a:moveTo>
                  <a:cubicBezTo>
                    <a:pt x="142" y="343"/>
                    <a:pt x="141" y="343"/>
                    <a:pt x="141" y="343"/>
                  </a:cubicBezTo>
                  <a:cubicBezTo>
                    <a:pt x="141" y="343"/>
                    <a:pt x="142" y="343"/>
                    <a:pt x="142" y="343"/>
                  </a:cubicBezTo>
                  <a:moveTo>
                    <a:pt x="142" y="342"/>
                  </a:moveTo>
                  <a:cubicBezTo>
                    <a:pt x="142" y="342"/>
                    <a:pt x="142" y="342"/>
                    <a:pt x="142" y="343"/>
                  </a:cubicBezTo>
                  <a:cubicBezTo>
                    <a:pt x="142" y="342"/>
                    <a:pt x="142" y="342"/>
                    <a:pt x="142" y="342"/>
                  </a:cubicBezTo>
                  <a:moveTo>
                    <a:pt x="143" y="342"/>
                  </a:moveTo>
                  <a:cubicBezTo>
                    <a:pt x="142" y="342"/>
                    <a:pt x="142" y="342"/>
                    <a:pt x="142" y="342"/>
                  </a:cubicBezTo>
                  <a:cubicBezTo>
                    <a:pt x="142" y="342"/>
                    <a:pt x="142" y="342"/>
                    <a:pt x="143" y="342"/>
                  </a:cubicBezTo>
                  <a:moveTo>
                    <a:pt x="143" y="341"/>
                  </a:moveTo>
                  <a:cubicBezTo>
                    <a:pt x="143" y="342"/>
                    <a:pt x="143" y="342"/>
                    <a:pt x="143" y="342"/>
                  </a:cubicBezTo>
                  <a:cubicBezTo>
                    <a:pt x="143" y="341"/>
                    <a:pt x="143" y="341"/>
                    <a:pt x="143" y="341"/>
                  </a:cubicBezTo>
                  <a:moveTo>
                    <a:pt x="143" y="341"/>
                  </a:moveTo>
                  <a:cubicBezTo>
                    <a:pt x="143" y="341"/>
                    <a:pt x="143" y="341"/>
                    <a:pt x="143" y="341"/>
                  </a:cubicBezTo>
                  <a:cubicBezTo>
                    <a:pt x="143" y="341"/>
                    <a:pt x="143" y="341"/>
                    <a:pt x="143" y="341"/>
                  </a:cubicBezTo>
                  <a:moveTo>
                    <a:pt x="144" y="340"/>
                  </a:moveTo>
                  <a:cubicBezTo>
                    <a:pt x="144" y="340"/>
                    <a:pt x="143" y="340"/>
                    <a:pt x="143" y="341"/>
                  </a:cubicBezTo>
                  <a:cubicBezTo>
                    <a:pt x="143" y="340"/>
                    <a:pt x="144" y="340"/>
                    <a:pt x="144" y="340"/>
                  </a:cubicBezTo>
                  <a:moveTo>
                    <a:pt x="144" y="340"/>
                  </a:moveTo>
                  <a:cubicBezTo>
                    <a:pt x="144" y="340"/>
                    <a:pt x="144" y="340"/>
                    <a:pt x="144" y="340"/>
                  </a:cubicBezTo>
                  <a:cubicBezTo>
                    <a:pt x="144" y="340"/>
                    <a:pt x="144" y="340"/>
                    <a:pt x="144" y="340"/>
                  </a:cubicBezTo>
                  <a:moveTo>
                    <a:pt x="145" y="339"/>
                  </a:moveTo>
                  <a:cubicBezTo>
                    <a:pt x="144" y="339"/>
                    <a:pt x="144" y="339"/>
                    <a:pt x="144" y="339"/>
                  </a:cubicBezTo>
                  <a:cubicBezTo>
                    <a:pt x="145" y="339"/>
                    <a:pt x="145" y="339"/>
                    <a:pt x="145" y="339"/>
                  </a:cubicBezTo>
                  <a:moveTo>
                    <a:pt x="145" y="338"/>
                  </a:moveTo>
                  <a:cubicBezTo>
                    <a:pt x="145" y="339"/>
                    <a:pt x="145" y="339"/>
                    <a:pt x="145" y="339"/>
                  </a:cubicBezTo>
                  <a:cubicBezTo>
                    <a:pt x="145" y="339"/>
                    <a:pt x="145" y="339"/>
                    <a:pt x="145" y="338"/>
                  </a:cubicBezTo>
                  <a:moveTo>
                    <a:pt x="145" y="338"/>
                  </a:moveTo>
                  <a:cubicBezTo>
                    <a:pt x="145" y="338"/>
                    <a:pt x="145" y="338"/>
                    <a:pt x="145" y="338"/>
                  </a:cubicBezTo>
                  <a:cubicBezTo>
                    <a:pt x="145" y="338"/>
                    <a:pt x="145" y="338"/>
                    <a:pt x="145" y="338"/>
                  </a:cubicBezTo>
                  <a:moveTo>
                    <a:pt x="146" y="337"/>
                  </a:moveTo>
                  <a:cubicBezTo>
                    <a:pt x="146" y="337"/>
                    <a:pt x="146" y="338"/>
                    <a:pt x="145" y="338"/>
                  </a:cubicBezTo>
                  <a:cubicBezTo>
                    <a:pt x="146" y="338"/>
                    <a:pt x="146" y="338"/>
                    <a:pt x="146" y="338"/>
                  </a:cubicBezTo>
                  <a:moveTo>
                    <a:pt x="146" y="337"/>
                  </a:moveTo>
                  <a:cubicBezTo>
                    <a:pt x="146" y="337"/>
                    <a:pt x="146" y="337"/>
                    <a:pt x="146" y="337"/>
                  </a:cubicBezTo>
                  <a:cubicBezTo>
                    <a:pt x="146" y="337"/>
                    <a:pt x="146" y="337"/>
                    <a:pt x="146" y="337"/>
                  </a:cubicBezTo>
                  <a:moveTo>
                    <a:pt x="146" y="337"/>
                  </a:moveTo>
                  <a:cubicBezTo>
                    <a:pt x="146" y="337"/>
                    <a:pt x="146" y="337"/>
                    <a:pt x="146" y="337"/>
                  </a:cubicBezTo>
                  <a:cubicBezTo>
                    <a:pt x="146" y="337"/>
                    <a:pt x="146" y="337"/>
                    <a:pt x="146" y="337"/>
                  </a:cubicBezTo>
                  <a:moveTo>
                    <a:pt x="146" y="336"/>
                  </a:moveTo>
                  <a:cubicBezTo>
                    <a:pt x="146" y="336"/>
                    <a:pt x="146" y="337"/>
                    <a:pt x="146" y="337"/>
                  </a:cubicBezTo>
                  <a:cubicBezTo>
                    <a:pt x="146" y="337"/>
                    <a:pt x="146" y="337"/>
                    <a:pt x="146" y="337"/>
                  </a:cubicBezTo>
                  <a:moveTo>
                    <a:pt x="146" y="336"/>
                  </a:moveTo>
                  <a:cubicBezTo>
                    <a:pt x="147" y="336"/>
                    <a:pt x="147" y="336"/>
                    <a:pt x="147" y="336"/>
                  </a:cubicBezTo>
                  <a:cubicBezTo>
                    <a:pt x="147" y="336"/>
                    <a:pt x="147" y="336"/>
                    <a:pt x="147" y="336"/>
                  </a:cubicBezTo>
                  <a:moveTo>
                    <a:pt x="157" y="384"/>
                  </a:moveTo>
                  <a:cubicBezTo>
                    <a:pt x="169" y="370"/>
                    <a:pt x="169" y="370"/>
                    <a:pt x="169" y="370"/>
                  </a:cubicBezTo>
                  <a:cubicBezTo>
                    <a:pt x="157" y="384"/>
                    <a:pt x="157" y="384"/>
                    <a:pt x="157" y="384"/>
                  </a:cubicBezTo>
                  <a:moveTo>
                    <a:pt x="174" y="374"/>
                  </a:moveTo>
                  <a:cubicBezTo>
                    <a:pt x="175" y="371"/>
                    <a:pt x="177" y="369"/>
                    <a:pt x="179" y="366"/>
                  </a:cubicBezTo>
                  <a:cubicBezTo>
                    <a:pt x="171" y="372"/>
                    <a:pt x="171" y="372"/>
                    <a:pt x="171" y="372"/>
                  </a:cubicBezTo>
                  <a:cubicBezTo>
                    <a:pt x="179" y="366"/>
                    <a:pt x="179" y="366"/>
                    <a:pt x="179" y="366"/>
                  </a:cubicBezTo>
                  <a:cubicBezTo>
                    <a:pt x="177" y="369"/>
                    <a:pt x="175" y="371"/>
                    <a:pt x="174" y="374"/>
                  </a:cubicBezTo>
                  <a:moveTo>
                    <a:pt x="179" y="366"/>
                  </a:moveTo>
                  <a:cubicBezTo>
                    <a:pt x="181" y="362"/>
                    <a:pt x="184" y="358"/>
                    <a:pt x="187" y="353"/>
                  </a:cubicBezTo>
                  <a:cubicBezTo>
                    <a:pt x="184" y="358"/>
                    <a:pt x="181" y="362"/>
                    <a:pt x="179" y="366"/>
                  </a:cubicBezTo>
                  <a:moveTo>
                    <a:pt x="187" y="353"/>
                  </a:moveTo>
                  <a:cubicBezTo>
                    <a:pt x="169" y="370"/>
                    <a:pt x="169" y="370"/>
                    <a:pt x="169" y="370"/>
                  </a:cubicBezTo>
                  <a:cubicBezTo>
                    <a:pt x="187" y="353"/>
                    <a:pt x="187" y="353"/>
                    <a:pt x="187" y="353"/>
                  </a:cubicBezTo>
                  <a:moveTo>
                    <a:pt x="138" y="363"/>
                  </a:moveTo>
                  <a:cubicBezTo>
                    <a:pt x="140" y="361"/>
                    <a:pt x="141" y="358"/>
                    <a:pt x="143" y="356"/>
                  </a:cubicBezTo>
                  <a:cubicBezTo>
                    <a:pt x="141" y="358"/>
                    <a:pt x="140" y="361"/>
                    <a:pt x="138" y="363"/>
                  </a:cubicBezTo>
                  <a:moveTo>
                    <a:pt x="138" y="363"/>
                  </a:moveTo>
                  <a:cubicBezTo>
                    <a:pt x="140" y="361"/>
                    <a:pt x="141" y="358"/>
                    <a:pt x="143" y="356"/>
                  </a:cubicBezTo>
                  <a:cubicBezTo>
                    <a:pt x="141" y="358"/>
                    <a:pt x="140" y="361"/>
                    <a:pt x="138" y="363"/>
                  </a:cubicBezTo>
                  <a:moveTo>
                    <a:pt x="142" y="369"/>
                  </a:moveTo>
                  <a:cubicBezTo>
                    <a:pt x="141" y="367"/>
                    <a:pt x="140" y="365"/>
                    <a:pt x="138" y="363"/>
                  </a:cubicBezTo>
                  <a:cubicBezTo>
                    <a:pt x="140" y="365"/>
                    <a:pt x="141" y="367"/>
                    <a:pt x="142" y="369"/>
                  </a:cubicBezTo>
                  <a:cubicBezTo>
                    <a:pt x="141" y="367"/>
                    <a:pt x="140" y="365"/>
                    <a:pt x="138" y="363"/>
                  </a:cubicBezTo>
                  <a:cubicBezTo>
                    <a:pt x="140" y="365"/>
                    <a:pt x="141" y="367"/>
                    <a:pt x="142" y="369"/>
                  </a:cubicBezTo>
                  <a:moveTo>
                    <a:pt x="146" y="373"/>
                  </a:moveTo>
                  <a:cubicBezTo>
                    <a:pt x="145" y="372"/>
                    <a:pt x="143" y="370"/>
                    <a:pt x="142" y="369"/>
                  </a:cubicBezTo>
                  <a:cubicBezTo>
                    <a:pt x="143" y="370"/>
                    <a:pt x="145" y="372"/>
                    <a:pt x="146" y="373"/>
                  </a:cubicBezTo>
                  <a:moveTo>
                    <a:pt x="157" y="360"/>
                  </a:moveTo>
                  <a:cubicBezTo>
                    <a:pt x="146" y="373"/>
                    <a:pt x="146" y="373"/>
                    <a:pt x="146" y="373"/>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7" y="360"/>
                  </a:moveTo>
                  <a:cubicBezTo>
                    <a:pt x="157" y="360"/>
                    <a:pt x="157" y="360"/>
                    <a:pt x="157" y="360"/>
                  </a:cubicBezTo>
                  <a:cubicBezTo>
                    <a:pt x="157" y="360"/>
                    <a:pt x="157" y="360"/>
                    <a:pt x="157" y="360"/>
                  </a:cubicBezTo>
                  <a:moveTo>
                    <a:pt x="158" y="360"/>
                  </a:moveTo>
                  <a:cubicBezTo>
                    <a:pt x="157" y="360"/>
                    <a:pt x="157" y="360"/>
                    <a:pt x="157"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0"/>
                    <a:pt x="158" y="360"/>
                    <a:pt x="158" y="360"/>
                  </a:cubicBezTo>
                  <a:cubicBezTo>
                    <a:pt x="158" y="360"/>
                    <a:pt x="158" y="360"/>
                    <a:pt x="158" y="360"/>
                  </a:cubicBezTo>
                  <a:moveTo>
                    <a:pt x="158" y="360"/>
                  </a:moveTo>
                  <a:cubicBezTo>
                    <a:pt x="158" y="361"/>
                    <a:pt x="158" y="361"/>
                    <a:pt x="158" y="361"/>
                  </a:cubicBezTo>
                  <a:cubicBezTo>
                    <a:pt x="158" y="361"/>
                    <a:pt x="158" y="361"/>
                    <a:pt x="158" y="360"/>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8" y="361"/>
                    <a:pt x="158" y="361"/>
                    <a:pt x="158" y="361"/>
                  </a:cubicBezTo>
                  <a:cubicBezTo>
                    <a:pt x="158" y="361"/>
                    <a:pt x="158" y="361"/>
                    <a:pt x="158" y="361"/>
                  </a:cubicBezTo>
                  <a:moveTo>
                    <a:pt x="158" y="361"/>
                  </a:moveTo>
                  <a:cubicBezTo>
                    <a:pt x="159" y="361"/>
                    <a:pt x="159" y="361"/>
                    <a:pt x="159" y="361"/>
                  </a:cubicBezTo>
                  <a:cubicBezTo>
                    <a:pt x="159" y="361"/>
                    <a:pt x="159" y="361"/>
                    <a:pt x="158" y="361"/>
                  </a:cubicBezTo>
                  <a:moveTo>
                    <a:pt x="159" y="361"/>
                  </a:moveTo>
                  <a:cubicBezTo>
                    <a:pt x="159" y="361"/>
                    <a:pt x="159" y="361"/>
                    <a:pt x="159" y="361"/>
                  </a:cubicBezTo>
                  <a:cubicBezTo>
                    <a:pt x="159" y="361"/>
                    <a:pt x="159" y="361"/>
                    <a:pt x="159" y="361"/>
                  </a:cubicBezTo>
                  <a:moveTo>
                    <a:pt x="159" y="361"/>
                  </a:moveTo>
                  <a:cubicBezTo>
                    <a:pt x="159" y="362"/>
                    <a:pt x="159" y="362"/>
                    <a:pt x="159" y="362"/>
                  </a:cubicBezTo>
                  <a:cubicBezTo>
                    <a:pt x="159" y="361"/>
                    <a:pt x="159" y="361"/>
                    <a:pt x="159" y="361"/>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59" y="362"/>
                    <a:pt x="159" y="362"/>
                    <a:pt x="159" y="362"/>
                  </a:cubicBezTo>
                  <a:cubicBezTo>
                    <a:pt x="159" y="362"/>
                    <a:pt x="159" y="362"/>
                    <a:pt x="159" y="362"/>
                  </a:cubicBezTo>
                  <a:moveTo>
                    <a:pt x="159" y="362"/>
                  </a:moveTo>
                  <a:cubicBezTo>
                    <a:pt x="160" y="362"/>
                    <a:pt x="160" y="362"/>
                    <a:pt x="160" y="362"/>
                  </a:cubicBezTo>
                  <a:cubicBezTo>
                    <a:pt x="160" y="362"/>
                    <a:pt x="160" y="362"/>
                    <a:pt x="159" y="362"/>
                  </a:cubicBezTo>
                  <a:moveTo>
                    <a:pt x="160" y="362"/>
                  </a:moveTo>
                  <a:cubicBezTo>
                    <a:pt x="160" y="362"/>
                    <a:pt x="160" y="362"/>
                    <a:pt x="160" y="362"/>
                  </a:cubicBezTo>
                  <a:cubicBezTo>
                    <a:pt x="160" y="362"/>
                    <a:pt x="160" y="362"/>
                    <a:pt x="160" y="362"/>
                  </a:cubicBezTo>
                  <a:moveTo>
                    <a:pt x="160" y="363"/>
                  </a:moveTo>
                  <a:cubicBezTo>
                    <a:pt x="160" y="363"/>
                    <a:pt x="160" y="363"/>
                    <a:pt x="160" y="363"/>
                  </a:cubicBezTo>
                  <a:cubicBezTo>
                    <a:pt x="160" y="363"/>
                    <a:pt x="160" y="363"/>
                    <a:pt x="160" y="363"/>
                  </a:cubicBezTo>
                  <a:moveTo>
                    <a:pt x="160" y="363"/>
                  </a:moveTo>
                  <a:cubicBezTo>
                    <a:pt x="160" y="363"/>
                    <a:pt x="160" y="363"/>
                    <a:pt x="160" y="363"/>
                  </a:cubicBezTo>
                  <a:cubicBezTo>
                    <a:pt x="160" y="363"/>
                    <a:pt x="160" y="363"/>
                    <a:pt x="160" y="363"/>
                  </a:cubicBezTo>
                  <a:moveTo>
                    <a:pt x="160" y="363"/>
                  </a:moveTo>
                  <a:cubicBezTo>
                    <a:pt x="161" y="363"/>
                    <a:pt x="161" y="363"/>
                    <a:pt x="161" y="363"/>
                  </a:cubicBezTo>
                  <a:cubicBezTo>
                    <a:pt x="160" y="363"/>
                    <a:pt x="160" y="363"/>
                    <a:pt x="160"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3"/>
                  </a:moveTo>
                  <a:cubicBezTo>
                    <a:pt x="161" y="363"/>
                    <a:pt x="161" y="363"/>
                    <a:pt x="161" y="363"/>
                  </a:cubicBezTo>
                  <a:cubicBezTo>
                    <a:pt x="161" y="363"/>
                    <a:pt x="161" y="363"/>
                    <a:pt x="161" y="363"/>
                  </a:cubicBezTo>
                  <a:moveTo>
                    <a:pt x="161" y="364"/>
                  </a:moveTo>
                  <a:cubicBezTo>
                    <a:pt x="161" y="363"/>
                    <a:pt x="161" y="363"/>
                    <a:pt x="161" y="363"/>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4"/>
                    <a:pt x="161" y="364"/>
                    <a:pt x="161" y="364"/>
                  </a:cubicBezTo>
                  <a:cubicBezTo>
                    <a:pt x="161" y="364"/>
                    <a:pt x="161" y="364"/>
                    <a:pt x="161" y="364"/>
                  </a:cubicBezTo>
                  <a:moveTo>
                    <a:pt x="161" y="364"/>
                  </a:moveTo>
                  <a:cubicBezTo>
                    <a:pt x="161" y="365"/>
                    <a:pt x="161" y="365"/>
                    <a:pt x="161" y="365"/>
                  </a:cubicBezTo>
                  <a:cubicBezTo>
                    <a:pt x="161" y="364"/>
                    <a:pt x="161" y="364"/>
                    <a:pt x="161" y="364"/>
                  </a:cubicBezTo>
                  <a:moveTo>
                    <a:pt x="162" y="365"/>
                  </a:moveTo>
                  <a:cubicBezTo>
                    <a:pt x="161" y="365"/>
                    <a:pt x="161" y="365"/>
                    <a:pt x="161"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2" y="365"/>
                  </a:moveTo>
                  <a:cubicBezTo>
                    <a:pt x="162" y="365"/>
                    <a:pt x="162" y="365"/>
                    <a:pt x="162" y="365"/>
                  </a:cubicBezTo>
                  <a:cubicBezTo>
                    <a:pt x="162" y="365"/>
                    <a:pt x="162" y="365"/>
                    <a:pt x="162" y="365"/>
                  </a:cubicBezTo>
                  <a:moveTo>
                    <a:pt x="163" y="365"/>
                  </a:moveTo>
                  <a:cubicBezTo>
                    <a:pt x="162" y="365"/>
                    <a:pt x="162" y="365"/>
                    <a:pt x="162"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5"/>
                    <a:pt x="163" y="365"/>
                    <a:pt x="163" y="365"/>
                  </a:cubicBezTo>
                  <a:cubicBezTo>
                    <a:pt x="163" y="365"/>
                    <a:pt x="163" y="365"/>
                    <a:pt x="163" y="365"/>
                  </a:cubicBezTo>
                  <a:moveTo>
                    <a:pt x="163" y="365"/>
                  </a:moveTo>
                  <a:cubicBezTo>
                    <a:pt x="163" y="366"/>
                    <a:pt x="163" y="366"/>
                    <a:pt x="163" y="366"/>
                  </a:cubicBezTo>
                  <a:cubicBezTo>
                    <a:pt x="163" y="365"/>
                    <a:pt x="163" y="365"/>
                    <a:pt x="163" y="365"/>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63" y="366"/>
                  </a:moveTo>
                  <a:cubicBezTo>
                    <a:pt x="163" y="366"/>
                    <a:pt x="163" y="366"/>
                    <a:pt x="163" y="366"/>
                  </a:cubicBezTo>
                  <a:cubicBezTo>
                    <a:pt x="163" y="366"/>
                    <a:pt x="163" y="366"/>
                    <a:pt x="163" y="366"/>
                  </a:cubicBezTo>
                  <a:moveTo>
                    <a:pt x="177" y="352"/>
                  </a:moveTo>
                  <a:cubicBezTo>
                    <a:pt x="165" y="367"/>
                    <a:pt x="165" y="367"/>
                    <a:pt x="163" y="366"/>
                  </a:cubicBezTo>
                  <a:cubicBezTo>
                    <a:pt x="163" y="366"/>
                    <a:pt x="163" y="366"/>
                    <a:pt x="163" y="366"/>
                  </a:cubicBezTo>
                  <a:cubicBezTo>
                    <a:pt x="163" y="366"/>
                    <a:pt x="163" y="366"/>
                    <a:pt x="163" y="366"/>
                  </a:cubicBezTo>
                  <a:cubicBezTo>
                    <a:pt x="164" y="366"/>
                    <a:pt x="165" y="366"/>
                    <a:pt x="168" y="363"/>
                  </a:cubicBezTo>
                  <a:cubicBezTo>
                    <a:pt x="170" y="362"/>
                    <a:pt x="171" y="359"/>
                    <a:pt x="173" y="357"/>
                  </a:cubicBezTo>
                  <a:cubicBezTo>
                    <a:pt x="176" y="353"/>
                    <a:pt x="179" y="349"/>
                    <a:pt x="182" y="345"/>
                  </a:cubicBezTo>
                  <a:cubicBezTo>
                    <a:pt x="181" y="347"/>
                    <a:pt x="179" y="350"/>
                    <a:pt x="177" y="352"/>
                  </a:cubicBezTo>
                  <a:moveTo>
                    <a:pt x="197" y="263"/>
                  </a:moveTo>
                  <a:cubicBezTo>
                    <a:pt x="196" y="265"/>
                    <a:pt x="196" y="265"/>
                    <a:pt x="196" y="265"/>
                  </a:cubicBezTo>
                  <a:cubicBezTo>
                    <a:pt x="196" y="265"/>
                    <a:pt x="196" y="264"/>
                    <a:pt x="197" y="263"/>
                  </a:cubicBezTo>
                  <a:cubicBezTo>
                    <a:pt x="197" y="263"/>
                    <a:pt x="197" y="263"/>
                    <a:pt x="197" y="263"/>
                  </a:cubicBezTo>
                  <a:moveTo>
                    <a:pt x="196" y="265"/>
                  </a:moveTo>
                  <a:cubicBezTo>
                    <a:pt x="196" y="264"/>
                    <a:pt x="196" y="264"/>
                    <a:pt x="197" y="263"/>
                  </a:cubicBezTo>
                  <a:cubicBezTo>
                    <a:pt x="197" y="263"/>
                    <a:pt x="196" y="264"/>
                    <a:pt x="196" y="265"/>
                  </a:cubicBezTo>
                  <a:cubicBezTo>
                    <a:pt x="196" y="265"/>
                    <a:pt x="196" y="265"/>
                    <a:pt x="196" y="265"/>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1"/>
                    <a:pt x="199" y="261"/>
                    <a:pt x="199" y="261"/>
                  </a:cubicBezTo>
                  <a:cubicBezTo>
                    <a:pt x="199" y="261"/>
                    <a:pt x="199" y="261"/>
                    <a:pt x="199" y="261"/>
                  </a:cubicBezTo>
                  <a:moveTo>
                    <a:pt x="199" y="261"/>
                  </a:moveTo>
                  <a:cubicBezTo>
                    <a:pt x="199" y="262"/>
                    <a:pt x="199" y="262"/>
                    <a:pt x="199" y="262"/>
                  </a:cubicBezTo>
                  <a:cubicBezTo>
                    <a:pt x="199" y="262"/>
                    <a:pt x="199" y="262"/>
                    <a:pt x="199" y="261"/>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9" y="262"/>
                  </a:cubicBezTo>
                  <a:moveTo>
                    <a:pt x="199" y="262"/>
                  </a:moveTo>
                  <a:cubicBezTo>
                    <a:pt x="199" y="262"/>
                    <a:pt x="199" y="262"/>
                    <a:pt x="199" y="262"/>
                  </a:cubicBezTo>
                  <a:cubicBezTo>
                    <a:pt x="199" y="262"/>
                    <a:pt x="199" y="262"/>
                    <a:pt x="198" y="263"/>
                  </a:cubicBezTo>
                  <a:cubicBezTo>
                    <a:pt x="199" y="262"/>
                    <a:pt x="199" y="262"/>
                    <a:pt x="199" y="262"/>
                  </a:cubicBezTo>
                  <a:moveTo>
                    <a:pt x="152" y="328"/>
                  </a:moveTo>
                  <a:cubicBezTo>
                    <a:pt x="151" y="329"/>
                    <a:pt x="151" y="329"/>
                    <a:pt x="151" y="329"/>
                  </a:cubicBezTo>
                  <a:cubicBezTo>
                    <a:pt x="152" y="329"/>
                    <a:pt x="152" y="328"/>
                    <a:pt x="152" y="328"/>
                  </a:cubicBezTo>
                  <a:moveTo>
                    <a:pt x="137" y="346"/>
                  </a:moveTo>
                  <a:cubicBezTo>
                    <a:pt x="137" y="345"/>
                    <a:pt x="136" y="344"/>
                    <a:pt x="135" y="343"/>
                  </a:cubicBezTo>
                  <a:cubicBezTo>
                    <a:pt x="163" y="308"/>
                    <a:pt x="163" y="308"/>
                    <a:pt x="163" y="308"/>
                  </a:cubicBezTo>
                  <a:cubicBezTo>
                    <a:pt x="173" y="291"/>
                    <a:pt x="173" y="291"/>
                    <a:pt x="173" y="291"/>
                  </a:cubicBezTo>
                  <a:cubicBezTo>
                    <a:pt x="163" y="308"/>
                    <a:pt x="163" y="308"/>
                    <a:pt x="163" y="308"/>
                  </a:cubicBezTo>
                  <a:cubicBezTo>
                    <a:pt x="159" y="318"/>
                    <a:pt x="159" y="318"/>
                    <a:pt x="159" y="318"/>
                  </a:cubicBezTo>
                  <a:cubicBezTo>
                    <a:pt x="137" y="346"/>
                    <a:pt x="137" y="346"/>
                    <a:pt x="137" y="346"/>
                  </a:cubicBezTo>
                  <a:moveTo>
                    <a:pt x="153" y="327"/>
                  </a:moveTo>
                  <a:cubicBezTo>
                    <a:pt x="153" y="327"/>
                    <a:pt x="152" y="328"/>
                    <a:pt x="152" y="328"/>
                  </a:cubicBezTo>
                  <a:cubicBezTo>
                    <a:pt x="152" y="328"/>
                    <a:pt x="153" y="327"/>
                    <a:pt x="153" y="327"/>
                  </a:cubicBezTo>
                  <a:moveTo>
                    <a:pt x="153" y="327"/>
                  </a:moveTo>
                  <a:cubicBezTo>
                    <a:pt x="153" y="327"/>
                    <a:pt x="154" y="326"/>
                    <a:pt x="154" y="326"/>
                  </a:cubicBezTo>
                  <a:cubicBezTo>
                    <a:pt x="154" y="326"/>
                    <a:pt x="153" y="327"/>
                    <a:pt x="153" y="327"/>
                  </a:cubicBezTo>
                  <a:moveTo>
                    <a:pt x="154" y="326"/>
                  </a:moveTo>
                  <a:cubicBezTo>
                    <a:pt x="155" y="326"/>
                    <a:pt x="155" y="325"/>
                    <a:pt x="155" y="325"/>
                  </a:cubicBezTo>
                  <a:cubicBezTo>
                    <a:pt x="155" y="325"/>
                    <a:pt x="155" y="326"/>
                    <a:pt x="154" y="326"/>
                  </a:cubicBezTo>
                  <a:moveTo>
                    <a:pt x="155" y="325"/>
                  </a:moveTo>
                  <a:cubicBezTo>
                    <a:pt x="156" y="325"/>
                    <a:pt x="156" y="325"/>
                    <a:pt x="157" y="325"/>
                  </a:cubicBezTo>
                  <a:cubicBezTo>
                    <a:pt x="156" y="325"/>
                    <a:pt x="156" y="325"/>
                    <a:pt x="155" y="325"/>
                  </a:cubicBezTo>
                  <a:moveTo>
                    <a:pt x="173" y="291"/>
                  </a:moveTo>
                  <a:cubicBezTo>
                    <a:pt x="172" y="290"/>
                    <a:pt x="172" y="288"/>
                    <a:pt x="171" y="286"/>
                  </a:cubicBezTo>
                  <a:cubicBezTo>
                    <a:pt x="165" y="285"/>
                    <a:pt x="165" y="285"/>
                    <a:pt x="165" y="285"/>
                  </a:cubicBezTo>
                  <a:cubicBezTo>
                    <a:pt x="171" y="286"/>
                    <a:pt x="171" y="286"/>
                    <a:pt x="171" y="286"/>
                  </a:cubicBezTo>
                  <a:cubicBezTo>
                    <a:pt x="171" y="284"/>
                    <a:pt x="170" y="283"/>
                    <a:pt x="170" y="283"/>
                  </a:cubicBezTo>
                  <a:cubicBezTo>
                    <a:pt x="182" y="270"/>
                    <a:pt x="182" y="270"/>
                    <a:pt x="182" y="270"/>
                  </a:cubicBezTo>
                  <a:cubicBezTo>
                    <a:pt x="182" y="271"/>
                    <a:pt x="182" y="271"/>
                    <a:pt x="183" y="272"/>
                  </a:cubicBezTo>
                  <a:cubicBezTo>
                    <a:pt x="189" y="267"/>
                    <a:pt x="189" y="267"/>
                    <a:pt x="189" y="267"/>
                  </a:cubicBezTo>
                  <a:cubicBezTo>
                    <a:pt x="183" y="272"/>
                    <a:pt x="183" y="272"/>
                    <a:pt x="183" y="272"/>
                  </a:cubicBezTo>
                  <a:cubicBezTo>
                    <a:pt x="189" y="267"/>
                    <a:pt x="189" y="267"/>
                    <a:pt x="189" y="267"/>
                  </a:cubicBezTo>
                  <a:cubicBezTo>
                    <a:pt x="201" y="251"/>
                    <a:pt x="201" y="251"/>
                    <a:pt x="201" y="251"/>
                  </a:cubicBezTo>
                  <a:cubicBezTo>
                    <a:pt x="189" y="267"/>
                    <a:pt x="189" y="267"/>
                    <a:pt x="189" y="267"/>
                  </a:cubicBezTo>
                  <a:cubicBezTo>
                    <a:pt x="190" y="269"/>
                    <a:pt x="191" y="271"/>
                    <a:pt x="192" y="273"/>
                  </a:cubicBezTo>
                  <a:cubicBezTo>
                    <a:pt x="178" y="298"/>
                    <a:pt x="178" y="298"/>
                    <a:pt x="178" y="298"/>
                  </a:cubicBezTo>
                  <a:cubicBezTo>
                    <a:pt x="173" y="291"/>
                    <a:pt x="173" y="291"/>
                    <a:pt x="173" y="291"/>
                  </a:cubicBezTo>
                  <a:moveTo>
                    <a:pt x="158" y="324"/>
                  </a:moveTo>
                  <a:cubicBezTo>
                    <a:pt x="158" y="324"/>
                    <a:pt x="157" y="325"/>
                    <a:pt x="157" y="325"/>
                  </a:cubicBezTo>
                  <a:cubicBezTo>
                    <a:pt x="157" y="325"/>
                    <a:pt x="158" y="324"/>
                    <a:pt x="158" y="324"/>
                  </a:cubicBezTo>
                  <a:moveTo>
                    <a:pt x="160" y="324"/>
                  </a:moveTo>
                  <a:cubicBezTo>
                    <a:pt x="160" y="324"/>
                    <a:pt x="159" y="324"/>
                    <a:pt x="158" y="324"/>
                  </a:cubicBezTo>
                  <a:cubicBezTo>
                    <a:pt x="159" y="324"/>
                    <a:pt x="160" y="324"/>
                    <a:pt x="160" y="324"/>
                  </a:cubicBezTo>
                  <a:moveTo>
                    <a:pt x="163" y="324"/>
                  </a:moveTo>
                  <a:cubicBezTo>
                    <a:pt x="160" y="324"/>
                    <a:pt x="160" y="324"/>
                    <a:pt x="160" y="324"/>
                  </a:cubicBezTo>
                  <a:cubicBezTo>
                    <a:pt x="161" y="324"/>
                    <a:pt x="162" y="324"/>
                    <a:pt x="163" y="324"/>
                  </a:cubicBezTo>
                  <a:moveTo>
                    <a:pt x="153" y="341"/>
                  </a:moveTo>
                  <a:cubicBezTo>
                    <a:pt x="163" y="324"/>
                    <a:pt x="163" y="324"/>
                    <a:pt x="163" y="324"/>
                  </a:cubicBezTo>
                  <a:cubicBezTo>
                    <a:pt x="160" y="329"/>
                    <a:pt x="156" y="335"/>
                    <a:pt x="153" y="341"/>
                  </a:cubicBezTo>
                  <a:moveTo>
                    <a:pt x="155" y="345"/>
                  </a:moveTo>
                  <a:cubicBezTo>
                    <a:pt x="171" y="334"/>
                    <a:pt x="171" y="334"/>
                    <a:pt x="171" y="334"/>
                  </a:cubicBezTo>
                  <a:cubicBezTo>
                    <a:pt x="170" y="333"/>
                    <a:pt x="169" y="332"/>
                    <a:pt x="168" y="331"/>
                  </a:cubicBezTo>
                  <a:cubicBezTo>
                    <a:pt x="155" y="343"/>
                    <a:pt x="155" y="343"/>
                    <a:pt x="155" y="343"/>
                  </a:cubicBezTo>
                  <a:cubicBezTo>
                    <a:pt x="154" y="342"/>
                    <a:pt x="154" y="341"/>
                    <a:pt x="153" y="341"/>
                  </a:cubicBezTo>
                  <a:cubicBezTo>
                    <a:pt x="158" y="333"/>
                    <a:pt x="164" y="325"/>
                    <a:pt x="169" y="318"/>
                  </a:cubicBezTo>
                  <a:cubicBezTo>
                    <a:pt x="168" y="317"/>
                    <a:pt x="168" y="316"/>
                    <a:pt x="167" y="314"/>
                  </a:cubicBezTo>
                  <a:cubicBezTo>
                    <a:pt x="159" y="318"/>
                    <a:pt x="159" y="318"/>
                    <a:pt x="159" y="318"/>
                  </a:cubicBezTo>
                  <a:cubicBezTo>
                    <a:pt x="167" y="314"/>
                    <a:pt x="167" y="314"/>
                    <a:pt x="167" y="314"/>
                  </a:cubicBezTo>
                  <a:cubicBezTo>
                    <a:pt x="175" y="311"/>
                    <a:pt x="175" y="311"/>
                    <a:pt x="175" y="311"/>
                  </a:cubicBezTo>
                  <a:cubicBezTo>
                    <a:pt x="180" y="318"/>
                    <a:pt x="180" y="318"/>
                    <a:pt x="180" y="318"/>
                  </a:cubicBezTo>
                  <a:cubicBezTo>
                    <a:pt x="171" y="334"/>
                    <a:pt x="171" y="334"/>
                    <a:pt x="171" y="334"/>
                  </a:cubicBezTo>
                  <a:cubicBezTo>
                    <a:pt x="155" y="345"/>
                    <a:pt x="155" y="345"/>
                    <a:pt x="155" y="345"/>
                  </a:cubicBezTo>
                  <a:moveTo>
                    <a:pt x="216" y="207"/>
                  </a:moveTo>
                  <a:cubicBezTo>
                    <a:pt x="217" y="207"/>
                    <a:pt x="217" y="207"/>
                    <a:pt x="217" y="207"/>
                  </a:cubicBezTo>
                  <a:cubicBezTo>
                    <a:pt x="217" y="207"/>
                    <a:pt x="217" y="207"/>
                    <a:pt x="216" y="207"/>
                  </a:cubicBezTo>
                  <a:moveTo>
                    <a:pt x="216" y="208"/>
                  </a:moveTo>
                  <a:cubicBezTo>
                    <a:pt x="216" y="208"/>
                    <a:pt x="216" y="208"/>
                    <a:pt x="216" y="207"/>
                  </a:cubicBezTo>
                  <a:cubicBezTo>
                    <a:pt x="216" y="208"/>
                    <a:pt x="216" y="208"/>
                    <a:pt x="216" y="208"/>
                  </a:cubicBezTo>
                  <a:moveTo>
                    <a:pt x="215" y="209"/>
                  </a:moveTo>
                  <a:cubicBezTo>
                    <a:pt x="215" y="209"/>
                    <a:pt x="215" y="208"/>
                    <a:pt x="216" y="208"/>
                  </a:cubicBezTo>
                  <a:cubicBezTo>
                    <a:pt x="215" y="208"/>
                    <a:pt x="215" y="209"/>
                    <a:pt x="215" y="209"/>
                  </a:cubicBezTo>
                  <a:moveTo>
                    <a:pt x="214" y="210"/>
                  </a:moveTo>
                  <a:cubicBezTo>
                    <a:pt x="214" y="209"/>
                    <a:pt x="215" y="209"/>
                    <a:pt x="215" y="209"/>
                  </a:cubicBezTo>
                  <a:cubicBezTo>
                    <a:pt x="215" y="209"/>
                    <a:pt x="214" y="209"/>
                    <a:pt x="214" y="210"/>
                  </a:cubicBezTo>
                  <a:moveTo>
                    <a:pt x="214" y="210"/>
                  </a:moveTo>
                  <a:cubicBezTo>
                    <a:pt x="214" y="210"/>
                    <a:pt x="214" y="210"/>
                    <a:pt x="214" y="210"/>
                  </a:cubicBezTo>
                  <a:cubicBezTo>
                    <a:pt x="214" y="210"/>
                    <a:pt x="214" y="210"/>
                    <a:pt x="214" y="210"/>
                  </a:cubicBezTo>
                  <a:moveTo>
                    <a:pt x="213" y="211"/>
                  </a:moveTo>
                  <a:cubicBezTo>
                    <a:pt x="213" y="210"/>
                    <a:pt x="214" y="210"/>
                    <a:pt x="214" y="210"/>
                  </a:cubicBezTo>
                  <a:cubicBezTo>
                    <a:pt x="214" y="210"/>
                    <a:pt x="213" y="210"/>
                    <a:pt x="213" y="211"/>
                  </a:cubicBezTo>
                  <a:moveTo>
                    <a:pt x="212" y="211"/>
                  </a:moveTo>
                  <a:cubicBezTo>
                    <a:pt x="212" y="211"/>
                    <a:pt x="213" y="211"/>
                    <a:pt x="213" y="211"/>
                  </a:cubicBezTo>
                  <a:cubicBezTo>
                    <a:pt x="213" y="211"/>
                    <a:pt x="213" y="211"/>
                    <a:pt x="213" y="211"/>
                  </a:cubicBezTo>
                  <a:moveTo>
                    <a:pt x="212" y="212"/>
                  </a:moveTo>
                  <a:cubicBezTo>
                    <a:pt x="212" y="212"/>
                    <a:pt x="212" y="211"/>
                    <a:pt x="212" y="211"/>
                  </a:cubicBezTo>
                  <a:cubicBezTo>
                    <a:pt x="212" y="211"/>
                    <a:pt x="212" y="212"/>
                    <a:pt x="212" y="212"/>
                  </a:cubicBezTo>
                  <a:moveTo>
                    <a:pt x="211" y="212"/>
                  </a:moveTo>
                  <a:cubicBezTo>
                    <a:pt x="211" y="212"/>
                    <a:pt x="212" y="212"/>
                    <a:pt x="212" y="212"/>
                  </a:cubicBezTo>
                  <a:cubicBezTo>
                    <a:pt x="212" y="212"/>
                    <a:pt x="211" y="212"/>
                    <a:pt x="211" y="212"/>
                  </a:cubicBezTo>
                  <a:moveTo>
                    <a:pt x="211" y="213"/>
                  </a:moveTo>
                  <a:cubicBezTo>
                    <a:pt x="211" y="213"/>
                    <a:pt x="211" y="213"/>
                    <a:pt x="211" y="212"/>
                  </a:cubicBezTo>
                  <a:cubicBezTo>
                    <a:pt x="211" y="213"/>
                    <a:pt x="211" y="213"/>
                    <a:pt x="211" y="213"/>
                  </a:cubicBezTo>
                  <a:moveTo>
                    <a:pt x="211" y="214"/>
                  </a:moveTo>
                  <a:cubicBezTo>
                    <a:pt x="211" y="214"/>
                    <a:pt x="211" y="213"/>
                    <a:pt x="211" y="213"/>
                  </a:cubicBezTo>
                  <a:cubicBezTo>
                    <a:pt x="211" y="213"/>
                    <a:pt x="211" y="214"/>
                    <a:pt x="211" y="214"/>
                  </a:cubicBezTo>
                  <a:moveTo>
                    <a:pt x="210" y="214"/>
                  </a:moveTo>
                  <a:cubicBezTo>
                    <a:pt x="210" y="214"/>
                    <a:pt x="210" y="214"/>
                    <a:pt x="211" y="214"/>
                  </a:cubicBezTo>
                  <a:cubicBezTo>
                    <a:pt x="210" y="214"/>
                    <a:pt x="210" y="214"/>
                    <a:pt x="210" y="214"/>
                  </a:cubicBezTo>
                  <a:moveTo>
                    <a:pt x="210" y="214"/>
                  </a:moveTo>
                  <a:cubicBezTo>
                    <a:pt x="210" y="214"/>
                    <a:pt x="210" y="214"/>
                    <a:pt x="210" y="214"/>
                  </a:cubicBezTo>
                  <a:cubicBezTo>
                    <a:pt x="210" y="214"/>
                    <a:pt x="210" y="214"/>
                    <a:pt x="210" y="214"/>
                  </a:cubicBezTo>
                  <a:moveTo>
                    <a:pt x="209" y="215"/>
                  </a:moveTo>
                  <a:cubicBezTo>
                    <a:pt x="210" y="215"/>
                    <a:pt x="210" y="215"/>
                    <a:pt x="210" y="215"/>
                  </a:cubicBezTo>
                  <a:cubicBezTo>
                    <a:pt x="209" y="215"/>
                    <a:pt x="209" y="215"/>
                    <a:pt x="209" y="215"/>
                  </a:cubicBezTo>
                  <a:moveTo>
                    <a:pt x="209" y="216"/>
                  </a:moveTo>
                  <a:cubicBezTo>
                    <a:pt x="209" y="215"/>
                    <a:pt x="209" y="215"/>
                    <a:pt x="209" y="215"/>
                  </a:cubicBezTo>
                  <a:cubicBezTo>
                    <a:pt x="209" y="215"/>
                    <a:pt x="209" y="215"/>
                    <a:pt x="209" y="216"/>
                  </a:cubicBezTo>
                  <a:moveTo>
                    <a:pt x="209" y="216"/>
                  </a:moveTo>
                  <a:cubicBezTo>
                    <a:pt x="209" y="216"/>
                    <a:pt x="209" y="216"/>
                    <a:pt x="209" y="216"/>
                  </a:cubicBezTo>
                  <a:cubicBezTo>
                    <a:pt x="209" y="216"/>
                    <a:pt x="209" y="216"/>
                    <a:pt x="209" y="216"/>
                  </a:cubicBezTo>
                  <a:moveTo>
                    <a:pt x="208" y="217"/>
                  </a:moveTo>
                  <a:cubicBezTo>
                    <a:pt x="208" y="216"/>
                    <a:pt x="208" y="216"/>
                    <a:pt x="208" y="216"/>
                  </a:cubicBezTo>
                  <a:cubicBezTo>
                    <a:pt x="208" y="216"/>
                    <a:pt x="208" y="216"/>
                    <a:pt x="208" y="217"/>
                  </a:cubicBezTo>
                  <a:moveTo>
                    <a:pt x="208" y="217"/>
                  </a:moveTo>
                  <a:cubicBezTo>
                    <a:pt x="208" y="217"/>
                    <a:pt x="208" y="217"/>
                    <a:pt x="208" y="217"/>
                  </a:cubicBezTo>
                  <a:cubicBezTo>
                    <a:pt x="208" y="217"/>
                    <a:pt x="208" y="217"/>
                    <a:pt x="208" y="217"/>
                  </a:cubicBezTo>
                  <a:moveTo>
                    <a:pt x="208" y="218"/>
                  </a:moveTo>
                  <a:cubicBezTo>
                    <a:pt x="208" y="217"/>
                    <a:pt x="208" y="217"/>
                    <a:pt x="208" y="217"/>
                  </a:cubicBezTo>
                  <a:cubicBezTo>
                    <a:pt x="208" y="217"/>
                    <a:pt x="208" y="217"/>
                    <a:pt x="208" y="218"/>
                  </a:cubicBezTo>
                  <a:moveTo>
                    <a:pt x="207" y="218"/>
                  </a:moveTo>
                  <a:cubicBezTo>
                    <a:pt x="208" y="218"/>
                    <a:pt x="208" y="218"/>
                    <a:pt x="208" y="218"/>
                  </a:cubicBezTo>
                  <a:cubicBezTo>
                    <a:pt x="208" y="218"/>
                    <a:pt x="208" y="218"/>
                    <a:pt x="207" y="218"/>
                  </a:cubicBezTo>
                  <a:moveTo>
                    <a:pt x="207" y="218"/>
                  </a:moveTo>
                  <a:cubicBezTo>
                    <a:pt x="207" y="218"/>
                    <a:pt x="207" y="218"/>
                    <a:pt x="207" y="218"/>
                  </a:cubicBezTo>
                  <a:cubicBezTo>
                    <a:pt x="207" y="218"/>
                    <a:pt x="207" y="218"/>
                    <a:pt x="207" y="218"/>
                  </a:cubicBezTo>
                  <a:moveTo>
                    <a:pt x="207" y="219"/>
                  </a:moveTo>
                  <a:cubicBezTo>
                    <a:pt x="207" y="218"/>
                    <a:pt x="207" y="218"/>
                    <a:pt x="207" y="218"/>
                  </a:cubicBezTo>
                  <a:cubicBezTo>
                    <a:pt x="207" y="218"/>
                    <a:pt x="207" y="218"/>
                    <a:pt x="207" y="219"/>
                  </a:cubicBezTo>
                  <a:moveTo>
                    <a:pt x="207" y="219"/>
                  </a:moveTo>
                  <a:cubicBezTo>
                    <a:pt x="207" y="219"/>
                    <a:pt x="207" y="219"/>
                    <a:pt x="207" y="219"/>
                  </a:cubicBezTo>
                  <a:cubicBezTo>
                    <a:pt x="207" y="219"/>
                    <a:pt x="207" y="219"/>
                    <a:pt x="207" y="219"/>
                  </a:cubicBezTo>
                  <a:moveTo>
                    <a:pt x="206" y="220"/>
                  </a:moveTo>
                  <a:cubicBezTo>
                    <a:pt x="206" y="219"/>
                    <a:pt x="207" y="219"/>
                    <a:pt x="207" y="219"/>
                  </a:cubicBezTo>
                  <a:cubicBezTo>
                    <a:pt x="207" y="219"/>
                    <a:pt x="206" y="219"/>
                    <a:pt x="206" y="220"/>
                  </a:cubicBezTo>
                  <a:moveTo>
                    <a:pt x="206" y="220"/>
                  </a:moveTo>
                  <a:cubicBezTo>
                    <a:pt x="206" y="220"/>
                    <a:pt x="206" y="220"/>
                    <a:pt x="206" y="220"/>
                  </a:cubicBezTo>
                  <a:cubicBezTo>
                    <a:pt x="206" y="220"/>
                    <a:pt x="206" y="220"/>
                    <a:pt x="206" y="220"/>
                  </a:cubicBezTo>
                  <a:moveTo>
                    <a:pt x="206" y="220"/>
                  </a:moveTo>
                  <a:cubicBezTo>
                    <a:pt x="206" y="220"/>
                    <a:pt x="206" y="220"/>
                    <a:pt x="206" y="220"/>
                  </a:cubicBezTo>
                  <a:cubicBezTo>
                    <a:pt x="206" y="220"/>
                    <a:pt x="206" y="220"/>
                    <a:pt x="206" y="220"/>
                  </a:cubicBezTo>
                  <a:moveTo>
                    <a:pt x="206" y="220"/>
                  </a:moveTo>
                  <a:cubicBezTo>
                    <a:pt x="206" y="220"/>
                    <a:pt x="205" y="220"/>
                    <a:pt x="205" y="220"/>
                  </a:cubicBezTo>
                  <a:cubicBezTo>
                    <a:pt x="205" y="220"/>
                    <a:pt x="206" y="220"/>
                    <a:pt x="206" y="220"/>
                  </a:cubicBezTo>
                  <a:moveTo>
                    <a:pt x="205" y="220"/>
                  </a:moveTo>
                  <a:cubicBezTo>
                    <a:pt x="205" y="221"/>
                    <a:pt x="205" y="221"/>
                    <a:pt x="205" y="221"/>
                  </a:cubicBezTo>
                  <a:cubicBezTo>
                    <a:pt x="205" y="220"/>
                    <a:pt x="205" y="220"/>
                    <a:pt x="205" y="220"/>
                  </a:cubicBezTo>
                  <a:moveTo>
                    <a:pt x="205" y="221"/>
                  </a:moveTo>
                  <a:cubicBezTo>
                    <a:pt x="205" y="221"/>
                    <a:pt x="205" y="222"/>
                    <a:pt x="205" y="222"/>
                  </a:cubicBezTo>
                  <a:cubicBezTo>
                    <a:pt x="205" y="222"/>
                    <a:pt x="205" y="221"/>
                    <a:pt x="205" y="221"/>
                  </a:cubicBezTo>
                  <a:moveTo>
                    <a:pt x="205" y="222"/>
                  </a:moveTo>
                  <a:cubicBezTo>
                    <a:pt x="205" y="222"/>
                    <a:pt x="205" y="222"/>
                    <a:pt x="205" y="222"/>
                  </a:cubicBezTo>
                  <a:cubicBezTo>
                    <a:pt x="205" y="222"/>
                    <a:pt x="205" y="222"/>
                    <a:pt x="205" y="222"/>
                  </a:cubicBezTo>
                  <a:moveTo>
                    <a:pt x="205" y="222"/>
                  </a:moveTo>
                  <a:cubicBezTo>
                    <a:pt x="205" y="222"/>
                    <a:pt x="205" y="222"/>
                    <a:pt x="204" y="222"/>
                  </a:cubicBezTo>
                  <a:cubicBezTo>
                    <a:pt x="205" y="222"/>
                    <a:pt x="205" y="222"/>
                    <a:pt x="205" y="222"/>
                  </a:cubicBezTo>
                  <a:moveTo>
                    <a:pt x="204" y="222"/>
                  </a:moveTo>
                  <a:cubicBezTo>
                    <a:pt x="204" y="222"/>
                    <a:pt x="204" y="222"/>
                    <a:pt x="204" y="223"/>
                  </a:cubicBezTo>
                  <a:cubicBezTo>
                    <a:pt x="204" y="222"/>
                    <a:pt x="204" y="222"/>
                    <a:pt x="204" y="222"/>
                  </a:cubicBezTo>
                  <a:moveTo>
                    <a:pt x="199" y="231"/>
                  </a:moveTo>
                  <a:cubicBezTo>
                    <a:pt x="204" y="225"/>
                    <a:pt x="211" y="216"/>
                    <a:pt x="217" y="210"/>
                  </a:cubicBezTo>
                  <a:cubicBezTo>
                    <a:pt x="211" y="216"/>
                    <a:pt x="204" y="225"/>
                    <a:pt x="199" y="231"/>
                  </a:cubicBezTo>
                  <a:moveTo>
                    <a:pt x="200" y="231"/>
                  </a:moveTo>
                  <a:cubicBezTo>
                    <a:pt x="199" y="231"/>
                    <a:pt x="199" y="231"/>
                    <a:pt x="199" y="231"/>
                  </a:cubicBezTo>
                  <a:cubicBezTo>
                    <a:pt x="199" y="231"/>
                    <a:pt x="200" y="231"/>
                    <a:pt x="200" y="231"/>
                  </a:cubicBezTo>
                  <a:moveTo>
                    <a:pt x="201" y="230"/>
                  </a:moveTo>
                  <a:cubicBezTo>
                    <a:pt x="201" y="230"/>
                    <a:pt x="200" y="231"/>
                    <a:pt x="200" y="231"/>
                  </a:cubicBezTo>
                  <a:cubicBezTo>
                    <a:pt x="200" y="231"/>
                    <a:pt x="201" y="230"/>
                    <a:pt x="201" y="230"/>
                  </a:cubicBezTo>
                  <a:moveTo>
                    <a:pt x="202" y="230"/>
                  </a:moveTo>
                  <a:cubicBezTo>
                    <a:pt x="202" y="230"/>
                    <a:pt x="201" y="230"/>
                    <a:pt x="201" y="230"/>
                  </a:cubicBezTo>
                  <a:cubicBezTo>
                    <a:pt x="201" y="230"/>
                    <a:pt x="202" y="230"/>
                    <a:pt x="202" y="230"/>
                  </a:cubicBezTo>
                  <a:moveTo>
                    <a:pt x="203" y="229"/>
                  </a:moveTo>
                  <a:cubicBezTo>
                    <a:pt x="203" y="229"/>
                    <a:pt x="202" y="229"/>
                    <a:pt x="202" y="230"/>
                  </a:cubicBezTo>
                  <a:cubicBezTo>
                    <a:pt x="202" y="229"/>
                    <a:pt x="203" y="229"/>
                    <a:pt x="203" y="229"/>
                  </a:cubicBezTo>
                  <a:moveTo>
                    <a:pt x="204" y="228"/>
                  </a:moveTo>
                  <a:cubicBezTo>
                    <a:pt x="204" y="228"/>
                    <a:pt x="203" y="228"/>
                    <a:pt x="203" y="229"/>
                  </a:cubicBezTo>
                  <a:cubicBezTo>
                    <a:pt x="203" y="228"/>
                    <a:pt x="204" y="228"/>
                    <a:pt x="204" y="228"/>
                  </a:cubicBezTo>
                  <a:moveTo>
                    <a:pt x="205" y="227"/>
                  </a:moveTo>
                  <a:cubicBezTo>
                    <a:pt x="205" y="227"/>
                    <a:pt x="205" y="228"/>
                    <a:pt x="204" y="228"/>
                  </a:cubicBezTo>
                  <a:cubicBezTo>
                    <a:pt x="205" y="228"/>
                    <a:pt x="205" y="227"/>
                    <a:pt x="205" y="227"/>
                  </a:cubicBezTo>
                  <a:moveTo>
                    <a:pt x="206" y="226"/>
                  </a:moveTo>
                  <a:cubicBezTo>
                    <a:pt x="206" y="226"/>
                    <a:pt x="205" y="227"/>
                    <a:pt x="205" y="227"/>
                  </a:cubicBezTo>
                  <a:cubicBezTo>
                    <a:pt x="205" y="227"/>
                    <a:pt x="206" y="226"/>
                    <a:pt x="206" y="226"/>
                  </a:cubicBezTo>
                  <a:moveTo>
                    <a:pt x="207" y="225"/>
                  </a:moveTo>
                  <a:cubicBezTo>
                    <a:pt x="207" y="226"/>
                    <a:pt x="206" y="226"/>
                    <a:pt x="206" y="226"/>
                  </a:cubicBezTo>
                  <a:cubicBezTo>
                    <a:pt x="206" y="226"/>
                    <a:pt x="207" y="226"/>
                    <a:pt x="207" y="225"/>
                  </a:cubicBezTo>
                  <a:moveTo>
                    <a:pt x="208" y="225"/>
                  </a:moveTo>
                  <a:cubicBezTo>
                    <a:pt x="208" y="225"/>
                    <a:pt x="207" y="225"/>
                    <a:pt x="207" y="225"/>
                  </a:cubicBezTo>
                  <a:cubicBezTo>
                    <a:pt x="207" y="225"/>
                    <a:pt x="208" y="225"/>
                    <a:pt x="208" y="225"/>
                  </a:cubicBezTo>
                  <a:moveTo>
                    <a:pt x="209" y="224"/>
                  </a:moveTo>
                  <a:cubicBezTo>
                    <a:pt x="209" y="224"/>
                    <a:pt x="208" y="224"/>
                    <a:pt x="208" y="225"/>
                  </a:cubicBezTo>
                  <a:cubicBezTo>
                    <a:pt x="208" y="224"/>
                    <a:pt x="209" y="224"/>
                    <a:pt x="209" y="224"/>
                  </a:cubicBezTo>
                  <a:moveTo>
                    <a:pt x="210" y="223"/>
                  </a:moveTo>
                  <a:cubicBezTo>
                    <a:pt x="210" y="223"/>
                    <a:pt x="209" y="223"/>
                    <a:pt x="209" y="224"/>
                  </a:cubicBezTo>
                  <a:cubicBezTo>
                    <a:pt x="209" y="223"/>
                    <a:pt x="210" y="223"/>
                    <a:pt x="210" y="223"/>
                  </a:cubicBezTo>
                  <a:moveTo>
                    <a:pt x="211" y="222"/>
                  </a:moveTo>
                  <a:cubicBezTo>
                    <a:pt x="211" y="222"/>
                    <a:pt x="210" y="223"/>
                    <a:pt x="210" y="223"/>
                  </a:cubicBezTo>
                  <a:cubicBezTo>
                    <a:pt x="210" y="223"/>
                    <a:pt x="211" y="222"/>
                    <a:pt x="211" y="222"/>
                  </a:cubicBezTo>
                  <a:moveTo>
                    <a:pt x="212" y="222"/>
                  </a:moveTo>
                  <a:cubicBezTo>
                    <a:pt x="211" y="222"/>
                    <a:pt x="211" y="222"/>
                    <a:pt x="211" y="222"/>
                  </a:cubicBezTo>
                  <a:cubicBezTo>
                    <a:pt x="211" y="222"/>
                    <a:pt x="211" y="222"/>
                    <a:pt x="212" y="222"/>
                  </a:cubicBezTo>
                  <a:moveTo>
                    <a:pt x="212" y="220"/>
                  </a:moveTo>
                  <a:cubicBezTo>
                    <a:pt x="212" y="221"/>
                    <a:pt x="212" y="221"/>
                    <a:pt x="212" y="222"/>
                  </a:cubicBezTo>
                  <a:cubicBezTo>
                    <a:pt x="212" y="221"/>
                    <a:pt x="212" y="221"/>
                    <a:pt x="212" y="220"/>
                  </a:cubicBezTo>
                  <a:moveTo>
                    <a:pt x="213" y="220"/>
                  </a:moveTo>
                  <a:cubicBezTo>
                    <a:pt x="213" y="220"/>
                    <a:pt x="213" y="220"/>
                    <a:pt x="212" y="220"/>
                  </a:cubicBezTo>
                  <a:cubicBezTo>
                    <a:pt x="213" y="220"/>
                    <a:pt x="213" y="220"/>
                    <a:pt x="213" y="220"/>
                  </a:cubicBezTo>
                  <a:moveTo>
                    <a:pt x="213" y="220"/>
                  </a:moveTo>
                  <a:cubicBezTo>
                    <a:pt x="214" y="220"/>
                    <a:pt x="214" y="219"/>
                    <a:pt x="214" y="219"/>
                  </a:cubicBezTo>
                  <a:cubicBezTo>
                    <a:pt x="214" y="219"/>
                    <a:pt x="214" y="220"/>
                    <a:pt x="213" y="220"/>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8"/>
                  </a:moveTo>
                  <a:cubicBezTo>
                    <a:pt x="315" y="238"/>
                    <a:pt x="315" y="238"/>
                    <a:pt x="315" y="238"/>
                  </a:cubicBezTo>
                  <a:cubicBezTo>
                    <a:pt x="315" y="238"/>
                    <a:pt x="315" y="238"/>
                    <a:pt x="315" y="238"/>
                  </a:cubicBezTo>
                  <a:moveTo>
                    <a:pt x="315" y="239"/>
                  </a:moveTo>
                  <a:cubicBezTo>
                    <a:pt x="315" y="238"/>
                    <a:pt x="315" y="238"/>
                    <a:pt x="315" y="238"/>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5" y="239"/>
                  </a:moveTo>
                  <a:cubicBezTo>
                    <a:pt x="315" y="239"/>
                    <a:pt x="315" y="239"/>
                    <a:pt x="315" y="239"/>
                  </a:cubicBezTo>
                  <a:cubicBezTo>
                    <a:pt x="315" y="239"/>
                    <a:pt x="315" y="239"/>
                    <a:pt x="315" y="239"/>
                  </a:cubicBezTo>
                  <a:moveTo>
                    <a:pt x="316" y="239"/>
                  </a:moveTo>
                  <a:cubicBezTo>
                    <a:pt x="315" y="239"/>
                    <a:pt x="315" y="239"/>
                    <a:pt x="315"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316" y="239"/>
                  </a:moveTo>
                  <a:cubicBezTo>
                    <a:pt x="316" y="239"/>
                    <a:pt x="316" y="239"/>
                    <a:pt x="316" y="239"/>
                  </a:cubicBezTo>
                  <a:cubicBezTo>
                    <a:pt x="316" y="239"/>
                    <a:pt x="316" y="239"/>
                    <a:pt x="316" y="239"/>
                  </a:cubicBezTo>
                  <a:moveTo>
                    <a:pt x="251" y="171"/>
                  </a:moveTo>
                  <a:cubicBezTo>
                    <a:pt x="255" y="167"/>
                    <a:pt x="260" y="163"/>
                    <a:pt x="264" y="160"/>
                  </a:cubicBezTo>
                  <a:cubicBezTo>
                    <a:pt x="264" y="160"/>
                    <a:pt x="264" y="161"/>
                    <a:pt x="264" y="162"/>
                  </a:cubicBezTo>
                  <a:cubicBezTo>
                    <a:pt x="251" y="171"/>
                    <a:pt x="251" y="171"/>
                    <a:pt x="251" y="171"/>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4" y="235"/>
                  </a:moveTo>
                  <a:cubicBezTo>
                    <a:pt x="324" y="235"/>
                    <a:pt x="324" y="235"/>
                    <a:pt x="324" y="235"/>
                  </a:cubicBezTo>
                  <a:cubicBezTo>
                    <a:pt x="324" y="235"/>
                    <a:pt x="324" y="235"/>
                    <a:pt x="324" y="235"/>
                  </a:cubicBezTo>
                  <a:moveTo>
                    <a:pt x="321" y="220"/>
                  </a:moveTo>
                  <a:cubicBezTo>
                    <a:pt x="321" y="220"/>
                    <a:pt x="320" y="221"/>
                    <a:pt x="320" y="222"/>
                  </a:cubicBezTo>
                  <a:cubicBezTo>
                    <a:pt x="320" y="221"/>
                    <a:pt x="321" y="221"/>
                    <a:pt x="321" y="221"/>
                  </a:cubicBezTo>
                  <a:moveTo>
                    <a:pt x="315" y="238"/>
                  </a:moveTo>
                  <a:cubicBezTo>
                    <a:pt x="313" y="235"/>
                    <a:pt x="317" y="229"/>
                    <a:pt x="320" y="222"/>
                  </a:cubicBezTo>
                  <a:cubicBezTo>
                    <a:pt x="316" y="230"/>
                    <a:pt x="313" y="236"/>
                    <a:pt x="315" y="238"/>
                  </a:cubicBezTo>
                  <a:cubicBezTo>
                    <a:pt x="315" y="238"/>
                    <a:pt x="315" y="238"/>
                    <a:pt x="315" y="238"/>
                  </a:cubicBezTo>
                  <a:moveTo>
                    <a:pt x="311" y="108"/>
                  </a:moveTo>
                  <a:cubicBezTo>
                    <a:pt x="325" y="97"/>
                    <a:pt x="325" y="97"/>
                    <a:pt x="325" y="97"/>
                  </a:cubicBezTo>
                  <a:cubicBezTo>
                    <a:pt x="311" y="108"/>
                    <a:pt x="311" y="108"/>
                    <a:pt x="311" y="108"/>
                  </a:cubicBezTo>
                  <a:moveTo>
                    <a:pt x="311" y="108"/>
                  </a:moveTo>
                  <a:cubicBezTo>
                    <a:pt x="312" y="109"/>
                    <a:pt x="312" y="109"/>
                    <a:pt x="312" y="109"/>
                  </a:cubicBezTo>
                  <a:cubicBezTo>
                    <a:pt x="311" y="108"/>
                    <a:pt x="311" y="108"/>
                    <a:pt x="311" y="108"/>
                  </a:cubicBezTo>
                  <a:moveTo>
                    <a:pt x="312" y="109"/>
                  </a:moveTo>
                  <a:cubicBezTo>
                    <a:pt x="323" y="100"/>
                    <a:pt x="323" y="100"/>
                    <a:pt x="323" y="100"/>
                  </a:cubicBezTo>
                  <a:cubicBezTo>
                    <a:pt x="312" y="109"/>
                    <a:pt x="312" y="109"/>
                    <a:pt x="312" y="109"/>
                  </a:cubicBezTo>
                  <a:moveTo>
                    <a:pt x="312" y="110"/>
                  </a:moveTo>
                  <a:cubicBezTo>
                    <a:pt x="312" y="110"/>
                    <a:pt x="312" y="109"/>
                    <a:pt x="312" y="109"/>
                  </a:cubicBezTo>
                  <a:cubicBezTo>
                    <a:pt x="312" y="109"/>
                    <a:pt x="312" y="109"/>
                    <a:pt x="312" y="109"/>
                  </a:cubicBezTo>
                  <a:moveTo>
                    <a:pt x="311" y="110"/>
                  </a:moveTo>
                  <a:cubicBezTo>
                    <a:pt x="311" y="110"/>
                    <a:pt x="312" y="110"/>
                    <a:pt x="312" y="110"/>
                  </a:cubicBezTo>
                  <a:cubicBezTo>
                    <a:pt x="312" y="110"/>
                    <a:pt x="311" y="110"/>
                    <a:pt x="311" y="110"/>
                  </a:cubicBezTo>
                  <a:moveTo>
                    <a:pt x="311" y="111"/>
                  </a:moveTo>
                  <a:cubicBezTo>
                    <a:pt x="311" y="111"/>
                    <a:pt x="311" y="110"/>
                    <a:pt x="311" y="110"/>
                  </a:cubicBezTo>
                  <a:cubicBezTo>
                    <a:pt x="311" y="110"/>
                    <a:pt x="311" y="111"/>
                    <a:pt x="311" y="111"/>
                  </a:cubicBezTo>
                  <a:moveTo>
                    <a:pt x="311" y="111"/>
                  </a:moveTo>
                  <a:cubicBezTo>
                    <a:pt x="311" y="111"/>
                    <a:pt x="311" y="111"/>
                    <a:pt x="311" y="111"/>
                  </a:cubicBezTo>
                  <a:cubicBezTo>
                    <a:pt x="311" y="111"/>
                    <a:pt x="311" y="111"/>
                    <a:pt x="311" y="111"/>
                  </a:cubicBezTo>
                  <a:moveTo>
                    <a:pt x="311" y="111"/>
                  </a:moveTo>
                  <a:cubicBezTo>
                    <a:pt x="311" y="111"/>
                    <a:pt x="311" y="111"/>
                    <a:pt x="311" y="111"/>
                  </a:cubicBezTo>
                  <a:cubicBezTo>
                    <a:pt x="311" y="111"/>
                    <a:pt x="311" y="111"/>
                    <a:pt x="311" y="111"/>
                  </a:cubicBezTo>
                  <a:moveTo>
                    <a:pt x="312" y="111"/>
                  </a:moveTo>
                  <a:cubicBezTo>
                    <a:pt x="311" y="111"/>
                    <a:pt x="311" y="111"/>
                    <a:pt x="311" y="111"/>
                  </a:cubicBezTo>
                  <a:cubicBezTo>
                    <a:pt x="312" y="111"/>
                    <a:pt x="312" y="111"/>
                    <a:pt x="312" y="111"/>
                  </a:cubicBezTo>
                  <a:moveTo>
                    <a:pt x="312" y="111"/>
                  </a:moveTo>
                  <a:cubicBezTo>
                    <a:pt x="312" y="111"/>
                    <a:pt x="312" y="111"/>
                    <a:pt x="312" y="111"/>
                  </a:cubicBezTo>
                  <a:cubicBezTo>
                    <a:pt x="312" y="111"/>
                    <a:pt x="312" y="111"/>
                    <a:pt x="312" y="111"/>
                  </a:cubicBezTo>
                  <a:moveTo>
                    <a:pt x="313" y="111"/>
                  </a:moveTo>
                  <a:cubicBezTo>
                    <a:pt x="312" y="111"/>
                    <a:pt x="312" y="111"/>
                    <a:pt x="312" y="111"/>
                  </a:cubicBezTo>
                  <a:cubicBezTo>
                    <a:pt x="313" y="111"/>
                    <a:pt x="313" y="111"/>
                    <a:pt x="313" y="111"/>
                  </a:cubicBezTo>
                  <a:moveTo>
                    <a:pt x="313" y="111"/>
                  </a:moveTo>
                  <a:cubicBezTo>
                    <a:pt x="313" y="111"/>
                    <a:pt x="313" y="111"/>
                    <a:pt x="313" y="111"/>
                  </a:cubicBezTo>
                  <a:cubicBezTo>
                    <a:pt x="313" y="111"/>
                    <a:pt x="313" y="111"/>
                    <a:pt x="313" y="111"/>
                  </a:cubicBezTo>
                  <a:moveTo>
                    <a:pt x="315" y="110"/>
                  </a:moveTo>
                  <a:cubicBezTo>
                    <a:pt x="314" y="110"/>
                    <a:pt x="314" y="111"/>
                    <a:pt x="313" y="111"/>
                  </a:cubicBezTo>
                  <a:cubicBezTo>
                    <a:pt x="314" y="111"/>
                    <a:pt x="314" y="110"/>
                    <a:pt x="315" y="110"/>
                  </a:cubicBezTo>
                  <a:moveTo>
                    <a:pt x="316" y="109"/>
                  </a:moveTo>
                  <a:cubicBezTo>
                    <a:pt x="316" y="110"/>
                    <a:pt x="315" y="110"/>
                    <a:pt x="315" y="110"/>
                  </a:cubicBezTo>
                  <a:cubicBezTo>
                    <a:pt x="315" y="110"/>
                    <a:pt x="316" y="110"/>
                    <a:pt x="316" y="109"/>
                  </a:cubicBezTo>
                  <a:moveTo>
                    <a:pt x="318" y="109"/>
                  </a:moveTo>
                  <a:cubicBezTo>
                    <a:pt x="317" y="109"/>
                    <a:pt x="317" y="109"/>
                    <a:pt x="316" y="109"/>
                  </a:cubicBezTo>
                  <a:cubicBezTo>
                    <a:pt x="317" y="109"/>
                    <a:pt x="317" y="109"/>
                    <a:pt x="318" y="109"/>
                  </a:cubicBezTo>
                  <a:moveTo>
                    <a:pt x="320" y="107"/>
                  </a:moveTo>
                  <a:cubicBezTo>
                    <a:pt x="319" y="108"/>
                    <a:pt x="318" y="108"/>
                    <a:pt x="318" y="109"/>
                  </a:cubicBezTo>
                  <a:cubicBezTo>
                    <a:pt x="318" y="108"/>
                    <a:pt x="319" y="108"/>
                    <a:pt x="320" y="107"/>
                  </a:cubicBezTo>
                  <a:moveTo>
                    <a:pt x="322" y="106"/>
                  </a:moveTo>
                  <a:cubicBezTo>
                    <a:pt x="321" y="107"/>
                    <a:pt x="320" y="107"/>
                    <a:pt x="320" y="107"/>
                  </a:cubicBezTo>
                  <a:cubicBezTo>
                    <a:pt x="320" y="107"/>
                    <a:pt x="321" y="107"/>
                    <a:pt x="322" y="106"/>
                  </a:cubicBezTo>
                  <a:moveTo>
                    <a:pt x="325" y="105"/>
                  </a:moveTo>
                  <a:cubicBezTo>
                    <a:pt x="324" y="105"/>
                    <a:pt x="323" y="106"/>
                    <a:pt x="322" y="106"/>
                  </a:cubicBezTo>
                  <a:cubicBezTo>
                    <a:pt x="324" y="105"/>
                    <a:pt x="326" y="104"/>
                    <a:pt x="328" y="103"/>
                  </a:cubicBezTo>
                  <a:cubicBezTo>
                    <a:pt x="327" y="103"/>
                    <a:pt x="325" y="104"/>
                    <a:pt x="325" y="105"/>
                  </a:cubicBezTo>
                  <a:moveTo>
                    <a:pt x="387" y="55"/>
                  </a:moveTo>
                  <a:cubicBezTo>
                    <a:pt x="389" y="54"/>
                    <a:pt x="391" y="52"/>
                    <a:pt x="394" y="51"/>
                  </a:cubicBezTo>
                  <a:cubicBezTo>
                    <a:pt x="391" y="52"/>
                    <a:pt x="389" y="54"/>
                    <a:pt x="387" y="55"/>
                  </a:cubicBezTo>
                  <a:moveTo>
                    <a:pt x="387" y="55"/>
                  </a:moveTo>
                  <a:cubicBezTo>
                    <a:pt x="385" y="56"/>
                    <a:pt x="383" y="57"/>
                    <a:pt x="381" y="58"/>
                  </a:cubicBezTo>
                  <a:cubicBezTo>
                    <a:pt x="383" y="57"/>
                    <a:pt x="385" y="56"/>
                    <a:pt x="387" y="55"/>
                  </a:cubicBezTo>
                  <a:moveTo>
                    <a:pt x="366" y="68"/>
                  </a:moveTo>
                  <a:cubicBezTo>
                    <a:pt x="381" y="58"/>
                    <a:pt x="381" y="58"/>
                    <a:pt x="381" y="58"/>
                  </a:cubicBezTo>
                  <a:cubicBezTo>
                    <a:pt x="366" y="68"/>
                    <a:pt x="366" y="68"/>
                    <a:pt x="366" y="68"/>
                  </a:cubicBezTo>
                  <a:moveTo>
                    <a:pt x="370" y="68"/>
                  </a:moveTo>
                  <a:cubicBezTo>
                    <a:pt x="365" y="70"/>
                    <a:pt x="365" y="70"/>
                    <a:pt x="365" y="70"/>
                  </a:cubicBezTo>
                  <a:cubicBezTo>
                    <a:pt x="366" y="69"/>
                    <a:pt x="367" y="68"/>
                    <a:pt x="368" y="68"/>
                  </a:cubicBezTo>
                  <a:cubicBezTo>
                    <a:pt x="366" y="68"/>
                    <a:pt x="366" y="68"/>
                    <a:pt x="366" y="68"/>
                  </a:cubicBezTo>
                  <a:cubicBezTo>
                    <a:pt x="368" y="68"/>
                    <a:pt x="368" y="68"/>
                    <a:pt x="368" y="68"/>
                  </a:cubicBezTo>
                  <a:cubicBezTo>
                    <a:pt x="369" y="66"/>
                    <a:pt x="371" y="65"/>
                    <a:pt x="373" y="64"/>
                  </a:cubicBezTo>
                  <a:cubicBezTo>
                    <a:pt x="377" y="61"/>
                    <a:pt x="379" y="60"/>
                    <a:pt x="384" y="57"/>
                  </a:cubicBezTo>
                  <a:cubicBezTo>
                    <a:pt x="384" y="57"/>
                    <a:pt x="384" y="57"/>
                    <a:pt x="384" y="57"/>
                  </a:cubicBezTo>
                  <a:cubicBezTo>
                    <a:pt x="384" y="57"/>
                    <a:pt x="387" y="56"/>
                    <a:pt x="387" y="56"/>
                  </a:cubicBezTo>
                  <a:cubicBezTo>
                    <a:pt x="387" y="56"/>
                    <a:pt x="385" y="56"/>
                    <a:pt x="384" y="57"/>
                  </a:cubicBezTo>
                  <a:cubicBezTo>
                    <a:pt x="387" y="56"/>
                    <a:pt x="389" y="55"/>
                    <a:pt x="391" y="54"/>
                  </a:cubicBezTo>
                  <a:cubicBezTo>
                    <a:pt x="390" y="54"/>
                    <a:pt x="389" y="55"/>
                    <a:pt x="389" y="56"/>
                  </a:cubicBezTo>
                  <a:cubicBezTo>
                    <a:pt x="377" y="64"/>
                    <a:pt x="377" y="64"/>
                    <a:pt x="377" y="64"/>
                  </a:cubicBezTo>
                  <a:cubicBezTo>
                    <a:pt x="375" y="65"/>
                    <a:pt x="372" y="66"/>
                    <a:pt x="370" y="68"/>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3" y="65"/>
                    <a:pt x="393" y="65"/>
                  </a:cubicBezTo>
                  <a:cubicBezTo>
                    <a:pt x="393" y="65"/>
                    <a:pt x="393" y="65"/>
                    <a:pt x="393" y="65"/>
                  </a:cubicBezTo>
                  <a:moveTo>
                    <a:pt x="393" y="65"/>
                  </a:moveTo>
                  <a:cubicBezTo>
                    <a:pt x="393" y="65"/>
                    <a:pt x="394" y="65"/>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4"/>
                    <a:pt x="394" y="64"/>
                  </a:cubicBezTo>
                  <a:cubicBezTo>
                    <a:pt x="394" y="64"/>
                    <a:pt x="394" y="65"/>
                    <a:pt x="393" y="65"/>
                  </a:cubicBezTo>
                  <a:cubicBezTo>
                    <a:pt x="393" y="65"/>
                    <a:pt x="393" y="65"/>
                    <a:pt x="393" y="65"/>
                  </a:cubicBezTo>
                  <a:moveTo>
                    <a:pt x="393" y="65"/>
                  </a:moveTo>
                  <a:cubicBezTo>
                    <a:pt x="393" y="65"/>
                    <a:pt x="393" y="65"/>
                    <a:pt x="393" y="65"/>
                  </a:cubicBezTo>
                  <a:cubicBezTo>
                    <a:pt x="393" y="65"/>
                    <a:pt x="393" y="65"/>
                    <a:pt x="393" y="65"/>
                  </a:cubicBezTo>
                  <a:moveTo>
                    <a:pt x="287" y="334"/>
                  </a:moveTo>
                  <a:cubicBezTo>
                    <a:pt x="300" y="315"/>
                    <a:pt x="314" y="296"/>
                    <a:pt x="328" y="279"/>
                  </a:cubicBezTo>
                  <a:cubicBezTo>
                    <a:pt x="325" y="273"/>
                    <a:pt x="325" y="273"/>
                    <a:pt x="325" y="273"/>
                  </a:cubicBezTo>
                  <a:cubicBezTo>
                    <a:pt x="331" y="258"/>
                    <a:pt x="340" y="238"/>
                    <a:pt x="347" y="223"/>
                  </a:cubicBezTo>
                  <a:cubicBezTo>
                    <a:pt x="327" y="234"/>
                    <a:pt x="327" y="234"/>
                    <a:pt x="327" y="234"/>
                  </a:cubicBezTo>
                  <a:cubicBezTo>
                    <a:pt x="321" y="220"/>
                    <a:pt x="321" y="220"/>
                    <a:pt x="321" y="220"/>
                  </a:cubicBezTo>
                  <a:cubicBezTo>
                    <a:pt x="327" y="213"/>
                    <a:pt x="334" y="207"/>
                    <a:pt x="341" y="201"/>
                  </a:cubicBezTo>
                  <a:cubicBezTo>
                    <a:pt x="337" y="195"/>
                    <a:pt x="337" y="195"/>
                    <a:pt x="344" y="184"/>
                  </a:cubicBezTo>
                  <a:cubicBezTo>
                    <a:pt x="343" y="182"/>
                    <a:pt x="343" y="181"/>
                    <a:pt x="343" y="180"/>
                  </a:cubicBezTo>
                  <a:cubicBezTo>
                    <a:pt x="339" y="177"/>
                    <a:pt x="336" y="174"/>
                    <a:pt x="333" y="172"/>
                  </a:cubicBezTo>
                  <a:cubicBezTo>
                    <a:pt x="311" y="191"/>
                    <a:pt x="294" y="215"/>
                    <a:pt x="272" y="235"/>
                  </a:cubicBezTo>
                  <a:cubicBezTo>
                    <a:pt x="265" y="241"/>
                    <a:pt x="257" y="241"/>
                    <a:pt x="250" y="245"/>
                  </a:cubicBezTo>
                  <a:cubicBezTo>
                    <a:pt x="257" y="240"/>
                    <a:pt x="257" y="240"/>
                    <a:pt x="257" y="240"/>
                  </a:cubicBezTo>
                  <a:cubicBezTo>
                    <a:pt x="250" y="245"/>
                    <a:pt x="250" y="245"/>
                    <a:pt x="250" y="245"/>
                  </a:cubicBezTo>
                  <a:cubicBezTo>
                    <a:pt x="248" y="248"/>
                    <a:pt x="246" y="250"/>
                    <a:pt x="244" y="252"/>
                  </a:cubicBezTo>
                  <a:cubicBezTo>
                    <a:pt x="239" y="260"/>
                    <a:pt x="239" y="260"/>
                    <a:pt x="239" y="260"/>
                  </a:cubicBezTo>
                  <a:cubicBezTo>
                    <a:pt x="244" y="252"/>
                    <a:pt x="244" y="252"/>
                    <a:pt x="244" y="252"/>
                  </a:cubicBezTo>
                  <a:cubicBezTo>
                    <a:pt x="230" y="264"/>
                    <a:pt x="230" y="264"/>
                    <a:pt x="230" y="264"/>
                  </a:cubicBezTo>
                  <a:cubicBezTo>
                    <a:pt x="229" y="263"/>
                    <a:pt x="228" y="262"/>
                    <a:pt x="227" y="261"/>
                  </a:cubicBezTo>
                  <a:cubicBezTo>
                    <a:pt x="249" y="230"/>
                    <a:pt x="249" y="230"/>
                    <a:pt x="249" y="230"/>
                  </a:cubicBezTo>
                  <a:cubicBezTo>
                    <a:pt x="248" y="229"/>
                    <a:pt x="246" y="226"/>
                    <a:pt x="245" y="224"/>
                  </a:cubicBezTo>
                  <a:cubicBezTo>
                    <a:pt x="250" y="216"/>
                    <a:pt x="250" y="216"/>
                    <a:pt x="250" y="216"/>
                  </a:cubicBezTo>
                  <a:cubicBezTo>
                    <a:pt x="252" y="208"/>
                    <a:pt x="254" y="198"/>
                    <a:pt x="257" y="189"/>
                  </a:cubicBezTo>
                  <a:cubicBezTo>
                    <a:pt x="265" y="181"/>
                    <a:pt x="265" y="181"/>
                    <a:pt x="265" y="181"/>
                  </a:cubicBezTo>
                  <a:cubicBezTo>
                    <a:pt x="270" y="174"/>
                    <a:pt x="270" y="174"/>
                    <a:pt x="270" y="174"/>
                  </a:cubicBezTo>
                  <a:cubicBezTo>
                    <a:pt x="270" y="173"/>
                    <a:pt x="270" y="172"/>
                    <a:pt x="270" y="171"/>
                  </a:cubicBezTo>
                  <a:cubicBezTo>
                    <a:pt x="277" y="166"/>
                    <a:pt x="284" y="160"/>
                    <a:pt x="291" y="154"/>
                  </a:cubicBezTo>
                  <a:cubicBezTo>
                    <a:pt x="320" y="137"/>
                    <a:pt x="320" y="137"/>
                    <a:pt x="320" y="137"/>
                  </a:cubicBezTo>
                  <a:cubicBezTo>
                    <a:pt x="291" y="154"/>
                    <a:pt x="291" y="154"/>
                    <a:pt x="291" y="154"/>
                  </a:cubicBezTo>
                  <a:cubicBezTo>
                    <a:pt x="322" y="138"/>
                    <a:pt x="322" y="138"/>
                    <a:pt x="322" y="138"/>
                  </a:cubicBezTo>
                  <a:cubicBezTo>
                    <a:pt x="324" y="137"/>
                    <a:pt x="327" y="135"/>
                    <a:pt x="329" y="133"/>
                  </a:cubicBezTo>
                  <a:cubicBezTo>
                    <a:pt x="335" y="122"/>
                    <a:pt x="335" y="122"/>
                    <a:pt x="335" y="122"/>
                  </a:cubicBezTo>
                  <a:cubicBezTo>
                    <a:pt x="329" y="133"/>
                    <a:pt x="329" y="133"/>
                    <a:pt x="329" y="133"/>
                  </a:cubicBezTo>
                  <a:cubicBezTo>
                    <a:pt x="341" y="133"/>
                    <a:pt x="341" y="133"/>
                    <a:pt x="341" y="133"/>
                  </a:cubicBezTo>
                  <a:cubicBezTo>
                    <a:pt x="347" y="129"/>
                    <a:pt x="347" y="129"/>
                    <a:pt x="347" y="129"/>
                  </a:cubicBezTo>
                  <a:cubicBezTo>
                    <a:pt x="341" y="133"/>
                    <a:pt x="341" y="133"/>
                    <a:pt x="341" y="133"/>
                  </a:cubicBezTo>
                  <a:cubicBezTo>
                    <a:pt x="329" y="133"/>
                    <a:pt x="329" y="133"/>
                    <a:pt x="329" y="133"/>
                  </a:cubicBezTo>
                  <a:cubicBezTo>
                    <a:pt x="327" y="135"/>
                    <a:pt x="324" y="137"/>
                    <a:pt x="322" y="138"/>
                  </a:cubicBezTo>
                  <a:cubicBezTo>
                    <a:pt x="332" y="139"/>
                    <a:pt x="332" y="139"/>
                    <a:pt x="332" y="139"/>
                  </a:cubicBezTo>
                  <a:cubicBezTo>
                    <a:pt x="347" y="130"/>
                    <a:pt x="347" y="130"/>
                    <a:pt x="347" y="130"/>
                  </a:cubicBezTo>
                  <a:cubicBezTo>
                    <a:pt x="350" y="128"/>
                    <a:pt x="352" y="127"/>
                    <a:pt x="355" y="125"/>
                  </a:cubicBezTo>
                  <a:cubicBezTo>
                    <a:pt x="354" y="123"/>
                    <a:pt x="353" y="121"/>
                    <a:pt x="352" y="119"/>
                  </a:cubicBezTo>
                  <a:cubicBezTo>
                    <a:pt x="353" y="121"/>
                    <a:pt x="354" y="123"/>
                    <a:pt x="355" y="125"/>
                  </a:cubicBezTo>
                  <a:cubicBezTo>
                    <a:pt x="374" y="119"/>
                    <a:pt x="374" y="119"/>
                    <a:pt x="374" y="119"/>
                  </a:cubicBezTo>
                  <a:cubicBezTo>
                    <a:pt x="366" y="126"/>
                    <a:pt x="366" y="126"/>
                    <a:pt x="366" y="126"/>
                  </a:cubicBezTo>
                  <a:cubicBezTo>
                    <a:pt x="367" y="126"/>
                    <a:pt x="367" y="127"/>
                    <a:pt x="367" y="127"/>
                  </a:cubicBezTo>
                  <a:cubicBezTo>
                    <a:pt x="368" y="127"/>
                    <a:pt x="368" y="128"/>
                    <a:pt x="368" y="128"/>
                  </a:cubicBezTo>
                  <a:cubicBezTo>
                    <a:pt x="384" y="119"/>
                    <a:pt x="384" y="119"/>
                    <a:pt x="384" y="119"/>
                  </a:cubicBezTo>
                  <a:cubicBezTo>
                    <a:pt x="368" y="128"/>
                    <a:pt x="368" y="128"/>
                    <a:pt x="368" y="128"/>
                  </a:cubicBezTo>
                  <a:cubicBezTo>
                    <a:pt x="371" y="131"/>
                    <a:pt x="371" y="131"/>
                    <a:pt x="371" y="131"/>
                  </a:cubicBezTo>
                  <a:cubicBezTo>
                    <a:pt x="384" y="119"/>
                    <a:pt x="384" y="119"/>
                    <a:pt x="384" y="119"/>
                  </a:cubicBezTo>
                  <a:cubicBezTo>
                    <a:pt x="401" y="109"/>
                    <a:pt x="401" y="109"/>
                    <a:pt x="401" y="109"/>
                  </a:cubicBezTo>
                  <a:cubicBezTo>
                    <a:pt x="400" y="109"/>
                    <a:pt x="400" y="108"/>
                    <a:pt x="399" y="107"/>
                  </a:cubicBezTo>
                  <a:cubicBezTo>
                    <a:pt x="388" y="107"/>
                    <a:pt x="388" y="107"/>
                    <a:pt x="388" y="107"/>
                  </a:cubicBezTo>
                  <a:cubicBezTo>
                    <a:pt x="379" y="112"/>
                    <a:pt x="379" y="112"/>
                    <a:pt x="379" y="112"/>
                  </a:cubicBezTo>
                  <a:cubicBezTo>
                    <a:pt x="371" y="116"/>
                    <a:pt x="371" y="116"/>
                    <a:pt x="371" y="116"/>
                  </a:cubicBezTo>
                  <a:cubicBezTo>
                    <a:pt x="370" y="115"/>
                    <a:pt x="370" y="114"/>
                    <a:pt x="369" y="113"/>
                  </a:cubicBezTo>
                  <a:cubicBezTo>
                    <a:pt x="375" y="109"/>
                    <a:pt x="380" y="106"/>
                    <a:pt x="385" y="103"/>
                  </a:cubicBezTo>
                  <a:cubicBezTo>
                    <a:pt x="392" y="97"/>
                    <a:pt x="392" y="97"/>
                    <a:pt x="392" y="97"/>
                  </a:cubicBezTo>
                  <a:cubicBezTo>
                    <a:pt x="383" y="100"/>
                    <a:pt x="383" y="100"/>
                    <a:pt x="383" y="100"/>
                  </a:cubicBezTo>
                  <a:cubicBezTo>
                    <a:pt x="391" y="92"/>
                    <a:pt x="391" y="92"/>
                    <a:pt x="391" y="92"/>
                  </a:cubicBezTo>
                  <a:cubicBezTo>
                    <a:pt x="400" y="85"/>
                    <a:pt x="400" y="85"/>
                    <a:pt x="400" y="85"/>
                  </a:cubicBezTo>
                  <a:cubicBezTo>
                    <a:pt x="406" y="80"/>
                    <a:pt x="406" y="80"/>
                    <a:pt x="406" y="80"/>
                  </a:cubicBezTo>
                  <a:cubicBezTo>
                    <a:pt x="414" y="74"/>
                    <a:pt x="414" y="74"/>
                    <a:pt x="414" y="74"/>
                  </a:cubicBezTo>
                  <a:cubicBezTo>
                    <a:pt x="413" y="74"/>
                    <a:pt x="413" y="72"/>
                    <a:pt x="413" y="71"/>
                  </a:cubicBezTo>
                  <a:cubicBezTo>
                    <a:pt x="413" y="70"/>
                    <a:pt x="413" y="70"/>
                    <a:pt x="413" y="70"/>
                  </a:cubicBezTo>
                  <a:cubicBezTo>
                    <a:pt x="421" y="65"/>
                    <a:pt x="421" y="65"/>
                    <a:pt x="421" y="65"/>
                  </a:cubicBezTo>
                  <a:cubicBezTo>
                    <a:pt x="421" y="63"/>
                    <a:pt x="422" y="61"/>
                    <a:pt x="422" y="59"/>
                  </a:cubicBezTo>
                  <a:cubicBezTo>
                    <a:pt x="413" y="69"/>
                    <a:pt x="413" y="69"/>
                    <a:pt x="413" y="69"/>
                  </a:cubicBezTo>
                  <a:cubicBezTo>
                    <a:pt x="397" y="76"/>
                    <a:pt x="397" y="76"/>
                    <a:pt x="397" y="76"/>
                  </a:cubicBezTo>
                  <a:cubicBezTo>
                    <a:pt x="389" y="84"/>
                    <a:pt x="389" y="84"/>
                    <a:pt x="389" y="84"/>
                  </a:cubicBezTo>
                  <a:cubicBezTo>
                    <a:pt x="381" y="92"/>
                    <a:pt x="381" y="92"/>
                    <a:pt x="381" y="92"/>
                  </a:cubicBezTo>
                  <a:cubicBezTo>
                    <a:pt x="398" y="84"/>
                    <a:pt x="398" y="84"/>
                    <a:pt x="398" y="84"/>
                  </a:cubicBezTo>
                  <a:cubicBezTo>
                    <a:pt x="381" y="92"/>
                    <a:pt x="381" y="92"/>
                    <a:pt x="381" y="92"/>
                  </a:cubicBezTo>
                  <a:cubicBezTo>
                    <a:pt x="373" y="95"/>
                    <a:pt x="373" y="95"/>
                    <a:pt x="373" y="95"/>
                  </a:cubicBezTo>
                  <a:cubicBezTo>
                    <a:pt x="371" y="96"/>
                    <a:pt x="368" y="97"/>
                    <a:pt x="366" y="99"/>
                  </a:cubicBezTo>
                  <a:cubicBezTo>
                    <a:pt x="365" y="99"/>
                    <a:pt x="365" y="99"/>
                    <a:pt x="365" y="98"/>
                  </a:cubicBezTo>
                  <a:cubicBezTo>
                    <a:pt x="373" y="93"/>
                    <a:pt x="381" y="89"/>
                    <a:pt x="389" y="84"/>
                  </a:cubicBezTo>
                  <a:cubicBezTo>
                    <a:pt x="397" y="76"/>
                    <a:pt x="397" y="76"/>
                    <a:pt x="397" y="76"/>
                  </a:cubicBezTo>
                  <a:cubicBezTo>
                    <a:pt x="396" y="75"/>
                    <a:pt x="396" y="75"/>
                    <a:pt x="396" y="75"/>
                  </a:cubicBezTo>
                  <a:cubicBezTo>
                    <a:pt x="373" y="89"/>
                    <a:pt x="373" y="89"/>
                    <a:pt x="373" y="89"/>
                  </a:cubicBezTo>
                  <a:cubicBezTo>
                    <a:pt x="373" y="86"/>
                    <a:pt x="374" y="81"/>
                    <a:pt x="376" y="77"/>
                  </a:cubicBezTo>
                  <a:cubicBezTo>
                    <a:pt x="387" y="68"/>
                    <a:pt x="387" y="68"/>
                    <a:pt x="387" y="68"/>
                  </a:cubicBezTo>
                  <a:cubicBezTo>
                    <a:pt x="392" y="66"/>
                    <a:pt x="392" y="66"/>
                    <a:pt x="392" y="66"/>
                  </a:cubicBezTo>
                  <a:cubicBezTo>
                    <a:pt x="402" y="60"/>
                    <a:pt x="402" y="60"/>
                    <a:pt x="402" y="60"/>
                  </a:cubicBezTo>
                  <a:cubicBezTo>
                    <a:pt x="401" y="61"/>
                    <a:pt x="401" y="61"/>
                    <a:pt x="401" y="61"/>
                  </a:cubicBezTo>
                  <a:cubicBezTo>
                    <a:pt x="399" y="62"/>
                    <a:pt x="397" y="62"/>
                    <a:pt x="396" y="63"/>
                  </a:cubicBezTo>
                  <a:cubicBezTo>
                    <a:pt x="399" y="62"/>
                    <a:pt x="399" y="62"/>
                    <a:pt x="402" y="60"/>
                  </a:cubicBezTo>
                  <a:cubicBezTo>
                    <a:pt x="399" y="62"/>
                    <a:pt x="396" y="64"/>
                    <a:pt x="392" y="66"/>
                  </a:cubicBezTo>
                  <a:cubicBezTo>
                    <a:pt x="392" y="67"/>
                    <a:pt x="392" y="68"/>
                    <a:pt x="392" y="68"/>
                  </a:cubicBezTo>
                  <a:cubicBezTo>
                    <a:pt x="391" y="70"/>
                    <a:pt x="391" y="71"/>
                    <a:pt x="390" y="72"/>
                  </a:cubicBezTo>
                  <a:cubicBezTo>
                    <a:pt x="391" y="71"/>
                    <a:pt x="391" y="70"/>
                    <a:pt x="392" y="68"/>
                  </a:cubicBezTo>
                  <a:cubicBezTo>
                    <a:pt x="382" y="74"/>
                    <a:pt x="381" y="75"/>
                    <a:pt x="379" y="76"/>
                  </a:cubicBezTo>
                  <a:cubicBezTo>
                    <a:pt x="383" y="75"/>
                    <a:pt x="384" y="75"/>
                    <a:pt x="406" y="66"/>
                  </a:cubicBezTo>
                  <a:cubicBezTo>
                    <a:pt x="406" y="65"/>
                    <a:pt x="406" y="64"/>
                    <a:pt x="406" y="63"/>
                  </a:cubicBezTo>
                  <a:cubicBezTo>
                    <a:pt x="424" y="52"/>
                    <a:pt x="424" y="52"/>
                    <a:pt x="424" y="52"/>
                  </a:cubicBezTo>
                  <a:cubicBezTo>
                    <a:pt x="441" y="41"/>
                    <a:pt x="441" y="41"/>
                    <a:pt x="441" y="41"/>
                  </a:cubicBezTo>
                  <a:cubicBezTo>
                    <a:pt x="442" y="40"/>
                    <a:pt x="442" y="40"/>
                    <a:pt x="442" y="39"/>
                  </a:cubicBezTo>
                  <a:cubicBezTo>
                    <a:pt x="434" y="43"/>
                    <a:pt x="426" y="47"/>
                    <a:pt x="418" y="51"/>
                  </a:cubicBezTo>
                  <a:cubicBezTo>
                    <a:pt x="426" y="47"/>
                    <a:pt x="434" y="43"/>
                    <a:pt x="442" y="39"/>
                  </a:cubicBezTo>
                  <a:cubicBezTo>
                    <a:pt x="434" y="42"/>
                    <a:pt x="434" y="42"/>
                    <a:pt x="434" y="42"/>
                  </a:cubicBezTo>
                  <a:cubicBezTo>
                    <a:pt x="435" y="42"/>
                    <a:pt x="435" y="41"/>
                    <a:pt x="436" y="40"/>
                  </a:cubicBezTo>
                  <a:cubicBezTo>
                    <a:pt x="436" y="39"/>
                    <a:pt x="437" y="38"/>
                    <a:pt x="438" y="37"/>
                  </a:cubicBezTo>
                  <a:cubicBezTo>
                    <a:pt x="449" y="29"/>
                    <a:pt x="449" y="29"/>
                    <a:pt x="449" y="29"/>
                  </a:cubicBezTo>
                  <a:cubicBezTo>
                    <a:pt x="450" y="29"/>
                    <a:pt x="450" y="28"/>
                    <a:pt x="451" y="27"/>
                  </a:cubicBezTo>
                  <a:cubicBezTo>
                    <a:pt x="438" y="32"/>
                    <a:pt x="438" y="32"/>
                    <a:pt x="438" y="32"/>
                  </a:cubicBezTo>
                  <a:cubicBezTo>
                    <a:pt x="451" y="27"/>
                    <a:pt x="451" y="27"/>
                    <a:pt x="451" y="27"/>
                  </a:cubicBezTo>
                  <a:cubicBezTo>
                    <a:pt x="461" y="22"/>
                    <a:pt x="461" y="22"/>
                    <a:pt x="461" y="22"/>
                  </a:cubicBezTo>
                  <a:cubicBezTo>
                    <a:pt x="448" y="26"/>
                    <a:pt x="448" y="26"/>
                    <a:pt x="448" y="26"/>
                  </a:cubicBezTo>
                  <a:cubicBezTo>
                    <a:pt x="423" y="39"/>
                    <a:pt x="423" y="39"/>
                    <a:pt x="423" y="39"/>
                  </a:cubicBezTo>
                  <a:cubicBezTo>
                    <a:pt x="406" y="48"/>
                    <a:pt x="406" y="48"/>
                    <a:pt x="406" y="48"/>
                  </a:cubicBezTo>
                  <a:cubicBezTo>
                    <a:pt x="407" y="47"/>
                    <a:pt x="408" y="46"/>
                    <a:pt x="410" y="45"/>
                  </a:cubicBezTo>
                  <a:cubicBezTo>
                    <a:pt x="396" y="54"/>
                    <a:pt x="396" y="54"/>
                    <a:pt x="396" y="54"/>
                  </a:cubicBezTo>
                  <a:cubicBezTo>
                    <a:pt x="391" y="57"/>
                    <a:pt x="386" y="60"/>
                    <a:pt x="381" y="63"/>
                  </a:cubicBezTo>
                  <a:cubicBezTo>
                    <a:pt x="377" y="66"/>
                    <a:pt x="374" y="70"/>
                    <a:pt x="372" y="75"/>
                  </a:cubicBezTo>
                  <a:cubicBezTo>
                    <a:pt x="377" y="70"/>
                    <a:pt x="383" y="64"/>
                    <a:pt x="388" y="59"/>
                  </a:cubicBezTo>
                  <a:cubicBezTo>
                    <a:pt x="403" y="51"/>
                    <a:pt x="403" y="51"/>
                    <a:pt x="403" y="51"/>
                  </a:cubicBezTo>
                  <a:cubicBezTo>
                    <a:pt x="402" y="52"/>
                    <a:pt x="402" y="53"/>
                    <a:pt x="401" y="54"/>
                  </a:cubicBezTo>
                  <a:cubicBezTo>
                    <a:pt x="392" y="59"/>
                    <a:pt x="392" y="59"/>
                    <a:pt x="392" y="59"/>
                  </a:cubicBezTo>
                  <a:cubicBezTo>
                    <a:pt x="391" y="60"/>
                    <a:pt x="391" y="60"/>
                    <a:pt x="390" y="61"/>
                  </a:cubicBezTo>
                  <a:cubicBezTo>
                    <a:pt x="394" y="63"/>
                    <a:pt x="394" y="63"/>
                    <a:pt x="394" y="63"/>
                  </a:cubicBezTo>
                  <a:cubicBezTo>
                    <a:pt x="394" y="64"/>
                    <a:pt x="394" y="64"/>
                    <a:pt x="394" y="64"/>
                  </a:cubicBezTo>
                  <a:cubicBezTo>
                    <a:pt x="390" y="61"/>
                    <a:pt x="390" y="61"/>
                    <a:pt x="390" y="61"/>
                  </a:cubicBezTo>
                  <a:cubicBezTo>
                    <a:pt x="388" y="64"/>
                    <a:pt x="387" y="66"/>
                    <a:pt x="386" y="68"/>
                  </a:cubicBezTo>
                  <a:cubicBezTo>
                    <a:pt x="378" y="73"/>
                    <a:pt x="370" y="77"/>
                    <a:pt x="363" y="82"/>
                  </a:cubicBezTo>
                  <a:cubicBezTo>
                    <a:pt x="372" y="75"/>
                    <a:pt x="372" y="75"/>
                    <a:pt x="372" y="75"/>
                  </a:cubicBezTo>
                  <a:cubicBezTo>
                    <a:pt x="374" y="70"/>
                    <a:pt x="377" y="66"/>
                    <a:pt x="381" y="63"/>
                  </a:cubicBezTo>
                  <a:cubicBezTo>
                    <a:pt x="386" y="60"/>
                    <a:pt x="391" y="57"/>
                    <a:pt x="396" y="54"/>
                  </a:cubicBezTo>
                  <a:cubicBezTo>
                    <a:pt x="410" y="45"/>
                    <a:pt x="410" y="45"/>
                    <a:pt x="410" y="45"/>
                  </a:cubicBezTo>
                  <a:cubicBezTo>
                    <a:pt x="419" y="37"/>
                    <a:pt x="431" y="29"/>
                    <a:pt x="445" y="22"/>
                  </a:cubicBezTo>
                  <a:cubicBezTo>
                    <a:pt x="425" y="33"/>
                    <a:pt x="398" y="48"/>
                    <a:pt x="378" y="60"/>
                  </a:cubicBezTo>
                  <a:cubicBezTo>
                    <a:pt x="322" y="98"/>
                    <a:pt x="311" y="105"/>
                    <a:pt x="266" y="145"/>
                  </a:cubicBezTo>
                  <a:cubicBezTo>
                    <a:pt x="211" y="197"/>
                    <a:pt x="206" y="202"/>
                    <a:pt x="172" y="243"/>
                  </a:cubicBezTo>
                  <a:cubicBezTo>
                    <a:pt x="124" y="308"/>
                    <a:pt x="122" y="310"/>
                    <a:pt x="99" y="351"/>
                  </a:cubicBezTo>
                  <a:cubicBezTo>
                    <a:pt x="83" y="379"/>
                    <a:pt x="88" y="409"/>
                    <a:pt x="118" y="438"/>
                  </a:cubicBezTo>
                  <a:cubicBezTo>
                    <a:pt x="122" y="435"/>
                    <a:pt x="122" y="435"/>
                    <a:pt x="122" y="435"/>
                  </a:cubicBezTo>
                  <a:cubicBezTo>
                    <a:pt x="128" y="430"/>
                    <a:pt x="128" y="430"/>
                    <a:pt x="128" y="430"/>
                  </a:cubicBezTo>
                  <a:cubicBezTo>
                    <a:pt x="134" y="424"/>
                    <a:pt x="134" y="424"/>
                    <a:pt x="134" y="424"/>
                  </a:cubicBezTo>
                  <a:cubicBezTo>
                    <a:pt x="135" y="425"/>
                    <a:pt x="136" y="425"/>
                    <a:pt x="136" y="426"/>
                  </a:cubicBezTo>
                  <a:cubicBezTo>
                    <a:pt x="148" y="423"/>
                    <a:pt x="148" y="423"/>
                    <a:pt x="148" y="423"/>
                  </a:cubicBezTo>
                  <a:cubicBezTo>
                    <a:pt x="155" y="417"/>
                    <a:pt x="155" y="417"/>
                    <a:pt x="155" y="417"/>
                  </a:cubicBezTo>
                  <a:cubicBezTo>
                    <a:pt x="157" y="419"/>
                    <a:pt x="160" y="421"/>
                    <a:pt x="163" y="423"/>
                  </a:cubicBezTo>
                  <a:cubicBezTo>
                    <a:pt x="167" y="415"/>
                    <a:pt x="172" y="407"/>
                    <a:pt x="176" y="399"/>
                  </a:cubicBezTo>
                  <a:cubicBezTo>
                    <a:pt x="178" y="396"/>
                    <a:pt x="179" y="394"/>
                    <a:pt x="181" y="391"/>
                  </a:cubicBezTo>
                  <a:cubicBezTo>
                    <a:pt x="180" y="390"/>
                    <a:pt x="179" y="390"/>
                    <a:pt x="178" y="389"/>
                  </a:cubicBezTo>
                  <a:cubicBezTo>
                    <a:pt x="178" y="388"/>
                    <a:pt x="177" y="388"/>
                    <a:pt x="176" y="387"/>
                  </a:cubicBezTo>
                  <a:cubicBezTo>
                    <a:pt x="177" y="384"/>
                    <a:pt x="179" y="382"/>
                    <a:pt x="181" y="379"/>
                  </a:cubicBezTo>
                  <a:cubicBezTo>
                    <a:pt x="180" y="379"/>
                    <a:pt x="179" y="378"/>
                    <a:pt x="178" y="378"/>
                  </a:cubicBezTo>
                  <a:cubicBezTo>
                    <a:pt x="176" y="376"/>
                    <a:pt x="175" y="375"/>
                    <a:pt x="174" y="374"/>
                  </a:cubicBezTo>
                  <a:cubicBezTo>
                    <a:pt x="175" y="375"/>
                    <a:pt x="176" y="376"/>
                    <a:pt x="178" y="378"/>
                  </a:cubicBezTo>
                  <a:cubicBezTo>
                    <a:pt x="186" y="372"/>
                    <a:pt x="186" y="372"/>
                    <a:pt x="186" y="372"/>
                  </a:cubicBezTo>
                  <a:cubicBezTo>
                    <a:pt x="193" y="355"/>
                    <a:pt x="193" y="355"/>
                    <a:pt x="193" y="355"/>
                  </a:cubicBezTo>
                  <a:cubicBezTo>
                    <a:pt x="192" y="353"/>
                    <a:pt x="190" y="353"/>
                    <a:pt x="189" y="351"/>
                  </a:cubicBezTo>
                  <a:cubicBezTo>
                    <a:pt x="189" y="351"/>
                    <a:pt x="189" y="351"/>
                    <a:pt x="189" y="351"/>
                  </a:cubicBezTo>
                  <a:cubicBezTo>
                    <a:pt x="189" y="351"/>
                    <a:pt x="189" y="351"/>
                    <a:pt x="189" y="351"/>
                  </a:cubicBezTo>
                  <a:cubicBezTo>
                    <a:pt x="197" y="344"/>
                    <a:pt x="197" y="344"/>
                    <a:pt x="197" y="344"/>
                  </a:cubicBezTo>
                  <a:cubicBezTo>
                    <a:pt x="193" y="355"/>
                    <a:pt x="193" y="355"/>
                    <a:pt x="193" y="355"/>
                  </a:cubicBezTo>
                  <a:cubicBezTo>
                    <a:pt x="186" y="372"/>
                    <a:pt x="186" y="372"/>
                    <a:pt x="186" y="372"/>
                  </a:cubicBezTo>
                  <a:cubicBezTo>
                    <a:pt x="184" y="374"/>
                    <a:pt x="182" y="377"/>
                    <a:pt x="181" y="379"/>
                  </a:cubicBezTo>
                  <a:cubicBezTo>
                    <a:pt x="179" y="382"/>
                    <a:pt x="177" y="384"/>
                    <a:pt x="176" y="387"/>
                  </a:cubicBezTo>
                  <a:cubicBezTo>
                    <a:pt x="177" y="388"/>
                    <a:pt x="178" y="388"/>
                    <a:pt x="178" y="389"/>
                  </a:cubicBezTo>
                  <a:cubicBezTo>
                    <a:pt x="188" y="374"/>
                    <a:pt x="188" y="374"/>
                    <a:pt x="188" y="374"/>
                  </a:cubicBezTo>
                  <a:cubicBezTo>
                    <a:pt x="198" y="369"/>
                    <a:pt x="198" y="369"/>
                    <a:pt x="198" y="369"/>
                  </a:cubicBezTo>
                  <a:cubicBezTo>
                    <a:pt x="199" y="370"/>
                    <a:pt x="200" y="370"/>
                    <a:pt x="201" y="371"/>
                  </a:cubicBezTo>
                  <a:cubicBezTo>
                    <a:pt x="221" y="364"/>
                    <a:pt x="221" y="364"/>
                    <a:pt x="221" y="364"/>
                  </a:cubicBezTo>
                  <a:cubicBezTo>
                    <a:pt x="232" y="376"/>
                    <a:pt x="232" y="376"/>
                    <a:pt x="232" y="376"/>
                  </a:cubicBezTo>
                  <a:cubicBezTo>
                    <a:pt x="221" y="364"/>
                    <a:pt x="221" y="364"/>
                    <a:pt x="221" y="364"/>
                  </a:cubicBezTo>
                  <a:cubicBezTo>
                    <a:pt x="201" y="371"/>
                    <a:pt x="201" y="371"/>
                    <a:pt x="201" y="371"/>
                  </a:cubicBezTo>
                  <a:cubicBezTo>
                    <a:pt x="221" y="372"/>
                    <a:pt x="221" y="372"/>
                    <a:pt x="221" y="372"/>
                  </a:cubicBezTo>
                  <a:cubicBezTo>
                    <a:pt x="209" y="399"/>
                    <a:pt x="209" y="399"/>
                    <a:pt x="209" y="399"/>
                  </a:cubicBezTo>
                  <a:cubicBezTo>
                    <a:pt x="227" y="396"/>
                    <a:pt x="227" y="396"/>
                    <a:pt x="227" y="396"/>
                  </a:cubicBezTo>
                  <a:cubicBezTo>
                    <a:pt x="243" y="386"/>
                    <a:pt x="243" y="386"/>
                    <a:pt x="243" y="386"/>
                  </a:cubicBezTo>
                  <a:cubicBezTo>
                    <a:pt x="238" y="371"/>
                    <a:pt x="238" y="371"/>
                    <a:pt x="238" y="371"/>
                  </a:cubicBezTo>
                  <a:cubicBezTo>
                    <a:pt x="238" y="363"/>
                    <a:pt x="238" y="363"/>
                    <a:pt x="238" y="363"/>
                  </a:cubicBezTo>
                  <a:cubicBezTo>
                    <a:pt x="242" y="353"/>
                    <a:pt x="242" y="353"/>
                    <a:pt x="242" y="353"/>
                  </a:cubicBezTo>
                  <a:cubicBezTo>
                    <a:pt x="243" y="350"/>
                    <a:pt x="245" y="347"/>
                    <a:pt x="247" y="345"/>
                  </a:cubicBezTo>
                  <a:cubicBezTo>
                    <a:pt x="243" y="337"/>
                    <a:pt x="243" y="337"/>
                    <a:pt x="243" y="337"/>
                  </a:cubicBezTo>
                  <a:cubicBezTo>
                    <a:pt x="238" y="338"/>
                    <a:pt x="238" y="338"/>
                    <a:pt x="238" y="338"/>
                  </a:cubicBezTo>
                  <a:cubicBezTo>
                    <a:pt x="243" y="337"/>
                    <a:pt x="243" y="337"/>
                    <a:pt x="243" y="337"/>
                  </a:cubicBezTo>
                  <a:cubicBezTo>
                    <a:pt x="247" y="345"/>
                    <a:pt x="247" y="345"/>
                    <a:pt x="247" y="345"/>
                  </a:cubicBezTo>
                  <a:cubicBezTo>
                    <a:pt x="254" y="340"/>
                    <a:pt x="254" y="340"/>
                    <a:pt x="254" y="340"/>
                  </a:cubicBezTo>
                  <a:cubicBezTo>
                    <a:pt x="243" y="321"/>
                    <a:pt x="243" y="321"/>
                    <a:pt x="243" y="321"/>
                  </a:cubicBezTo>
                  <a:cubicBezTo>
                    <a:pt x="245" y="319"/>
                    <a:pt x="246" y="316"/>
                    <a:pt x="248" y="314"/>
                  </a:cubicBezTo>
                  <a:cubicBezTo>
                    <a:pt x="246" y="312"/>
                    <a:pt x="245" y="312"/>
                    <a:pt x="243" y="311"/>
                  </a:cubicBezTo>
                  <a:cubicBezTo>
                    <a:pt x="214" y="334"/>
                    <a:pt x="214" y="334"/>
                    <a:pt x="214" y="334"/>
                  </a:cubicBezTo>
                  <a:cubicBezTo>
                    <a:pt x="243" y="311"/>
                    <a:pt x="243" y="311"/>
                    <a:pt x="243" y="311"/>
                  </a:cubicBezTo>
                  <a:cubicBezTo>
                    <a:pt x="245" y="312"/>
                    <a:pt x="246" y="312"/>
                    <a:pt x="248" y="314"/>
                  </a:cubicBezTo>
                  <a:cubicBezTo>
                    <a:pt x="256" y="313"/>
                    <a:pt x="256" y="313"/>
                    <a:pt x="256" y="313"/>
                  </a:cubicBezTo>
                  <a:cubicBezTo>
                    <a:pt x="264" y="319"/>
                    <a:pt x="274" y="326"/>
                    <a:pt x="282" y="332"/>
                  </a:cubicBezTo>
                  <a:cubicBezTo>
                    <a:pt x="283" y="332"/>
                    <a:pt x="285" y="333"/>
                    <a:pt x="287" y="334"/>
                  </a:cubicBezTo>
                  <a:moveTo>
                    <a:pt x="448" y="26"/>
                  </a:moveTo>
                  <a:cubicBezTo>
                    <a:pt x="461" y="22"/>
                    <a:pt x="461" y="22"/>
                    <a:pt x="461" y="22"/>
                  </a:cubicBezTo>
                  <a:cubicBezTo>
                    <a:pt x="462" y="22"/>
                    <a:pt x="463" y="21"/>
                    <a:pt x="463" y="20"/>
                  </a:cubicBezTo>
                  <a:cubicBezTo>
                    <a:pt x="466" y="18"/>
                    <a:pt x="469" y="15"/>
                    <a:pt x="472" y="13"/>
                  </a:cubicBezTo>
                  <a:cubicBezTo>
                    <a:pt x="466" y="15"/>
                    <a:pt x="466" y="15"/>
                    <a:pt x="466" y="15"/>
                  </a:cubicBezTo>
                  <a:cubicBezTo>
                    <a:pt x="460" y="17"/>
                    <a:pt x="460" y="17"/>
                    <a:pt x="460" y="17"/>
                  </a:cubicBezTo>
                  <a:cubicBezTo>
                    <a:pt x="457" y="18"/>
                    <a:pt x="455" y="19"/>
                    <a:pt x="452" y="21"/>
                  </a:cubicBezTo>
                  <a:cubicBezTo>
                    <a:pt x="437" y="30"/>
                    <a:pt x="437" y="30"/>
                    <a:pt x="437" y="30"/>
                  </a:cubicBezTo>
                  <a:cubicBezTo>
                    <a:pt x="451" y="24"/>
                    <a:pt x="451" y="24"/>
                    <a:pt x="451" y="24"/>
                  </a:cubicBezTo>
                  <a:cubicBezTo>
                    <a:pt x="450" y="25"/>
                    <a:pt x="449" y="25"/>
                    <a:pt x="448" y="26"/>
                  </a:cubicBezTo>
                  <a:moveTo>
                    <a:pt x="422" y="59"/>
                  </a:moveTo>
                  <a:cubicBezTo>
                    <a:pt x="430" y="55"/>
                    <a:pt x="438" y="51"/>
                    <a:pt x="447" y="47"/>
                  </a:cubicBezTo>
                  <a:cubicBezTo>
                    <a:pt x="439" y="47"/>
                    <a:pt x="439" y="47"/>
                    <a:pt x="439" y="47"/>
                  </a:cubicBezTo>
                  <a:cubicBezTo>
                    <a:pt x="434" y="50"/>
                    <a:pt x="429" y="53"/>
                    <a:pt x="424" y="55"/>
                  </a:cubicBezTo>
                  <a:cubicBezTo>
                    <a:pt x="422" y="56"/>
                    <a:pt x="422" y="56"/>
                    <a:pt x="422" y="56"/>
                  </a:cubicBezTo>
                  <a:cubicBezTo>
                    <a:pt x="422" y="56"/>
                    <a:pt x="422" y="56"/>
                    <a:pt x="422" y="56"/>
                  </a:cubicBezTo>
                  <a:cubicBezTo>
                    <a:pt x="423" y="56"/>
                    <a:pt x="423" y="57"/>
                    <a:pt x="422" y="59"/>
                  </a:cubicBezTo>
                  <a:moveTo>
                    <a:pt x="422" y="59"/>
                  </a:moveTo>
                  <a:cubicBezTo>
                    <a:pt x="422" y="61"/>
                    <a:pt x="421" y="63"/>
                    <a:pt x="421" y="65"/>
                  </a:cubicBezTo>
                  <a:cubicBezTo>
                    <a:pt x="446" y="51"/>
                    <a:pt x="446" y="51"/>
                    <a:pt x="446" y="51"/>
                  </a:cubicBezTo>
                  <a:cubicBezTo>
                    <a:pt x="446" y="50"/>
                    <a:pt x="446" y="48"/>
                    <a:pt x="447" y="47"/>
                  </a:cubicBezTo>
                  <a:cubicBezTo>
                    <a:pt x="438" y="51"/>
                    <a:pt x="430" y="55"/>
                    <a:pt x="422" y="59"/>
                  </a:cubicBezTo>
                  <a:moveTo>
                    <a:pt x="413" y="71"/>
                  </a:moveTo>
                  <a:cubicBezTo>
                    <a:pt x="416" y="70"/>
                    <a:pt x="419" y="68"/>
                    <a:pt x="422" y="67"/>
                  </a:cubicBezTo>
                  <a:cubicBezTo>
                    <a:pt x="413" y="70"/>
                    <a:pt x="413" y="70"/>
                    <a:pt x="413" y="70"/>
                  </a:cubicBezTo>
                  <a:cubicBezTo>
                    <a:pt x="413" y="70"/>
                    <a:pt x="413" y="70"/>
                    <a:pt x="413" y="71"/>
                  </a:cubicBezTo>
                  <a:moveTo>
                    <a:pt x="431" y="69"/>
                  </a:moveTo>
                  <a:cubicBezTo>
                    <a:pt x="448" y="61"/>
                    <a:pt x="448" y="61"/>
                    <a:pt x="448" y="61"/>
                  </a:cubicBezTo>
                  <a:cubicBezTo>
                    <a:pt x="448" y="61"/>
                    <a:pt x="448" y="61"/>
                    <a:pt x="448" y="60"/>
                  </a:cubicBezTo>
                  <a:cubicBezTo>
                    <a:pt x="447" y="58"/>
                    <a:pt x="447" y="57"/>
                    <a:pt x="447" y="55"/>
                  </a:cubicBezTo>
                  <a:cubicBezTo>
                    <a:pt x="430" y="62"/>
                    <a:pt x="430" y="62"/>
                    <a:pt x="430" y="62"/>
                  </a:cubicBezTo>
                  <a:cubicBezTo>
                    <a:pt x="430" y="63"/>
                    <a:pt x="430" y="63"/>
                    <a:pt x="430" y="64"/>
                  </a:cubicBezTo>
                  <a:cubicBezTo>
                    <a:pt x="430" y="63"/>
                    <a:pt x="430" y="63"/>
                    <a:pt x="430" y="62"/>
                  </a:cubicBezTo>
                  <a:cubicBezTo>
                    <a:pt x="427" y="64"/>
                    <a:pt x="424" y="65"/>
                    <a:pt x="422" y="67"/>
                  </a:cubicBezTo>
                  <a:cubicBezTo>
                    <a:pt x="419" y="68"/>
                    <a:pt x="416" y="70"/>
                    <a:pt x="413" y="71"/>
                  </a:cubicBezTo>
                  <a:cubicBezTo>
                    <a:pt x="413" y="72"/>
                    <a:pt x="413" y="74"/>
                    <a:pt x="414" y="74"/>
                  </a:cubicBezTo>
                  <a:cubicBezTo>
                    <a:pt x="430" y="65"/>
                    <a:pt x="430" y="65"/>
                    <a:pt x="430" y="65"/>
                  </a:cubicBezTo>
                  <a:cubicBezTo>
                    <a:pt x="431" y="69"/>
                    <a:pt x="431" y="69"/>
                    <a:pt x="431" y="69"/>
                  </a:cubicBezTo>
                  <a:moveTo>
                    <a:pt x="441" y="41"/>
                  </a:moveTo>
                  <a:cubicBezTo>
                    <a:pt x="424" y="52"/>
                    <a:pt x="424" y="52"/>
                    <a:pt x="424" y="52"/>
                  </a:cubicBezTo>
                  <a:cubicBezTo>
                    <a:pt x="450" y="39"/>
                    <a:pt x="450" y="39"/>
                    <a:pt x="450" y="39"/>
                  </a:cubicBezTo>
                  <a:cubicBezTo>
                    <a:pt x="441" y="41"/>
                    <a:pt x="441" y="41"/>
                    <a:pt x="441" y="41"/>
                  </a:cubicBezTo>
                  <a:moveTo>
                    <a:pt x="385" y="155"/>
                  </a:moveTo>
                  <a:cubicBezTo>
                    <a:pt x="389" y="151"/>
                    <a:pt x="394" y="148"/>
                    <a:pt x="399" y="144"/>
                  </a:cubicBezTo>
                  <a:cubicBezTo>
                    <a:pt x="394" y="148"/>
                    <a:pt x="389" y="151"/>
                    <a:pt x="385" y="155"/>
                  </a:cubicBezTo>
                  <a:moveTo>
                    <a:pt x="385" y="155"/>
                  </a:moveTo>
                  <a:cubicBezTo>
                    <a:pt x="387" y="157"/>
                    <a:pt x="388" y="158"/>
                    <a:pt x="390" y="159"/>
                  </a:cubicBezTo>
                  <a:cubicBezTo>
                    <a:pt x="388" y="158"/>
                    <a:pt x="387" y="157"/>
                    <a:pt x="385" y="155"/>
                  </a:cubicBezTo>
                  <a:moveTo>
                    <a:pt x="417" y="112"/>
                  </a:moveTo>
                  <a:cubicBezTo>
                    <a:pt x="410" y="119"/>
                    <a:pt x="410" y="119"/>
                    <a:pt x="410" y="119"/>
                  </a:cubicBezTo>
                  <a:cubicBezTo>
                    <a:pt x="417" y="112"/>
                    <a:pt x="417" y="112"/>
                    <a:pt x="417" y="112"/>
                  </a:cubicBezTo>
                  <a:moveTo>
                    <a:pt x="403" y="176"/>
                  </a:moveTo>
                  <a:cubicBezTo>
                    <a:pt x="413" y="171"/>
                    <a:pt x="413" y="171"/>
                    <a:pt x="413" y="171"/>
                  </a:cubicBezTo>
                  <a:cubicBezTo>
                    <a:pt x="424" y="158"/>
                    <a:pt x="424" y="158"/>
                    <a:pt x="424" y="158"/>
                  </a:cubicBezTo>
                  <a:cubicBezTo>
                    <a:pt x="422" y="148"/>
                    <a:pt x="422" y="148"/>
                    <a:pt x="422" y="148"/>
                  </a:cubicBezTo>
                  <a:cubicBezTo>
                    <a:pt x="421" y="137"/>
                    <a:pt x="421" y="137"/>
                    <a:pt x="421" y="137"/>
                  </a:cubicBezTo>
                  <a:cubicBezTo>
                    <a:pt x="432" y="134"/>
                    <a:pt x="432" y="134"/>
                    <a:pt x="432" y="134"/>
                  </a:cubicBezTo>
                  <a:cubicBezTo>
                    <a:pt x="444" y="124"/>
                    <a:pt x="444" y="124"/>
                    <a:pt x="444" y="124"/>
                  </a:cubicBezTo>
                  <a:cubicBezTo>
                    <a:pt x="451" y="104"/>
                    <a:pt x="451" y="104"/>
                    <a:pt x="451" y="104"/>
                  </a:cubicBezTo>
                  <a:cubicBezTo>
                    <a:pt x="440" y="109"/>
                    <a:pt x="440" y="109"/>
                    <a:pt x="440" y="109"/>
                  </a:cubicBezTo>
                  <a:cubicBezTo>
                    <a:pt x="439" y="108"/>
                    <a:pt x="438" y="107"/>
                    <a:pt x="437" y="107"/>
                  </a:cubicBezTo>
                  <a:cubicBezTo>
                    <a:pt x="442" y="99"/>
                    <a:pt x="442" y="99"/>
                    <a:pt x="442" y="99"/>
                  </a:cubicBezTo>
                  <a:cubicBezTo>
                    <a:pt x="449" y="93"/>
                    <a:pt x="449" y="93"/>
                    <a:pt x="449" y="93"/>
                  </a:cubicBezTo>
                  <a:cubicBezTo>
                    <a:pt x="456" y="87"/>
                    <a:pt x="456" y="87"/>
                    <a:pt x="456" y="87"/>
                  </a:cubicBezTo>
                  <a:cubicBezTo>
                    <a:pt x="455" y="87"/>
                    <a:pt x="454" y="86"/>
                    <a:pt x="453" y="85"/>
                  </a:cubicBezTo>
                  <a:cubicBezTo>
                    <a:pt x="454" y="86"/>
                    <a:pt x="455" y="87"/>
                    <a:pt x="456" y="87"/>
                  </a:cubicBezTo>
                  <a:cubicBezTo>
                    <a:pt x="462" y="83"/>
                    <a:pt x="464" y="80"/>
                    <a:pt x="459" y="76"/>
                  </a:cubicBezTo>
                  <a:cubicBezTo>
                    <a:pt x="458" y="75"/>
                    <a:pt x="456" y="74"/>
                    <a:pt x="455" y="73"/>
                  </a:cubicBezTo>
                  <a:cubicBezTo>
                    <a:pt x="451" y="74"/>
                    <a:pt x="448" y="76"/>
                    <a:pt x="446" y="77"/>
                  </a:cubicBezTo>
                  <a:cubicBezTo>
                    <a:pt x="447" y="78"/>
                    <a:pt x="448" y="79"/>
                    <a:pt x="448" y="80"/>
                  </a:cubicBezTo>
                  <a:cubicBezTo>
                    <a:pt x="443" y="83"/>
                    <a:pt x="438" y="87"/>
                    <a:pt x="432" y="90"/>
                  </a:cubicBezTo>
                  <a:cubicBezTo>
                    <a:pt x="434" y="91"/>
                    <a:pt x="436" y="93"/>
                    <a:pt x="437" y="95"/>
                  </a:cubicBezTo>
                  <a:cubicBezTo>
                    <a:pt x="436" y="93"/>
                    <a:pt x="434" y="91"/>
                    <a:pt x="432" y="90"/>
                  </a:cubicBezTo>
                  <a:cubicBezTo>
                    <a:pt x="438" y="87"/>
                    <a:pt x="443" y="83"/>
                    <a:pt x="448" y="80"/>
                  </a:cubicBezTo>
                  <a:cubicBezTo>
                    <a:pt x="448" y="79"/>
                    <a:pt x="447" y="78"/>
                    <a:pt x="446" y="77"/>
                  </a:cubicBezTo>
                  <a:cubicBezTo>
                    <a:pt x="445" y="76"/>
                    <a:pt x="445" y="76"/>
                    <a:pt x="445" y="76"/>
                  </a:cubicBezTo>
                  <a:cubicBezTo>
                    <a:pt x="412" y="93"/>
                    <a:pt x="412" y="93"/>
                    <a:pt x="412" y="93"/>
                  </a:cubicBezTo>
                  <a:cubicBezTo>
                    <a:pt x="445" y="76"/>
                    <a:pt x="445" y="76"/>
                    <a:pt x="445" y="76"/>
                  </a:cubicBezTo>
                  <a:cubicBezTo>
                    <a:pt x="445" y="75"/>
                    <a:pt x="444" y="75"/>
                    <a:pt x="444" y="74"/>
                  </a:cubicBezTo>
                  <a:cubicBezTo>
                    <a:pt x="426" y="83"/>
                    <a:pt x="426" y="83"/>
                    <a:pt x="426" y="83"/>
                  </a:cubicBezTo>
                  <a:cubicBezTo>
                    <a:pt x="452" y="69"/>
                    <a:pt x="452" y="69"/>
                    <a:pt x="452" y="69"/>
                  </a:cubicBezTo>
                  <a:cubicBezTo>
                    <a:pt x="441" y="70"/>
                    <a:pt x="441" y="70"/>
                    <a:pt x="441" y="70"/>
                  </a:cubicBezTo>
                  <a:cubicBezTo>
                    <a:pt x="442" y="70"/>
                    <a:pt x="442" y="71"/>
                    <a:pt x="442" y="72"/>
                  </a:cubicBezTo>
                  <a:cubicBezTo>
                    <a:pt x="411" y="93"/>
                    <a:pt x="411" y="93"/>
                    <a:pt x="411" y="93"/>
                  </a:cubicBezTo>
                  <a:cubicBezTo>
                    <a:pt x="442" y="72"/>
                    <a:pt x="442" y="72"/>
                    <a:pt x="442" y="72"/>
                  </a:cubicBezTo>
                  <a:cubicBezTo>
                    <a:pt x="442" y="71"/>
                    <a:pt x="442" y="70"/>
                    <a:pt x="441" y="70"/>
                  </a:cubicBezTo>
                  <a:cubicBezTo>
                    <a:pt x="441" y="69"/>
                    <a:pt x="441" y="69"/>
                    <a:pt x="441" y="69"/>
                  </a:cubicBezTo>
                  <a:cubicBezTo>
                    <a:pt x="432" y="72"/>
                    <a:pt x="432" y="72"/>
                    <a:pt x="432" y="72"/>
                  </a:cubicBezTo>
                  <a:cubicBezTo>
                    <a:pt x="427" y="75"/>
                    <a:pt x="421" y="78"/>
                    <a:pt x="416" y="81"/>
                  </a:cubicBezTo>
                  <a:cubicBezTo>
                    <a:pt x="421" y="78"/>
                    <a:pt x="427" y="75"/>
                    <a:pt x="432" y="72"/>
                  </a:cubicBezTo>
                  <a:cubicBezTo>
                    <a:pt x="427" y="75"/>
                    <a:pt x="421" y="78"/>
                    <a:pt x="416" y="81"/>
                  </a:cubicBezTo>
                  <a:cubicBezTo>
                    <a:pt x="401" y="91"/>
                    <a:pt x="401" y="91"/>
                    <a:pt x="401" y="91"/>
                  </a:cubicBezTo>
                  <a:cubicBezTo>
                    <a:pt x="402" y="94"/>
                    <a:pt x="402" y="94"/>
                    <a:pt x="402" y="94"/>
                  </a:cubicBezTo>
                  <a:cubicBezTo>
                    <a:pt x="402" y="95"/>
                    <a:pt x="403" y="97"/>
                    <a:pt x="404" y="97"/>
                  </a:cubicBezTo>
                  <a:cubicBezTo>
                    <a:pt x="398" y="101"/>
                    <a:pt x="393" y="104"/>
                    <a:pt x="388" y="107"/>
                  </a:cubicBezTo>
                  <a:cubicBezTo>
                    <a:pt x="399" y="107"/>
                    <a:pt x="399" y="107"/>
                    <a:pt x="399" y="107"/>
                  </a:cubicBezTo>
                  <a:cubicBezTo>
                    <a:pt x="404" y="109"/>
                    <a:pt x="411" y="111"/>
                    <a:pt x="417" y="112"/>
                  </a:cubicBezTo>
                  <a:cubicBezTo>
                    <a:pt x="410" y="119"/>
                    <a:pt x="410" y="119"/>
                    <a:pt x="410" y="119"/>
                  </a:cubicBezTo>
                  <a:cubicBezTo>
                    <a:pt x="411" y="119"/>
                    <a:pt x="411" y="119"/>
                    <a:pt x="412" y="120"/>
                  </a:cubicBezTo>
                  <a:cubicBezTo>
                    <a:pt x="407" y="127"/>
                    <a:pt x="407" y="127"/>
                    <a:pt x="407" y="127"/>
                  </a:cubicBezTo>
                  <a:cubicBezTo>
                    <a:pt x="403" y="136"/>
                    <a:pt x="403" y="136"/>
                    <a:pt x="403" y="136"/>
                  </a:cubicBezTo>
                  <a:cubicBezTo>
                    <a:pt x="387" y="146"/>
                    <a:pt x="387" y="146"/>
                    <a:pt x="387" y="146"/>
                  </a:cubicBezTo>
                  <a:cubicBezTo>
                    <a:pt x="379" y="151"/>
                    <a:pt x="372" y="158"/>
                    <a:pt x="365" y="163"/>
                  </a:cubicBezTo>
                  <a:cubicBezTo>
                    <a:pt x="358" y="191"/>
                    <a:pt x="358" y="191"/>
                    <a:pt x="358" y="191"/>
                  </a:cubicBezTo>
                  <a:cubicBezTo>
                    <a:pt x="373" y="177"/>
                    <a:pt x="373" y="177"/>
                    <a:pt x="373" y="177"/>
                  </a:cubicBezTo>
                  <a:cubicBezTo>
                    <a:pt x="373" y="191"/>
                    <a:pt x="373" y="191"/>
                    <a:pt x="373" y="191"/>
                  </a:cubicBezTo>
                  <a:cubicBezTo>
                    <a:pt x="383" y="185"/>
                    <a:pt x="383" y="185"/>
                    <a:pt x="383" y="185"/>
                  </a:cubicBezTo>
                  <a:cubicBezTo>
                    <a:pt x="389" y="168"/>
                    <a:pt x="389" y="168"/>
                    <a:pt x="389" y="168"/>
                  </a:cubicBezTo>
                  <a:cubicBezTo>
                    <a:pt x="394" y="164"/>
                    <a:pt x="399" y="160"/>
                    <a:pt x="403" y="157"/>
                  </a:cubicBezTo>
                  <a:cubicBezTo>
                    <a:pt x="402" y="156"/>
                    <a:pt x="401" y="155"/>
                    <a:pt x="399" y="154"/>
                  </a:cubicBezTo>
                  <a:cubicBezTo>
                    <a:pt x="401" y="155"/>
                    <a:pt x="402" y="156"/>
                    <a:pt x="403" y="157"/>
                  </a:cubicBezTo>
                  <a:cubicBezTo>
                    <a:pt x="404" y="157"/>
                    <a:pt x="405" y="158"/>
                    <a:pt x="405" y="158"/>
                  </a:cubicBezTo>
                  <a:cubicBezTo>
                    <a:pt x="406" y="158"/>
                    <a:pt x="406" y="158"/>
                    <a:pt x="406" y="158"/>
                  </a:cubicBezTo>
                  <a:cubicBezTo>
                    <a:pt x="413" y="168"/>
                    <a:pt x="413" y="168"/>
                    <a:pt x="413" y="168"/>
                  </a:cubicBezTo>
                  <a:cubicBezTo>
                    <a:pt x="406" y="158"/>
                    <a:pt x="406" y="158"/>
                    <a:pt x="406" y="158"/>
                  </a:cubicBezTo>
                  <a:cubicBezTo>
                    <a:pt x="403" y="166"/>
                    <a:pt x="403" y="166"/>
                    <a:pt x="403" y="166"/>
                  </a:cubicBezTo>
                  <a:cubicBezTo>
                    <a:pt x="399" y="173"/>
                    <a:pt x="399" y="173"/>
                    <a:pt x="399" y="173"/>
                  </a:cubicBezTo>
                  <a:cubicBezTo>
                    <a:pt x="400" y="174"/>
                    <a:pt x="402" y="175"/>
                    <a:pt x="403" y="176"/>
                  </a:cubicBezTo>
                  <a:moveTo>
                    <a:pt x="1158" y="3"/>
                  </a:moveTo>
                  <a:cubicBezTo>
                    <a:pt x="1155" y="2"/>
                    <a:pt x="1153" y="1"/>
                    <a:pt x="1150" y="0"/>
                  </a:cubicBezTo>
                  <a:cubicBezTo>
                    <a:pt x="1151" y="0"/>
                    <a:pt x="1152" y="1"/>
                    <a:pt x="1152" y="1"/>
                  </a:cubicBezTo>
                  <a:cubicBezTo>
                    <a:pt x="1155" y="2"/>
                    <a:pt x="1157" y="3"/>
                    <a:pt x="1160" y="4"/>
                  </a:cubicBezTo>
                  <a:cubicBezTo>
                    <a:pt x="1159" y="4"/>
                    <a:pt x="1158" y="3"/>
                    <a:pt x="1158" y="3"/>
                  </a:cubicBezTo>
                  <a:moveTo>
                    <a:pt x="1166" y="8"/>
                  </a:moveTo>
                  <a:cubicBezTo>
                    <a:pt x="1161" y="6"/>
                    <a:pt x="1156" y="4"/>
                    <a:pt x="1150" y="2"/>
                  </a:cubicBezTo>
                  <a:cubicBezTo>
                    <a:pt x="1152" y="3"/>
                    <a:pt x="1154" y="5"/>
                    <a:pt x="1156" y="6"/>
                  </a:cubicBezTo>
                  <a:cubicBezTo>
                    <a:pt x="1159" y="8"/>
                    <a:pt x="1161" y="10"/>
                    <a:pt x="1164" y="12"/>
                  </a:cubicBezTo>
                  <a:cubicBezTo>
                    <a:pt x="1170" y="15"/>
                    <a:pt x="1175" y="16"/>
                    <a:pt x="1180" y="19"/>
                  </a:cubicBezTo>
                  <a:cubicBezTo>
                    <a:pt x="1178" y="17"/>
                    <a:pt x="1175" y="15"/>
                    <a:pt x="1173" y="13"/>
                  </a:cubicBezTo>
                  <a:cubicBezTo>
                    <a:pt x="1171" y="11"/>
                    <a:pt x="1169" y="9"/>
                    <a:pt x="1166" y="8"/>
                  </a:cubicBezTo>
                  <a:moveTo>
                    <a:pt x="463" y="42"/>
                  </a:moveTo>
                  <a:cubicBezTo>
                    <a:pt x="469" y="39"/>
                    <a:pt x="475" y="37"/>
                    <a:pt x="480" y="35"/>
                  </a:cubicBezTo>
                  <a:cubicBezTo>
                    <a:pt x="475" y="37"/>
                    <a:pt x="469" y="39"/>
                    <a:pt x="463" y="42"/>
                  </a:cubicBezTo>
                  <a:cubicBezTo>
                    <a:pt x="469" y="39"/>
                    <a:pt x="475" y="37"/>
                    <a:pt x="480" y="35"/>
                  </a:cubicBezTo>
                  <a:cubicBezTo>
                    <a:pt x="480" y="34"/>
                    <a:pt x="480" y="34"/>
                    <a:pt x="480" y="34"/>
                  </a:cubicBezTo>
                  <a:cubicBezTo>
                    <a:pt x="481" y="33"/>
                    <a:pt x="481" y="32"/>
                    <a:pt x="481" y="32"/>
                  </a:cubicBezTo>
                  <a:cubicBezTo>
                    <a:pt x="475" y="34"/>
                    <a:pt x="469" y="37"/>
                    <a:pt x="463" y="39"/>
                  </a:cubicBezTo>
                  <a:cubicBezTo>
                    <a:pt x="463" y="39"/>
                    <a:pt x="463" y="40"/>
                    <a:pt x="463" y="40"/>
                  </a:cubicBezTo>
                  <a:cubicBezTo>
                    <a:pt x="463" y="41"/>
                    <a:pt x="463" y="42"/>
                    <a:pt x="463" y="42"/>
                  </a:cubicBezTo>
                  <a:cubicBezTo>
                    <a:pt x="463" y="42"/>
                    <a:pt x="463" y="41"/>
                    <a:pt x="463" y="40"/>
                  </a:cubicBezTo>
                  <a:cubicBezTo>
                    <a:pt x="463" y="41"/>
                    <a:pt x="463" y="42"/>
                    <a:pt x="463" y="42"/>
                  </a:cubicBezTo>
                  <a:moveTo>
                    <a:pt x="462" y="67"/>
                  </a:moveTo>
                  <a:cubicBezTo>
                    <a:pt x="463" y="69"/>
                    <a:pt x="464" y="70"/>
                    <a:pt x="466" y="72"/>
                  </a:cubicBezTo>
                  <a:cubicBezTo>
                    <a:pt x="470" y="60"/>
                    <a:pt x="470" y="60"/>
                    <a:pt x="470" y="60"/>
                  </a:cubicBezTo>
                  <a:cubicBezTo>
                    <a:pt x="469" y="55"/>
                    <a:pt x="471" y="52"/>
                    <a:pt x="481" y="42"/>
                  </a:cubicBezTo>
                  <a:cubicBezTo>
                    <a:pt x="474" y="46"/>
                    <a:pt x="464" y="53"/>
                    <a:pt x="456" y="57"/>
                  </a:cubicBezTo>
                  <a:cubicBezTo>
                    <a:pt x="457" y="60"/>
                    <a:pt x="459" y="64"/>
                    <a:pt x="462" y="67"/>
                  </a:cubicBezTo>
                  <a:moveTo>
                    <a:pt x="1398" y="429"/>
                  </a:moveTo>
                  <a:cubicBezTo>
                    <a:pt x="1398" y="430"/>
                    <a:pt x="1399" y="430"/>
                    <a:pt x="1399" y="431"/>
                  </a:cubicBezTo>
                  <a:cubicBezTo>
                    <a:pt x="1399" y="430"/>
                    <a:pt x="1398" y="430"/>
                    <a:pt x="1398" y="429"/>
                  </a:cubicBezTo>
                  <a:moveTo>
                    <a:pt x="1400" y="432"/>
                  </a:moveTo>
                  <a:cubicBezTo>
                    <a:pt x="1400" y="432"/>
                    <a:pt x="1399" y="431"/>
                    <a:pt x="1399" y="431"/>
                  </a:cubicBezTo>
                  <a:cubicBezTo>
                    <a:pt x="1399" y="431"/>
                    <a:pt x="1400" y="432"/>
                    <a:pt x="1400" y="432"/>
                  </a:cubicBezTo>
                  <a:moveTo>
                    <a:pt x="1402" y="433"/>
                  </a:moveTo>
                  <a:cubicBezTo>
                    <a:pt x="1401" y="433"/>
                    <a:pt x="1401" y="432"/>
                    <a:pt x="1400" y="432"/>
                  </a:cubicBezTo>
                  <a:cubicBezTo>
                    <a:pt x="1401" y="432"/>
                    <a:pt x="1401" y="433"/>
                    <a:pt x="1402" y="433"/>
                  </a:cubicBezTo>
                  <a:moveTo>
                    <a:pt x="1402" y="435"/>
                  </a:moveTo>
                  <a:cubicBezTo>
                    <a:pt x="1402" y="434"/>
                    <a:pt x="1402" y="434"/>
                    <a:pt x="1402" y="433"/>
                  </a:cubicBezTo>
                  <a:cubicBezTo>
                    <a:pt x="1402" y="434"/>
                    <a:pt x="1402" y="434"/>
                    <a:pt x="1402" y="435"/>
                  </a:cubicBezTo>
                  <a:moveTo>
                    <a:pt x="1403" y="436"/>
                  </a:moveTo>
                  <a:cubicBezTo>
                    <a:pt x="1403" y="436"/>
                    <a:pt x="1403" y="435"/>
                    <a:pt x="1402" y="435"/>
                  </a:cubicBezTo>
                  <a:cubicBezTo>
                    <a:pt x="1403" y="435"/>
                    <a:pt x="1403" y="436"/>
                    <a:pt x="1403" y="436"/>
                  </a:cubicBezTo>
                  <a:moveTo>
                    <a:pt x="1404" y="437"/>
                  </a:moveTo>
                  <a:cubicBezTo>
                    <a:pt x="1404" y="437"/>
                    <a:pt x="1404" y="436"/>
                    <a:pt x="1403" y="436"/>
                  </a:cubicBezTo>
                  <a:cubicBezTo>
                    <a:pt x="1404" y="436"/>
                    <a:pt x="1404" y="437"/>
                    <a:pt x="1404" y="437"/>
                  </a:cubicBezTo>
                  <a:moveTo>
                    <a:pt x="1405" y="438"/>
                  </a:moveTo>
                  <a:cubicBezTo>
                    <a:pt x="1405" y="438"/>
                    <a:pt x="1404" y="437"/>
                    <a:pt x="1404" y="437"/>
                  </a:cubicBezTo>
                  <a:cubicBezTo>
                    <a:pt x="1404" y="437"/>
                    <a:pt x="1405" y="438"/>
                    <a:pt x="1405" y="438"/>
                  </a:cubicBezTo>
                  <a:moveTo>
                    <a:pt x="1406" y="439"/>
                  </a:moveTo>
                  <a:cubicBezTo>
                    <a:pt x="1406" y="439"/>
                    <a:pt x="1405" y="439"/>
                    <a:pt x="1405" y="438"/>
                  </a:cubicBezTo>
                  <a:cubicBezTo>
                    <a:pt x="1405" y="439"/>
                    <a:pt x="1406" y="439"/>
                    <a:pt x="1406" y="439"/>
                  </a:cubicBezTo>
                  <a:moveTo>
                    <a:pt x="1407" y="440"/>
                  </a:moveTo>
                  <a:cubicBezTo>
                    <a:pt x="1407" y="440"/>
                    <a:pt x="1407" y="440"/>
                    <a:pt x="1406" y="439"/>
                  </a:cubicBezTo>
                  <a:cubicBezTo>
                    <a:pt x="1407" y="440"/>
                    <a:pt x="1407" y="440"/>
                    <a:pt x="1407" y="440"/>
                  </a:cubicBezTo>
                  <a:moveTo>
                    <a:pt x="1408" y="441"/>
                  </a:moveTo>
                  <a:cubicBezTo>
                    <a:pt x="1408" y="441"/>
                    <a:pt x="1407" y="440"/>
                    <a:pt x="1407" y="440"/>
                  </a:cubicBezTo>
                  <a:cubicBezTo>
                    <a:pt x="1407" y="440"/>
                    <a:pt x="1408" y="441"/>
                    <a:pt x="1408" y="441"/>
                  </a:cubicBezTo>
                  <a:moveTo>
                    <a:pt x="1409" y="442"/>
                  </a:moveTo>
                  <a:cubicBezTo>
                    <a:pt x="1409" y="442"/>
                    <a:pt x="1409" y="441"/>
                    <a:pt x="1408" y="441"/>
                  </a:cubicBezTo>
                  <a:cubicBezTo>
                    <a:pt x="1409" y="441"/>
                    <a:pt x="1409" y="442"/>
                    <a:pt x="1409" y="442"/>
                  </a:cubicBezTo>
                  <a:moveTo>
                    <a:pt x="1410" y="443"/>
                  </a:moveTo>
                  <a:cubicBezTo>
                    <a:pt x="1410" y="443"/>
                    <a:pt x="1409" y="442"/>
                    <a:pt x="1409" y="442"/>
                  </a:cubicBezTo>
                  <a:cubicBezTo>
                    <a:pt x="1409" y="442"/>
                    <a:pt x="1410" y="443"/>
                    <a:pt x="1410" y="443"/>
                  </a:cubicBezTo>
                  <a:moveTo>
                    <a:pt x="1411" y="443"/>
                  </a:moveTo>
                  <a:cubicBezTo>
                    <a:pt x="1410" y="443"/>
                    <a:pt x="1410" y="443"/>
                    <a:pt x="1410" y="443"/>
                  </a:cubicBezTo>
                  <a:cubicBezTo>
                    <a:pt x="1411" y="443"/>
                    <a:pt x="1411" y="443"/>
                    <a:pt x="1411" y="443"/>
                  </a:cubicBezTo>
                  <a:moveTo>
                    <a:pt x="1412" y="443"/>
                  </a:moveTo>
                  <a:cubicBezTo>
                    <a:pt x="1412" y="443"/>
                    <a:pt x="1411" y="443"/>
                    <a:pt x="1411" y="443"/>
                  </a:cubicBezTo>
                  <a:cubicBezTo>
                    <a:pt x="1411" y="443"/>
                    <a:pt x="1412" y="443"/>
                    <a:pt x="1412" y="443"/>
                  </a:cubicBezTo>
                  <a:moveTo>
                    <a:pt x="1413" y="443"/>
                  </a:moveTo>
                  <a:cubicBezTo>
                    <a:pt x="1412" y="443"/>
                    <a:pt x="1412" y="443"/>
                    <a:pt x="1412" y="443"/>
                  </a:cubicBezTo>
                  <a:cubicBezTo>
                    <a:pt x="1412" y="443"/>
                    <a:pt x="1412" y="443"/>
                    <a:pt x="1413" y="443"/>
                  </a:cubicBezTo>
                  <a:moveTo>
                    <a:pt x="1414" y="443"/>
                  </a:moveTo>
                  <a:cubicBezTo>
                    <a:pt x="1413" y="443"/>
                    <a:pt x="1413" y="443"/>
                    <a:pt x="1413" y="443"/>
                  </a:cubicBezTo>
                  <a:cubicBezTo>
                    <a:pt x="1413" y="443"/>
                    <a:pt x="1413" y="443"/>
                    <a:pt x="1414" y="443"/>
                  </a:cubicBezTo>
                  <a:moveTo>
                    <a:pt x="1415" y="442"/>
                  </a:moveTo>
                  <a:cubicBezTo>
                    <a:pt x="1414" y="443"/>
                    <a:pt x="1414" y="443"/>
                    <a:pt x="1414" y="443"/>
                  </a:cubicBezTo>
                  <a:cubicBezTo>
                    <a:pt x="1414" y="443"/>
                    <a:pt x="1414" y="443"/>
                    <a:pt x="1415" y="442"/>
                  </a:cubicBezTo>
                  <a:moveTo>
                    <a:pt x="1416" y="442"/>
                  </a:moveTo>
                  <a:cubicBezTo>
                    <a:pt x="1415" y="442"/>
                    <a:pt x="1415" y="442"/>
                    <a:pt x="1415" y="442"/>
                  </a:cubicBezTo>
                  <a:cubicBezTo>
                    <a:pt x="1415" y="442"/>
                    <a:pt x="1415" y="442"/>
                    <a:pt x="1416" y="442"/>
                  </a:cubicBezTo>
                  <a:moveTo>
                    <a:pt x="1416" y="441"/>
                  </a:moveTo>
                  <a:cubicBezTo>
                    <a:pt x="1416" y="441"/>
                    <a:pt x="1416" y="441"/>
                    <a:pt x="1416" y="442"/>
                  </a:cubicBezTo>
                  <a:cubicBezTo>
                    <a:pt x="1416" y="441"/>
                    <a:pt x="1416" y="441"/>
                    <a:pt x="1416" y="441"/>
                  </a:cubicBezTo>
                  <a:moveTo>
                    <a:pt x="1416" y="440"/>
                  </a:moveTo>
                  <a:cubicBezTo>
                    <a:pt x="1416" y="440"/>
                    <a:pt x="1416" y="440"/>
                    <a:pt x="1416" y="441"/>
                  </a:cubicBezTo>
                  <a:cubicBezTo>
                    <a:pt x="1416" y="440"/>
                    <a:pt x="1416" y="440"/>
                    <a:pt x="1416" y="440"/>
                  </a:cubicBezTo>
                  <a:moveTo>
                    <a:pt x="1416" y="439"/>
                  </a:moveTo>
                  <a:cubicBezTo>
                    <a:pt x="1416" y="439"/>
                    <a:pt x="1416" y="439"/>
                    <a:pt x="1416" y="440"/>
                  </a:cubicBezTo>
                  <a:cubicBezTo>
                    <a:pt x="1416" y="439"/>
                    <a:pt x="1416" y="439"/>
                    <a:pt x="1416" y="439"/>
                  </a:cubicBezTo>
                  <a:moveTo>
                    <a:pt x="1416" y="437"/>
                  </a:moveTo>
                  <a:cubicBezTo>
                    <a:pt x="1416" y="438"/>
                    <a:pt x="1416" y="438"/>
                    <a:pt x="1416" y="439"/>
                  </a:cubicBezTo>
                  <a:cubicBezTo>
                    <a:pt x="1416" y="438"/>
                    <a:pt x="1416" y="438"/>
                    <a:pt x="1416" y="437"/>
                  </a:cubicBezTo>
                  <a:moveTo>
                    <a:pt x="1416" y="436"/>
                  </a:moveTo>
                  <a:cubicBezTo>
                    <a:pt x="1416" y="437"/>
                    <a:pt x="1416" y="437"/>
                    <a:pt x="1416" y="437"/>
                  </a:cubicBezTo>
                  <a:cubicBezTo>
                    <a:pt x="1416" y="437"/>
                    <a:pt x="1416" y="437"/>
                    <a:pt x="1416" y="436"/>
                  </a:cubicBezTo>
                  <a:moveTo>
                    <a:pt x="1416" y="435"/>
                  </a:moveTo>
                  <a:cubicBezTo>
                    <a:pt x="1416" y="436"/>
                    <a:pt x="1416" y="436"/>
                    <a:pt x="1416" y="436"/>
                  </a:cubicBezTo>
                  <a:cubicBezTo>
                    <a:pt x="1416" y="436"/>
                    <a:pt x="1416" y="436"/>
                    <a:pt x="1416" y="435"/>
                  </a:cubicBezTo>
                  <a:moveTo>
                    <a:pt x="1416" y="434"/>
                  </a:moveTo>
                  <a:cubicBezTo>
                    <a:pt x="1416" y="434"/>
                    <a:pt x="1416" y="435"/>
                    <a:pt x="1416" y="435"/>
                  </a:cubicBezTo>
                  <a:cubicBezTo>
                    <a:pt x="1416" y="435"/>
                    <a:pt x="1416" y="434"/>
                    <a:pt x="1416" y="434"/>
                  </a:cubicBezTo>
                  <a:moveTo>
                    <a:pt x="1415" y="432"/>
                  </a:moveTo>
                  <a:cubicBezTo>
                    <a:pt x="1416" y="432"/>
                    <a:pt x="1416" y="433"/>
                    <a:pt x="1416" y="434"/>
                  </a:cubicBezTo>
                  <a:cubicBezTo>
                    <a:pt x="1416" y="433"/>
                    <a:pt x="1416" y="432"/>
                    <a:pt x="1415" y="432"/>
                  </a:cubicBezTo>
                  <a:moveTo>
                    <a:pt x="1415" y="431"/>
                  </a:moveTo>
                  <a:cubicBezTo>
                    <a:pt x="1415" y="431"/>
                    <a:pt x="1415" y="432"/>
                    <a:pt x="1415" y="432"/>
                  </a:cubicBezTo>
                  <a:cubicBezTo>
                    <a:pt x="1415" y="432"/>
                    <a:pt x="1415" y="431"/>
                    <a:pt x="1415" y="431"/>
                  </a:cubicBezTo>
                  <a:moveTo>
                    <a:pt x="1415" y="431"/>
                  </a:moveTo>
                  <a:cubicBezTo>
                    <a:pt x="1415" y="430"/>
                    <a:pt x="1414" y="429"/>
                    <a:pt x="1414" y="429"/>
                  </a:cubicBezTo>
                  <a:cubicBezTo>
                    <a:pt x="1414" y="429"/>
                    <a:pt x="1415" y="430"/>
                    <a:pt x="1415" y="431"/>
                  </a:cubicBezTo>
                  <a:moveTo>
                    <a:pt x="1414" y="427"/>
                  </a:moveTo>
                  <a:cubicBezTo>
                    <a:pt x="1414" y="428"/>
                    <a:pt x="1414" y="428"/>
                    <a:pt x="1414" y="429"/>
                  </a:cubicBezTo>
                  <a:cubicBezTo>
                    <a:pt x="1414" y="428"/>
                    <a:pt x="1414" y="428"/>
                    <a:pt x="1414" y="427"/>
                  </a:cubicBezTo>
                  <a:moveTo>
                    <a:pt x="1414" y="427"/>
                  </a:moveTo>
                  <a:cubicBezTo>
                    <a:pt x="1414" y="427"/>
                    <a:pt x="1413" y="426"/>
                    <a:pt x="1413" y="426"/>
                  </a:cubicBezTo>
                  <a:cubicBezTo>
                    <a:pt x="1413" y="426"/>
                    <a:pt x="1414" y="427"/>
                    <a:pt x="1414" y="427"/>
                  </a:cubicBezTo>
                  <a:moveTo>
                    <a:pt x="1413" y="426"/>
                  </a:moveTo>
                  <a:cubicBezTo>
                    <a:pt x="1413" y="426"/>
                    <a:pt x="1413" y="425"/>
                    <a:pt x="1413" y="425"/>
                  </a:cubicBezTo>
                  <a:cubicBezTo>
                    <a:pt x="1413" y="425"/>
                    <a:pt x="1413" y="426"/>
                    <a:pt x="1413" y="426"/>
                  </a:cubicBezTo>
                  <a:moveTo>
                    <a:pt x="1413" y="425"/>
                  </a:moveTo>
                  <a:cubicBezTo>
                    <a:pt x="1413" y="424"/>
                    <a:pt x="1412" y="424"/>
                    <a:pt x="1412" y="423"/>
                  </a:cubicBezTo>
                  <a:cubicBezTo>
                    <a:pt x="1412" y="424"/>
                    <a:pt x="1413" y="424"/>
                    <a:pt x="1413" y="425"/>
                  </a:cubicBezTo>
                  <a:moveTo>
                    <a:pt x="1374" y="410"/>
                  </a:moveTo>
                  <a:cubicBezTo>
                    <a:pt x="1375" y="407"/>
                    <a:pt x="1376" y="402"/>
                    <a:pt x="1377" y="399"/>
                  </a:cubicBezTo>
                  <a:cubicBezTo>
                    <a:pt x="1376" y="402"/>
                    <a:pt x="1375" y="407"/>
                    <a:pt x="1374" y="410"/>
                  </a:cubicBezTo>
                  <a:moveTo>
                    <a:pt x="1380" y="398"/>
                  </a:moveTo>
                  <a:cubicBezTo>
                    <a:pt x="1379" y="398"/>
                    <a:pt x="1378" y="398"/>
                    <a:pt x="1377" y="399"/>
                  </a:cubicBezTo>
                  <a:cubicBezTo>
                    <a:pt x="1378" y="398"/>
                    <a:pt x="1379" y="398"/>
                    <a:pt x="1380" y="398"/>
                  </a:cubicBezTo>
                  <a:moveTo>
                    <a:pt x="1382" y="397"/>
                  </a:moveTo>
                  <a:cubicBezTo>
                    <a:pt x="1382" y="397"/>
                    <a:pt x="1381" y="397"/>
                    <a:pt x="1380" y="398"/>
                  </a:cubicBezTo>
                  <a:cubicBezTo>
                    <a:pt x="1381" y="397"/>
                    <a:pt x="1382" y="397"/>
                    <a:pt x="1382" y="397"/>
                  </a:cubicBezTo>
                  <a:moveTo>
                    <a:pt x="1382" y="397"/>
                  </a:moveTo>
                  <a:cubicBezTo>
                    <a:pt x="1383" y="396"/>
                    <a:pt x="1384" y="396"/>
                    <a:pt x="1384" y="396"/>
                  </a:cubicBezTo>
                  <a:cubicBezTo>
                    <a:pt x="1384" y="396"/>
                    <a:pt x="1383" y="396"/>
                    <a:pt x="1382" y="397"/>
                  </a:cubicBezTo>
                  <a:moveTo>
                    <a:pt x="1387" y="395"/>
                  </a:moveTo>
                  <a:cubicBezTo>
                    <a:pt x="1386" y="395"/>
                    <a:pt x="1385" y="396"/>
                    <a:pt x="1384" y="396"/>
                  </a:cubicBezTo>
                  <a:cubicBezTo>
                    <a:pt x="1385" y="396"/>
                    <a:pt x="1386" y="395"/>
                    <a:pt x="1387" y="395"/>
                  </a:cubicBezTo>
                  <a:moveTo>
                    <a:pt x="1389" y="395"/>
                  </a:moveTo>
                  <a:cubicBezTo>
                    <a:pt x="1388" y="395"/>
                    <a:pt x="1387" y="395"/>
                    <a:pt x="1387" y="395"/>
                  </a:cubicBezTo>
                  <a:cubicBezTo>
                    <a:pt x="1387" y="395"/>
                    <a:pt x="1388" y="395"/>
                    <a:pt x="1389" y="395"/>
                  </a:cubicBezTo>
                  <a:moveTo>
                    <a:pt x="1390" y="395"/>
                  </a:moveTo>
                  <a:cubicBezTo>
                    <a:pt x="1389" y="395"/>
                    <a:pt x="1389" y="395"/>
                    <a:pt x="1389" y="395"/>
                  </a:cubicBezTo>
                  <a:cubicBezTo>
                    <a:pt x="1389" y="395"/>
                    <a:pt x="1389" y="395"/>
                    <a:pt x="1390" y="395"/>
                  </a:cubicBezTo>
                  <a:moveTo>
                    <a:pt x="1392" y="394"/>
                  </a:moveTo>
                  <a:cubicBezTo>
                    <a:pt x="1391" y="395"/>
                    <a:pt x="1391" y="395"/>
                    <a:pt x="1390" y="395"/>
                  </a:cubicBezTo>
                  <a:cubicBezTo>
                    <a:pt x="1391" y="395"/>
                    <a:pt x="1391" y="395"/>
                    <a:pt x="1392" y="394"/>
                  </a:cubicBezTo>
                  <a:moveTo>
                    <a:pt x="1392" y="394"/>
                  </a:moveTo>
                  <a:cubicBezTo>
                    <a:pt x="1392" y="394"/>
                    <a:pt x="1392" y="394"/>
                    <a:pt x="1392" y="394"/>
                  </a:cubicBezTo>
                  <a:cubicBezTo>
                    <a:pt x="1392" y="394"/>
                    <a:pt x="1392" y="394"/>
                    <a:pt x="1392" y="394"/>
                  </a:cubicBezTo>
                  <a:moveTo>
                    <a:pt x="1392" y="394"/>
                  </a:moveTo>
                  <a:cubicBezTo>
                    <a:pt x="1392" y="394"/>
                    <a:pt x="1392" y="394"/>
                    <a:pt x="1392" y="394"/>
                  </a:cubicBezTo>
                  <a:cubicBezTo>
                    <a:pt x="1392" y="394"/>
                    <a:pt x="1392" y="394"/>
                    <a:pt x="1392" y="394"/>
                  </a:cubicBezTo>
                  <a:moveTo>
                    <a:pt x="1393" y="394"/>
                  </a:moveTo>
                  <a:cubicBezTo>
                    <a:pt x="1392" y="394"/>
                    <a:pt x="1392" y="394"/>
                    <a:pt x="1392" y="394"/>
                  </a:cubicBezTo>
                  <a:cubicBezTo>
                    <a:pt x="1392" y="394"/>
                    <a:pt x="1392"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3" y="394"/>
                  </a:moveTo>
                  <a:cubicBezTo>
                    <a:pt x="1393" y="394"/>
                    <a:pt x="1393" y="394"/>
                    <a:pt x="1393" y="394"/>
                  </a:cubicBezTo>
                  <a:cubicBezTo>
                    <a:pt x="1393" y="394"/>
                    <a:pt x="1393" y="394"/>
                    <a:pt x="1393" y="394"/>
                  </a:cubicBezTo>
                  <a:moveTo>
                    <a:pt x="1394" y="393"/>
                  </a:moveTo>
                  <a:cubicBezTo>
                    <a:pt x="1394" y="393"/>
                    <a:pt x="1393" y="394"/>
                    <a:pt x="1393" y="394"/>
                  </a:cubicBezTo>
                  <a:cubicBezTo>
                    <a:pt x="1393" y="394"/>
                    <a:pt x="1394" y="393"/>
                    <a:pt x="1394" y="393"/>
                  </a:cubicBezTo>
                  <a:moveTo>
                    <a:pt x="1395" y="392"/>
                  </a:moveTo>
                  <a:cubicBezTo>
                    <a:pt x="1395" y="392"/>
                    <a:pt x="1395" y="393"/>
                    <a:pt x="1394" y="393"/>
                  </a:cubicBezTo>
                  <a:cubicBezTo>
                    <a:pt x="1395" y="393"/>
                    <a:pt x="1395" y="392"/>
                    <a:pt x="1395" y="392"/>
                  </a:cubicBezTo>
                  <a:moveTo>
                    <a:pt x="1396" y="390"/>
                  </a:moveTo>
                  <a:cubicBezTo>
                    <a:pt x="1396" y="391"/>
                    <a:pt x="1395" y="391"/>
                    <a:pt x="1395" y="392"/>
                  </a:cubicBezTo>
                  <a:cubicBezTo>
                    <a:pt x="1395" y="391"/>
                    <a:pt x="1396" y="391"/>
                    <a:pt x="1396" y="390"/>
                  </a:cubicBezTo>
                  <a:moveTo>
                    <a:pt x="1396" y="388"/>
                  </a:moveTo>
                  <a:cubicBezTo>
                    <a:pt x="1396" y="389"/>
                    <a:pt x="1396" y="390"/>
                    <a:pt x="1396" y="390"/>
                  </a:cubicBezTo>
                  <a:cubicBezTo>
                    <a:pt x="1396" y="390"/>
                    <a:pt x="1396" y="389"/>
                    <a:pt x="1396" y="388"/>
                  </a:cubicBezTo>
                  <a:moveTo>
                    <a:pt x="1396" y="386"/>
                  </a:moveTo>
                  <a:cubicBezTo>
                    <a:pt x="1396" y="387"/>
                    <a:pt x="1396" y="387"/>
                    <a:pt x="1396" y="388"/>
                  </a:cubicBezTo>
                  <a:cubicBezTo>
                    <a:pt x="1396" y="387"/>
                    <a:pt x="1396" y="387"/>
                    <a:pt x="1396" y="386"/>
                  </a:cubicBezTo>
                  <a:moveTo>
                    <a:pt x="1395" y="383"/>
                  </a:moveTo>
                  <a:cubicBezTo>
                    <a:pt x="1395" y="384"/>
                    <a:pt x="1395" y="385"/>
                    <a:pt x="1396" y="386"/>
                  </a:cubicBezTo>
                  <a:cubicBezTo>
                    <a:pt x="1395" y="385"/>
                    <a:pt x="1395" y="384"/>
                    <a:pt x="1395" y="383"/>
                  </a:cubicBezTo>
                  <a:moveTo>
                    <a:pt x="1394" y="378"/>
                  </a:moveTo>
                  <a:cubicBezTo>
                    <a:pt x="1394" y="380"/>
                    <a:pt x="1395" y="382"/>
                    <a:pt x="1395" y="383"/>
                  </a:cubicBezTo>
                  <a:cubicBezTo>
                    <a:pt x="1395" y="382"/>
                    <a:pt x="1394" y="380"/>
                    <a:pt x="1394" y="378"/>
                  </a:cubicBezTo>
                  <a:moveTo>
                    <a:pt x="1392" y="374"/>
                  </a:moveTo>
                  <a:cubicBezTo>
                    <a:pt x="1393" y="375"/>
                    <a:pt x="1393" y="377"/>
                    <a:pt x="1394" y="378"/>
                  </a:cubicBezTo>
                  <a:cubicBezTo>
                    <a:pt x="1393" y="377"/>
                    <a:pt x="1393" y="375"/>
                    <a:pt x="1392" y="374"/>
                  </a:cubicBezTo>
                  <a:moveTo>
                    <a:pt x="1392" y="374"/>
                  </a:moveTo>
                  <a:cubicBezTo>
                    <a:pt x="1392" y="374"/>
                    <a:pt x="1392" y="374"/>
                    <a:pt x="1392" y="374"/>
                  </a:cubicBezTo>
                  <a:cubicBezTo>
                    <a:pt x="1392" y="374"/>
                    <a:pt x="1392" y="374"/>
                    <a:pt x="1392" y="374"/>
                  </a:cubicBezTo>
                  <a:moveTo>
                    <a:pt x="1392" y="374"/>
                  </a:moveTo>
                  <a:cubicBezTo>
                    <a:pt x="1392" y="374"/>
                    <a:pt x="1392" y="374"/>
                    <a:pt x="1392" y="374"/>
                  </a:cubicBezTo>
                  <a:cubicBezTo>
                    <a:pt x="1392" y="374"/>
                    <a:pt x="1392" y="374"/>
                    <a:pt x="1392" y="374"/>
                  </a:cubicBezTo>
                  <a:moveTo>
                    <a:pt x="1392" y="373"/>
                  </a:moveTo>
                  <a:cubicBezTo>
                    <a:pt x="1392" y="374"/>
                    <a:pt x="1392" y="374"/>
                    <a:pt x="1392" y="374"/>
                  </a:cubicBezTo>
                  <a:cubicBezTo>
                    <a:pt x="1392" y="374"/>
                    <a:pt x="1392" y="374"/>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392" y="373"/>
                  </a:moveTo>
                  <a:cubicBezTo>
                    <a:pt x="1392" y="373"/>
                    <a:pt x="1392" y="373"/>
                    <a:pt x="1392" y="373"/>
                  </a:cubicBezTo>
                  <a:cubicBezTo>
                    <a:pt x="1392" y="373"/>
                    <a:pt x="1392" y="373"/>
                    <a:pt x="1392" y="373"/>
                  </a:cubicBezTo>
                  <a:moveTo>
                    <a:pt x="1434" y="260"/>
                  </a:moveTo>
                  <a:cubicBezTo>
                    <a:pt x="1434" y="261"/>
                    <a:pt x="1434" y="261"/>
                    <a:pt x="1434" y="261"/>
                  </a:cubicBezTo>
                  <a:cubicBezTo>
                    <a:pt x="1434" y="261"/>
                    <a:pt x="1434" y="261"/>
                    <a:pt x="1434" y="260"/>
                  </a:cubicBezTo>
                  <a:moveTo>
                    <a:pt x="1435" y="259"/>
                  </a:moveTo>
                  <a:cubicBezTo>
                    <a:pt x="1434" y="260"/>
                    <a:pt x="1434" y="260"/>
                    <a:pt x="1434" y="260"/>
                  </a:cubicBezTo>
                  <a:cubicBezTo>
                    <a:pt x="1434" y="260"/>
                    <a:pt x="1434" y="260"/>
                    <a:pt x="1435" y="259"/>
                  </a:cubicBezTo>
                  <a:moveTo>
                    <a:pt x="1435" y="259"/>
                  </a:moveTo>
                  <a:cubicBezTo>
                    <a:pt x="1435" y="259"/>
                    <a:pt x="1435" y="259"/>
                    <a:pt x="1435" y="259"/>
                  </a:cubicBezTo>
                  <a:cubicBezTo>
                    <a:pt x="1435" y="259"/>
                    <a:pt x="1435" y="259"/>
                    <a:pt x="1435" y="259"/>
                  </a:cubicBezTo>
                  <a:moveTo>
                    <a:pt x="1435" y="258"/>
                  </a:moveTo>
                  <a:cubicBezTo>
                    <a:pt x="1435" y="258"/>
                    <a:pt x="1435" y="258"/>
                    <a:pt x="1435" y="259"/>
                  </a:cubicBezTo>
                  <a:cubicBezTo>
                    <a:pt x="1435" y="258"/>
                    <a:pt x="1435" y="258"/>
                    <a:pt x="1435" y="258"/>
                  </a:cubicBezTo>
                  <a:moveTo>
                    <a:pt x="1435" y="257"/>
                  </a:moveTo>
                  <a:cubicBezTo>
                    <a:pt x="1435" y="257"/>
                    <a:pt x="1435" y="257"/>
                    <a:pt x="1435" y="258"/>
                  </a:cubicBezTo>
                  <a:cubicBezTo>
                    <a:pt x="1435" y="257"/>
                    <a:pt x="1435" y="257"/>
                    <a:pt x="1435" y="257"/>
                  </a:cubicBezTo>
                  <a:moveTo>
                    <a:pt x="1435" y="256"/>
                  </a:moveTo>
                  <a:cubicBezTo>
                    <a:pt x="1435" y="256"/>
                    <a:pt x="1435" y="256"/>
                    <a:pt x="1435" y="257"/>
                  </a:cubicBezTo>
                  <a:cubicBezTo>
                    <a:pt x="1435" y="256"/>
                    <a:pt x="1435" y="256"/>
                    <a:pt x="1435" y="256"/>
                  </a:cubicBezTo>
                  <a:moveTo>
                    <a:pt x="1435" y="255"/>
                  </a:moveTo>
                  <a:cubicBezTo>
                    <a:pt x="1435" y="255"/>
                    <a:pt x="1435" y="255"/>
                    <a:pt x="1435" y="256"/>
                  </a:cubicBezTo>
                  <a:cubicBezTo>
                    <a:pt x="1435" y="255"/>
                    <a:pt x="1435" y="255"/>
                    <a:pt x="1435" y="255"/>
                  </a:cubicBezTo>
                  <a:moveTo>
                    <a:pt x="1435" y="254"/>
                  </a:moveTo>
                  <a:cubicBezTo>
                    <a:pt x="1435" y="254"/>
                    <a:pt x="1435" y="254"/>
                    <a:pt x="1435" y="255"/>
                  </a:cubicBezTo>
                  <a:cubicBezTo>
                    <a:pt x="1435" y="254"/>
                    <a:pt x="1435" y="254"/>
                    <a:pt x="1435" y="254"/>
                  </a:cubicBezTo>
                  <a:moveTo>
                    <a:pt x="1435" y="253"/>
                  </a:moveTo>
                  <a:cubicBezTo>
                    <a:pt x="1435" y="253"/>
                    <a:pt x="1435" y="253"/>
                    <a:pt x="1435" y="254"/>
                  </a:cubicBezTo>
                  <a:cubicBezTo>
                    <a:pt x="1435" y="253"/>
                    <a:pt x="1435" y="253"/>
                    <a:pt x="1435" y="253"/>
                  </a:cubicBezTo>
                  <a:moveTo>
                    <a:pt x="1434" y="251"/>
                  </a:moveTo>
                  <a:cubicBezTo>
                    <a:pt x="1435" y="252"/>
                    <a:pt x="1435" y="252"/>
                    <a:pt x="1435" y="253"/>
                  </a:cubicBezTo>
                  <a:cubicBezTo>
                    <a:pt x="1435" y="252"/>
                    <a:pt x="1435" y="252"/>
                    <a:pt x="1434" y="251"/>
                  </a:cubicBezTo>
                  <a:moveTo>
                    <a:pt x="1434" y="250"/>
                  </a:moveTo>
                  <a:cubicBezTo>
                    <a:pt x="1434" y="251"/>
                    <a:pt x="1434" y="251"/>
                    <a:pt x="1434" y="251"/>
                  </a:cubicBezTo>
                  <a:cubicBezTo>
                    <a:pt x="1434" y="251"/>
                    <a:pt x="1434" y="251"/>
                    <a:pt x="1434" y="250"/>
                  </a:cubicBezTo>
                  <a:moveTo>
                    <a:pt x="1434" y="249"/>
                  </a:moveTo>
                  <a:cubicBezTo>
                    <a:pt x="1434" y="249"/>
                    <a:pt x="1434" y="250"/>
                    <a:pt x="1434" y="250"/>
                  </a:cubicBezTo>
                  <a:cubicBezTo>
                    <a:pt x="1434" y="250"/>
                    <a:pt x="1434" y="249"/>
                    <a:pt x="1434" y="249"/>
                  </a:cubicBezTo>
                  <a:moveTo>
                    <a:pt x="1433" y="248"/>
                  </a:moveTo>
                  <a:cubicBezTo>
                    <a:pt x="1433" y="248"/>
                    <a:pt x="1434" y="249"/>
                    <a:pt x="1434" y="249"/>
                  </a:cubicBezTo>
                  <a:cubicBezTo>
                    <a:pt x="1434" y="249"/>
                    <a:pt x="1433" y="248"/>
                    <a:pt x="1433" y="248"/>
                  </a:cubicBezTo>
                  <a:moveTo>
                    <a:pt x="1433" y="246"/>
                  </a:moveTo>
                  <a:cubicBezTo>
                    <a:pt x="1433" y="246"/>
                    <a:pt x="1433" y="247"/>
                    <a:pt x="1433" y="248"/>
                  </a:cubicBezTo>
                  <a:cubicBezTo>
                    <a:pt x="1433" y="247"/>
                    <a:pt x="1433" y="246"/>
                    <a:pt x="1433" y="246"/>
                  </a:cubicBezTo>
                  <a:moveTo>
                    <a:pt x="1432" y="245"/>
                  </a:moveTo>
                  <a:cubicBezTo>
                    <a:pt x="1433" y="245"/>
                    <a:pt x="1433" y="246"/>
                    <a:pt x="1433" y="246"/>
                  </a:cubicBezTo>
                  <a:cubicBezTo>
                    <a:pt x="1433" y="246"/>
                    <a:pt x="1433" y="245"/>
                    <a:pt x="1432" y="245"/>
                  </a:cubicBezTo>
                  <a:moveTo>
                    <a:pt x="1431" y="243"/>
                  </a:moveTo>
                  <a:cubicBezTo>
                    <a:pt x="1432" y="244"/>
                    <a:pt x="1432" y="244"/>
                    <a:pt x="1432" y="245"/>
                  </a:cubicBezTo>
                  <a:cubicBezTo>
                    <a:pt x="1432" y="244"/>
                    <a:pt x="1432" y="244"/>
                    <a:pt x="1431" y="243"/>
                  </a:cubicBezTo>
                  <a:moveTo>
                    <a:pt x="1430" y="242"/>
                  </a:moveTo>
                  <a:cubicBezTo>
                    <a:pt x="1431" y="242"/>
                    <a:pt x="1431" y="243"/>
                    <a:pt x="1431" y="243"/>
                  </a:cubicBezTo>
                  <a:cubicBezTo>
                    <a:pt x="1431" y="243"/>
                    <a:pt x="1431" y="242"/>
                    <a:pt x="1430" y="242"/>
                  </a:cubicBezTo>
                  <a:moveTo>
                    <a:pt x="1430" y="240"/>
                  </a:moveTo>
                  <a:cubicBezTo>
                    <a:pt x="1430" y="241"/>
                    <a:pt x="1430" y="241"/>
                    <a:pt x="1430" y="242"/>
                  </a:cubicBezTo>
                  <a:cubicBezTo>
                    <a:pt x="1430" y="241"/>
                    <a:pt x="1430" y="241"/>
                    <a:pt x="1430" y="240"/>
                  </a:cubicBezTo>
                  <a:moveTo>
                    <a:pt x="1429" y="239"/>
                  </a:moveTo>
                  <a:cubicBezTo>
                    <a:pt x="1429" y="239"/>
                    <a:pt x="1429" y="240"/>
                    <a:pt x="1430" y="240"/>
                  </a:cubicBezTo>
                  <a:cubicBezTo>
                    <a:pt x="1429" y="240"/>
                    <a:pt x="1429" y="239"/>
                    <a:pt x="1429" y="239"/>
                  </a:cubicBezTo>
                  <a:moveTo>
                    <a:pt x="1427" y="237"/>
                  </a:moveTo>
                  <a:cubicBezTo>
                    <a:pt x="1428" y="237"/>
                    <a:pt x="1428" y="238"/>
                    <a:pt x="1429" y="239"/>
                  </a:cubicBezTo>
                  <a:cubicBezTo>
                    <a:pt x="1428" y="238"/>
                    <a:pt x="1428" y="237"/>
                    <a:pt x="1427" y="237"/>
                  </a:cubicBezTo>
                  <a:moveTo>
                    <a:pt x="1426" y="235"/>
                  </a:moveTo>
                  <a:cubicBezTo>
                    <a:pt x="1426" y="235"/>
                    <a:pt x="1427" y="236"/>
                    <a:pt x="1427" y="237"/>
                  </a:cubicBezTo>
                  <a:cubicBezTo>
                    <a:pt x="1427" y="236"/>
                    <a:pt x="1426" y="235"/>
                    <a:pt x="1426" y="235"/>
                  </a:cubicBezTo>
                  <a:moveTo>
                    <a:pt x="1425" y="233"/>
                  </a:moveTo>
                  <a:cubicBezTo>
                    <a:pt x="1425" y="233"/>
                    <a:pt x="1426" y="234"/>
                    <a:pt x="1426" y="235"/>
                  </a:cubicBezTo>
                  <a:cubicBezTo>
                    <a:pt x="1426" y="234"/>
                    <a:pt x="1425" y="233"/>
                    <a:pt x="1425" y="233"/>
                  </a:cubicBezTo>
                  <a:moveTo>
                    <a:pt x="1423" y="231"/>
                  </a:moveTo>
                  <a:cubicBezTo>
                    <a:pt x="1424" y="231"/>
                    <a:pt x="1425" y="232"/>
                    <a:pt x="1425" y="233"/>
                  </a:cubicBezTo>
                  <a:cubicBezTo>
                    <a:pt x="1425" y="232"/>
                    <a:pt x="1424" y="231"/>
                    <a:pt x="1423" y="231"/>
                  </a:cubicBezTo>
                  <a:moveTo>
                    <a:pt x="1422" y="229"/>
                  </a:moveTo>
                  <a:cubicBezTo>
                    <a:pt x="1422" y="230"/>
                    <a:pt x="1423" y="230"/>
                    <a:pt x="1423" y="231"/>
                  </a:cubicBezTo>
                  <a:cubicBezTo>
                    <a:pt x="1423" y="230"/>
                    <a:pt x="1422" y="230"/>
                    <a:pt x="1422" y="229"/>
                  </a:cubicBezTo>
                  <a:moveTo>
                    <a:pt x="1420" y="227"/>
                  </a:moveTo>
                  <a:cubicBezTo>
                    <a:pt x="1421" y="227"/>
                    <a:pt x="1421" y="228"/>
                    <a:pt x="1422" y="229"/>
                  </a:cubicBezTo>
                  <a:cubicBezTo>
                    <a:pt x="1421" y="228"/>
                    <a:pt x="1421" y="227"/>
                    <a:pt x="1420" y="227"/>
                  </a:cubicBezTo>
                  <a:moveTo>
                    <a:pt x="1418" y="224"/>
                  </a:moveTo>
                  <a:cubicBezTo>
                    <a:pt x="1419" y="225"/>
                    <a:pt x="1419" y="226"/>
                    <a:pt x="1420" y="227"/>
                  </a:cubicBezTo>
                  <a:cubicBezTo>
                    <a:pt x="1419" y="226"/>
                    <a:pt x="1419" y="225"/>
                    <a:pt x="1418" y="224"/>
                  </a:cubicBezTo>
                  <a:moveTo>
                    <a:pt x="1416" y="222"/>
                  </a:moveTo>
                  <a:cubicBezTo>
                    <a:pt x="1416" y="223"/>
                    <a:pt x="1417" y="224"/>
                    <a:pt x="1418" y="224"/>
                  </a:cubicBezTo>
                  <a:cubicBezTo>
                    <a:pt x="1417" y="224"/>
                    <a:pt x="1416" y="223"/>
                    <a:pt x="1416" y="222"/>
                  </a:cubicBezTo>
                  <a:moveTo>
                    <a:pt x="1414" y="220"/>
                  </a:moveTo>
                  <a:cubicBezTo>
                    <a:pt x="1415" y="220"/>
                    <a:pt x="1416" y="222"/>
                    <a:pt x="1416" y="222"/>
                  </a:cubicBezTo>
                  <a:cubicBezTo>
                    <a:pt x="1416" y="222"/>
                    <a:pt x="1415" y="220"/>
                    <a:pt x="1414" y="220"/>
                  </a:cubicBezTo>
                  <a:moveTo>
                    <a:pt x="1412" y="218"/>
                  </a:moveTo>
                  <a:cubicBezTo>
                    <a:pt x="1412" y="218"/>
                    <a:pt x="1413" y="219"/>
                    <a:pt x="1414" y="220"/>
                  </a:cubicBezTo>
                  <a:cubicBezTo>
                    <a:pt x="1413" y="219"/>
                    <a:pt x="1412" y="218"/>
                    <a:pt x="1412" y="218"/>
                  </a:cubicBezTo>
                  <a:moveTo>
                    <a:pt x="1409" y="215"/>
                  </a:moveTo>
                  <a:cubicBezTo>
                    <a:pt x="1410" y="215"/>
                    <a:pt x="1411" y="217"/>
                    <a:pt x="1412" y="218"/>
                  </a:cubicBezTo>
                  <a:cubicBezTo>
                    <a:pt x="1411" y="217"/>
                    <a:pt x="1410" y="215"/>
                    <a:pt x="1409" y="215"/>
                  </a:cubicBezTo>
                  <a:moveTo>
                    <a:pt x="1407" y="212"/>
                  </a:moveTo>
                  <a:cubicBezTo>
                    <a:pt x="1407" y="213"/>
                    <a:pt x="1409" y="214"/>
                    <a:pt x="1409" y="215"/>
                  </a:cubicBezTo>
                  <a:cubicBezTo>
                    <a:pt x="1409" y="214"/>
                    <a:pt x="1407" y="213"/>
                    <a:pt x="1407" y="212"/>
                  </a:cubicBezTo>
                  <a:moveTo>
                    <a:pt x="1407" y="212"/>
                  </a:moveTo>
                  <a:cubicBezTo>
                    <a:pt x="1406" y="211"/>
                    <a:pt x="1404" y="210"/>
                    <a:pt x="1404" y="210"/>
                  </a:cubicBezTo>
                  <a:cubicBezTo>
                    <a:pt x="1404" y="210"/>
                    <a:pt x="1406" y="211"/>
                    <a:pt x="1407" y="212"/>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7"/>
                  </a:moveTo>
                  <a:cubicBezTo>
                    <a:pt x="1187" y="177"/>
                    <a:pt x="1187" y="177"/>
                    <a:pt x="1187" y="177"/>
                  </a:cubicBezTo>
                  <a:cubicBezTo>
                    <a:pt x="1187" y="177"/>
                    <a:pt x="1187" y="177"/>
                    <a:pt x="1187" y="177"/>
                  </a:cubicBezTo>
                  <a:moveTo>
                    <a:pt x="1187" y="176"/>
                  </a:moveTo>
                  <a:cubicBezTo>
                    <a:pt x="1187" y="177"/>
                    <a:pt x="1187" y="177"/>
                    <a:pt x="1187" y="177"/>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moveTo>
                    <a:pt x="1187" y="176"/>
                  </a:moveTo>
                  <a:cubicBezTo>
                    <a:pt x="1187" y="176"/>
                    <a:pt x="1187" y="176"/>
                    <a:pt x="1187" y="176"/>
                  </a:cubicBezTo>
                  <a:cubicBezTo>
                    <a:pt x="1187" y="176"/>
                    <a:pt x="1187" y="176"/>
                    <a:pt x="1187" y="176"/>
                  </a:cubicBezTo>
                  <a:cubicBezTo>
                    <a:pt x="1187" y="176"/>
                    <a:pt x="1187" y="176"/>
                    <a:pt x="1187" y="176"/>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6" y="177"/>
                    <a:pt x="1186" y="177"/>
                    <a:pt x="1186" y="177"/>
                  </a:cubicBezTo>
                  <a:cubicBezTo>
                    <a:pt x="1186" y="177"/>
                    <a:pt x="1186" y="177"/>
                    <a:pt x="1186" y="177"/>
                  </a:cubicBezTo>
                  <a:moveTo>
                    <a:pt x="1186" y="177"/>
                  </a:moveTo>
                  <a:cubicBezTo>
                    <a:pt x="1187" y="177"/>
                    <a:pt x="1187" y="177"/>
                    <a:pt x="1187" y="177"/>
                  </a:cubicBezTo>
                  <a:cubicBezTo>
                    <a:pt x="1187" y="177"/>
                    <a:pt x="1187" y="177"/>
                    <a:pt x="1186" y="177"/>
                  </a:cubicBezTo>
                  <a:moveTo>
                    <a:pt x="1187" y="177"/>
                  </a:moveTo>
                  <a:cubicBezTo>
                    <a:pt x="1187" y="177"/>
                    <a:pt x="1187" y="177"/>
                    <a:pt x="1187" y="177"/>
                  </a:cubicBezTo>
                  <a:cubicBezTo>
                    <a:pt x="1187" y="177"/>
                    <a:pt x="1187" y="177"/>
                    <a:pt x="1187" y="177"/>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0" y="178"/>
                  </a:moveTo>
                  <a:cubicBezTo>
                    <a:pt x="1180" y="178"/>
                    <a:pt x="1180" y="178"/>
                    <a:pt x="1180" y="178"/>
                  </a:cubicBezTo>
                  <a:cubicBezTo>
                    <a:pt x="1180" y="178"/>
                    <a:pt x="1180" y="178"/>
                    <a:pt x="1180" y="178"/>
                  </a:cubicBezTo>
                  <a:moveTo>
                    <a:pt x="1181" y="178"/>
                  </a:moveTo>
                  <a:cubicBezTo>
                    <a:pt x="1180" y="178"/>
                    <a:pt x="1180" y="178"/>
                    <a:pt x="1180"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1" y="178"/>
                    <a:pt x="1181" y="178"/>
                    <a:pt x="1181" y="178"/>
                  </a:cubicBezTo>
                  <a:cubicBezTo>
                    <a:pt x="1181" y="178"/>
                    <a:pt x="1181" y="178"/>
                    <a:pt x="1181" y="178"/>
                  </a:cubicBezTo>
                  <a:moveTo>
                    <a:pt x="1181" y="178"/>
                  </a:moveTo>
                  <a:cubicBezTo>
                    <a:pt x="1182" y="178"/>
                    <a:pt x="1182" y="178"/>
                    <a:pt x="1182" y="178"/>
                  </a:cubicBezTo>
                  <a:cubicBezTo>
                    <a:pt x="1182" y="178"/>
                    <a:pt x="1182" y="178"/>
                    <a:pt x="1181"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2" y="178"/>
                    <a:pt x="1182" y="178"/>
                    <a:pt x="1182" y="178"/>
                  </a:cubicBezTo>
                  <a:cubicBezTo>
                    <a:pt x="1182" y="178"/>
                    <a:pt x="1182" y="178"/>
                    <a:pt x="1182" y="178"/>
                  </a:cubicBezTo>
                  <a:moveTo>
                    <a:pt x="1182" y="178"/>
                  </a:moveTo>
                  <a:cubicBezTo>
                    <a:pt x="1183" y="178"/>
                    <a:pt x="1183" y="178"/>
                    <a:pt x="1183" y="178"/>
                  </a:cubicBezTo>
                  <a:cubicBezTo>
                    <a:pt x="1182" y="178"/>
                    <a:pt x="1182" y="178"/>
                    <a:pt x="1182"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3" y="178"/>
                    <a:pt x="1183" y="178"/>
                    <a:pt x="1183" y="178"/>
                  </a:cubicBezTo>
                  <a:cubicBezTo>
                    <a:pt x="1183" y="178"/>
                    <a:pt x="1183" y="178"/>
                    <a:pt x="1183" y="178"/>
                  </a:cubicBezTo>
                  <a:moveTo>
                    <a:pt x="1183" y="178"/>
                  </a:moveTo>
                  <a:cubicBezTo>
                    <a:pt x="1184" y="178"/>
                    <a:pt x="1184" y="178"/>
                    <a:pt x="1184" y="178"/>
                  </a:cubicBezTo>
                  <a:cubicBezTo>
                    <a:pt x="1183" y="178"/>
                    <a:pt x="1183" y="178"/>
                    <a:pt x="1183" y="178"/>
                  </a:cubicBezTo>
                  <a:moveTo>
                    <a:pt x="1184" y="177"/>
                  </a:moveTo>
                  <a:cubicBezTo>
                    <a:pt x="1184" y="177"/>
                    <a:pt x="1184" y="177"/>
                    <a:pt x="1184" y="178"/>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84" y="177"/>
                  </a:moveTo>
                  <a:cubicBezTo>
                    <a:pt x="1184" y="177"/>
                    <a:pt x="1184" y="177"/>
                    <a:pt x="1184" y="177"/>
                  </a:cubicBezTo>
                  <a:cubicBezTo>
                    <a:pt x="1184" y="177"/>
                    <a:pt x="1184" y="177"/>
                    <a:pt x="1184" y="177"/>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8" y="179"/>
                  </a:moveTo>
                  <a:cubicBezTo>
                    <a:pt x="1178" y="179"/>
                    <a:pt x="1178" y="179"/>
                    <a:pt x="1178" y="179"/>
                  </a:cubicBezTo>
                  <a:cubicBezTo>
                    <a:pt x="1178" y="179"/>
                    <a:pt x="1178" y="179"/>
                    <a:pt x="1178" y="179"/>
                  </a:cubicBezTo>
                  <a:moveTo>
                    <a:pt x="1179" y="179"/>
                  </a:moveTo>
                  <a:cubicBezTo>
                    <a:pt x="1178" y="179"/>
                    <a:pt x="1178" y="179"/>
                    <a:pt x="1178"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moveTo>
                    <a:pt x="1179" y="179"/>
                  </a:moveTo>
                  <a:cubicBezTo>
                    <a:pt x="1179" y="179"/>
                    <a:pt x="1179" y="179"/>
                    <a:pt x="1179" y="179"/>
                  </a:cubicBezTo>
                  <a:cubicBezTo>
                    <a:pt x="1179" y="179"/>
                    <a:pt x="1179" y="179"/>
                    <a:pt x="1179" y="179"/>
                  </a:cubicBezTo>
                  <a:cubicBezTo>
                    <a:pt x="1179" y="179"/>
                    <a:pt x="1179" y="179"/>
                    <a:pt x="1179" y="179"/>
                  </a:cubicBezTo>
                  <a:cubicBezTo>
                    <a:pt x="1179" y="179"/>
                    <a:pt x="1179" y="179"/>
                    <a:pt x="1179" y="179"/>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220" y="55"/>
                  </a:moveTo>
                  <a:cubicBezTo>
                    <a:pt x="1220" y="55"/>
                    <a:pt x="1220" y="55"/>
                    <a:pt x="1220" y="55"/>
                  </a:cubicBezTo>
                  <a:cubicBezTo>
                    <a:pt x="1220" y="55"/>
                    <a:pt x="1220" y="55"/>
                    <a:pt x="1220" y="55"/>
                  </a:cubicBezTo>
                  <a:moveTo>
                    <a:pt x="1162" y="111"/>
                  </a:moveTo>
                  <a:cubicBezTo>
                    <a:pt x="1162" y="111"/>
                    <a:pt x="1161" y="110"/>
                    <a:pt x="1161" y="110"/>
                  </a:cubicBezTo>
                  <a:cubicBezTo>
                    <a:pt x="1161" y="110"/>
                    <a:pt x="1162" y="111"/>
                    <a:pt x="1162" y="111"/>
                  </a:cubicBezTo>
                  <a:moveTo>
                    <a:pt x="1164" y="111"/>
                  </a:moveTo>
                  <a:cubicBezTo>
                    <a:pt x="1163" y="111"/>
                    <a:pt x="1163" y="111"/>
                    <a:pt x="1162" y="111"/>
                  </a:cubicBezTo>
                  <a:cubicBezTo>
                    <a:pt x="1163" y="111"/>
                    <a:pt x="1163" y="111"/>
                    <a:pt x="1164" y="111"/>
                  </a:cubicBezTo>
                  <a:moveTo>
                    <a:pt x="1165" y="112"/>
                  </a:moveTo>
                  <a:cubicBezTo>
                    <a:pt x="1164" y="112"/>
                    <a:pt x="1164" y="112"/>
                    <a:pt x="1164" y="111"/>
                  </a:cubicBezTo>
                  <a:cubicBezTo>
                    <a:pt x="1164" y="112"/>
                    <a:pt x="1164" y="112"/>
                    <a:pt x="1165" y="112"/>
                  </a:cubicBezTo>
                  <a:moveTo>
                    <a:pt x="1166" y="112"/>
                  </a:moveTo>
                  <a:cubicBezTo>
                    <a:pt x="1166" y="112"/>
                    <a:pt x="1165" y="112"/>
                    <a:pt x="1165" y="112"/>
                  </a:cubicBezTo>
                  <a:cubicBezTo>
                    <a:pt x="1165" y="112"/>
                    <a:pt x="1166" y="112"/>
                    <a:pt x="1166" y="112"/>
                  </a:cubicBezTo>
                  <a:moveTo>
                    <a:pt x="1167" y="113"/>
                  </a:moveTo>
                  <a:cubicBezTo>
                    <a:pt x="1167" y="113"/>
                    <a:pt x="1167" y="112"/>
                    <a:pt x="1166" y="112"/>
                  </a:cubicBezTo>
                  <a:cubicBezTo>
                    <a:pt x="1167" y="112"/>
                    <a:pt x="1167" y="113"/>
                    <a:pt x="1167" y="113"/>
                  </a:cubicBezTo>
                  <a:moveTo>
                    <a:pt x="1168" y="113"/>
                  </a:moveTo>
                  <a:cubicBezTo>
                    <a:pt x="1168" y="113"/>
                    <a:pt x="1167" y="113"/>
                    <a:pt x="1167" y="113"/>
                  </a:cubicBezTo>
                  <a:cubicBezTo>
                    <a:pt x="1167" y="113"/>
                    <a:pt x="1168" y="113"/>
                    <a:pt x="1168" y="113"/>
                  </a:cubicBezTo>
                  <a:moveTo>
                    <a:pt x="1169" y="114"/>
                  </a:moveTo>
                  <a:cubicBezTo>
                    <a:pt x="1169" y="114"/>
                    <a:pt x="1168" y="114"/>
                    <a:pt x="1168" y="113"/>
                  </a:cubicBezTo>
                  <a:cubicBezTo>
                    <a:pt x="1168" y="114"/>
                    <a:pt x="1169" y="114"/>
                    <a:pt x="1169" y="114"/>
                  </a:cubicBezTo>
                  <a:moveTo>
                    <a:pt x="1170" y="114"/>
                  </a:moveTo>
                  <a:cubicBezTo>
                    <a:pt x="1170" y="114"/>
                    <a:pt x="1170" y="114"/>
                    <a:pt x="1169" y="114"/>
                  </a:cubicBezTo>
                  <a:cubicBezTo>
                    <a:pt x="1170" y="114"/>
                    <a:pt x="1170" y="114"/>
                    <a:pt x="1170" y="114"/>
                  </a:cubicBezTo>
                  <a:moveTo>
                    <a:pt x="1171" y="115"/>
                  </a:moveTo>
                  <a:cubicBezTo>
                    <a:pt x="1170" y="114"/>
                    <a:pt x="1170" y="114"/>
                    <a:pt x="1170" y="114"/>
                  </a:cubicBezTo>
                  <a:cubicBezTo>
                    <a:pt x="1170" y="114"/>
                    <a:pt x="1170" y="114"/>
                    <a:pt x="1171" y="115"/>
                  </a:cubicBezTo>
                  <a:moveTo>
                    <a:pt x="1172" y="115"/>
                  </a:moveTo>
                  <a:cubicBezTo>
                    <a:pt x="1171" y="115"/>
                    <a:pt x="1171" y="115"/>
                    <a:pt x="1171" y="115"/>
                  </a:cubicBezTo>
                  <a:cubicBezTo>
                    <a:pt x="1171" y="115"/>
                    <a:pt x="1171" y="115"/>
                    <a:pt x="1172" y="115"/>
                  </a:cubicBezTo>
                  <a:moveTo>
                    <a:pt x="1172" y="115"/>
                  </a:moveTo>
                  <a:cubicBezTo>
                    <a:pt x="1172" y="115"/>
                    <a:pt x="1172" y="115"/>
                    <a:pt x="1172" y="115"/>
                  </a:cubicBezTo>
                  <a:cubicBezTo>
                    <a:pt x="1172" y="115"/>
                    <a:pt x="1172" y="115"/>
                    <a:pt x="1172" y="115"/>
                  </a:cubicBezTo>
                  <a:moveTo>
                    <a:pt x="1173" y="116"/>
                  </a:moveTo>
                  <a:cubicBezTo>
                    <a:pt x="1173" y="115"/>
                    <a:pt x="1173" y="115"/>
                    <a:pt x="1172" y="115"/>
                  </a:cubicBezTo>
                  <a:cubicBezTo>
                    <a:pt x="1173" y="115"/>
                    <a:pt x="1173" y="115"/>
                    <a:pt x="1173" y="116"/>
                  </a:cubicBezTo>
                  <a:moveTo>
                    <a:pt x="1174" y="116"/>
                  </a:moveTo>
                  <a:cubicBezTo>
                    <a:pt x="1174" y="116"/>
                    <a:pt x="1173" y="116"/>
                    <a:pt x="1173" y="116"/>
                  </a:cubicBezTo>
                  <a:cubicBezTo>
                    <a:pt x="1173" y="116"/>
                    <a:pt x="1174" y="116"/>
                    <a:pt x="1174" y="116"/>
                  </a:cubicBezTo>
                  <a:moveTo>
                    <a:pt x="1175" y="116"/>
                  </a:moveTo>
                  <a:cubicBezTo>
                    <a:pt x="1174" y="116"/>
                    <a:pt x="1174" y="116"/>
                    <a:pt x="1174" y="116"/>
                  </a:cubicBezTo>
                  <a:cubicBezTo>
                    <a:pt x="1174" y="116"/>
                    <a:pt x="1174" y="116"/>
                    <a:pt x="1175" y="116"/>
                  </a:cubicBezTo>
                  <a:moveTo>
                    <a:pt x="1175" y="116"/>
                  </a:moveTo>
                  <a:cubicBezTo>
                    <a:pt x="1175" y="116"/>
                    <a:pt x="1175" y="116"/>
                    <a:pt x="1175" y="116"/>
                  </a:cubicBezTo>
                  <a:cubicBezTo>
                    <a:pt x="1175" y="116"/>
                    <a:pt x="1175" y="116"/>
                    <a:pt x="1175" y="116"/>
                  </a:cubicBezTo>
                  <a:moveTo>
                    <a:pt x="1175" y="116"/>
                  </a:moveTo>
                  <a:cubicBezTo>
                    <a:pt x="1175" y="116"/>
                    <a:pt x="1175" y="116"/>
                    <a:pt x="1175" y="116"/>
                  </a:cubicBezTo>
                  <a:cubicBezTo>
                    <a:pt x="1175" y="116"/>
                    <a:pt x="1175" y="116"/>
                    <a:pt x="1175" y="116"/>
                  </a:cubicBezTo>
                  <a:moveTo>
                    <a:pt x="1176" y="116"/>
                  </a:moveTo>
                  <a:cubicBezTo>
                    <a:pt x="1176" y="116"/>
                    <a:pt x="1176" y="116"/>
                    <a:pt x="1175" y="116"/>
                  </a:cubicBezTo>
                  <a:cubicBezTo>
                    <a:pt x="1176" y="116"/>
                    <a:pt x="1176" y="116"/>
                    <a:pt x="1176" y="116"/>
                  </a:cubicBezTo>
                  <a:moveTo>
                    <a:pt x="1177" y="117"/>
                  </a:moveTo>
                  <a:cubicBezTo>
                    <a:pt x="1176" y="116"/>
                    <a:pt x="1176" y="116"/>
                    <a:pt x="1176" y="116"/>
                  </a:cubicBezTo>
                  <a:cubicBezTo>
                    <a:pt x="1176" y="116"/>
                    <a:pt x="1176" y="116"/>
                    <a:pt x="1177" y="117"/>
                  </a:cubicBezTo>
                  <a:moveTo>
                    <a:pt x="1177" y="117"/>
                  </a:moveTo>
                  <a:cubicBezTo>
                    <a:pt x="1177" y="117"/>
                    <a:pt x="1177" y="117"/>
                    <a:pt x="1177" y="117"/>
                  </a:cubicBezTo>
                  <a:cubicBezTo>
                    <a:pt x="1177" y="117"/>
                    <a:pt x="1177" y="117"/>
                    <a:pt x="1177" y="117"/>
                  </a:cubicBezTo>
                  <a:moveTo>
                    <a:pt x="1177" y="117"/>
                  </a:moveTo>
                  <a:cubicBezTo>
                    <a:pt x="1177" y="117"/>
                    <a:pt x="1177" y="117"/>
                    <a:pt x="1177" y="117"/>
                  </a:cubicBezTo>
                  <a:cubicBezTo>
                    <a:pt x="1177" y="117"/>
                    <a:pt x="1177" y="117"/>
                    <a:pt x="1177" y="117"/>
                  </a:cubicBezTo>
                  <a:moveTo>
                    <a:pt x="1178" y="117"/>
                  </a:moveTo>
                  <a:cubicBezTo>
                    <a:pt x="1178" y="117"/>
                    <a:pt x="1178" y="117"/>
                    <a:pt x="1177" y="117"/>
                  </a:cubicBezTo>
                  <a:cubicBezTo>
                    <a:pt x="1178" y="117"/>
                    <a:pt x="1178" y="117"/>
                    <a:pt x="1178" y="117"/>
                  </a:cubicBezTo>
                  <a:moveTo>
                    <a:pt x="1178" y="117"/>
                  </a:moveTo>
                  <a:cubicBezTo>
                    <a:pt x="1178" y="117"/>
                    <a:pt x="1178" y="117"/>
                    <a:pt x="1178" y="117"/>
                  </a:cubicBezTo>
                  <a:cubicBezTo>
                    <a:pt x="1178" y="117"/>
                    <a:pt x="1178" y="117"/>
                    <a:pt x="1178" y="117"/>
                  </a:cubicBezTo>
                  <a:moveTo>
                    <a:pt x="1178" y="117"/>
                  </a:moveTo>
                  <a:cubicBezTo>
                    <a:pt x="1178" y="117"/>
                    <a:pt x="1178" y="117"/>
                    <a:pt x="1178" y="117"/>
                  </a:cubicBezTo>
                  <a:cubicBezTo>
                    <a:pt x="1178" y="117"/>
                    <a:pt x="1178" y="117"/>
                    <a:pt x="1178" y="117"/>
                  </a:cubicBezTo>
                  <a:moveTo>
                    <a:pt x="1179" y="117"/>
                  </a:moveTo>
                  <a:cubicBezTo>
                    <a:pt x="1178" y="117"/>
                    <a:pt x="1178" y="117"/>
                    <a:pt x="1178"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79" y="117"/>
                  </a:cubicBezTo>
                  <a:cubicBezTo>
                    <a:pt x="1179" y="117"/>
                    <a:pt x="1179" y="117"/>
                    <a:pt x="1179" y="117"/>
                  </a:cubicBezTo>
                  <a:moveTo>
                    <a:pt x="1179" y="117"/>
                  </a:moveTo>
                  <a:cubicBezTo>
                    <a:pt x="1179" y="117"/>
                    <a:pt x="1179" y="117"/>
                    <a:pt x="1180" y="117"/>
                  </a:cubicBezTo>
                  <a:cubicBezTo>
                    <a:pt x="1179" y="117"/>
                    <a:pt x="1179" y="117"/>
                    <a:pt x="1179"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0" y="117"/>
                    <a:pt x="1180" y="117"/>
                    <a:pt x="1180" y="117"/>
                  </a:cubicBezTo>
                  <a:cubicBezTo>
                    <a:pt x="1180" y="117"/>
                    <a:pt x="1180" y="117"/>
                    <a:pt x="1180" y="117"/>
                  </a:cubicBezTo>
                  <a:moveTo>
                    <a:pt x="1180" y="117"/>
                  </a:moveTo>
                  <a:cubicBezTo>
                    <a:pt x="1181" y="117"/>
                    <a:pt x="1181" y="117"/>
                    <a:pt x="1181" y="117"/>
                  </a:cubicBezTo>
                  <a:cubicBezTo>
                    <a:pt x="1180" y="117"/>
                    <a:pt x="1180" y="117"/>
                    <a:pt x="1180" y="117"/>
                  </a:cubicBezTo>
                  <a:moveTo>
                    <a:pt x="1181" y="117"/>
                  </a:moveTo>
                  <a:cubicBezTo>
                    <a:pt x="1181" y="117"/>
                    <a:pt x="1181" y="117"/>
                    <a:pt x="1181" y="117"/>
                  </a:cubicBezTo>
                  <a:cubicBezTo>
                    <a:pt x="1181" y="117"/>
                    <a:pt x="1181" y="117"/>
                    <a:pt x="1181" y="117"/>
                  </a:cubicBezTo>
                  <a:moveTo>
                    <a:pt x="1181" y="117"/>
                  </a:moveTo>
                  <a:cubicBezTo>
                    <a:pt x="1181" y="117"/>
                    <a:pt x="1181" y="117"/>
                    <a:pt x="1181" y="117"/>
                  </a:cubicBezTo>
                  <a:cubicBezTo>
                    <a:pt x="1181" y="117"/>
                    <a:pt x="1181" y="117"/>
                    <a:pt x="1181" y="117"/>
                  </a:cubicBezTo>
                  <a:moveTo>
                    <a:pt x="1181" y="117"/>
                  </a:moveTo>
                  <a:cubicBezTo>
                    <a:pt x="1181" y="117"/>
                    <a:pt x="1181" y="117"/>
                    <a:pt x="1182" y="117"/>
                  </a:cubicBezTo>
                  <a:cubicBezTo>
                    <a:pt x="1181" y="117"/>
                    <a:pt x="1181" y="117"/>
                    <a:pt x="1181" y="117"/>
                  </a:cubicBezTo>
                  <a:moveTo>
                    <a:pt x="1182" y="117"/>
                  </a:moveTo>
                  <a:cubicBezTo>
                    <a:pt x="1182" y="117"/>
                    <a:pt x="1182" y="117"/>
                    <a:pt x="1182" y="117"/>
                  </a:cubicBezTo>
                  <a:cubicBezTo>
                    <a:pt x="1182" y="117"/>
                    <a:pt x="1182" y="117"/>
                    <a:pt x="1182" y="117"/>
                  </a:cubicBezTo>
                  <a:moveTo>
                    <a:pt x="1182" y="118"/>
                  </a:moveTo>
                  <a:cubicBezTo>
                    <a:pt x="1182" y="118"/>
                    <a:pt x="1182" y="118"/>
                    <a:pt x="1182" y="118"/>
                  </a:cubicBezTo>
                  <a:cubicBezTo>
                    <a:pt x="1182" y="118"/>
                    <a:pt x="1182" y="118"/>
                    <a:pt x="1182" y="118"/>
                  </a:cubicBezTo>
                  <a:moveTo>
                    <a:pt x="1182" y="118"/>
                  </a:moveTo>
                  <a:cubicBezTo>
                    <a:pt x="1182" y="118"/>
                    <a:pt x="1182" y="118"/>
                    <a:pt x="1182" y="118"/>
                  </a:cubicBezTo>
                  <a:cubicBezTo>
                    <a:pt x="1182" y="118"/>
                    <a:pt x="1182" y="118"/>
                    <a:pt x="1182" y="118"/>
                  </a:cubicBezTo>
                  <a:moveTo>
                    <a:pt x="1183" y="118"/>
                  </a:moveTo>
                  <a:cubicBezTo>
                    <a:pt x="1182" y="118"/>
                    <a:pt x="1182" y="118"/>
                    <a:pt x="1182" y="118"/>
                  </a:cubicBezTo>
                  <a:cubicBezTo>
                    <a:pt x="1183" y="118"/>
                    <a:pt x="1183" y="118"/>
                    <a:pt x="1183" y="118"/>
                  </a:cubicBezTo>
                  <a:moveTo>
                    <a:pt x="1183" y="119"/>
                  </a:moveTo>
                  <a:cubicBezTo>
                    <a:pt x="1183" y="118"/>
                    <a:pt x="1183" y="118"/>
                    <a:pt x="1183" y="118"/>
                  </a:cubicBezTo>
                  <a:cubicBezTo>
                    <a:pt x="1183" y="119"/>
                    <a:pt x="1183" y="119"/>
                    <a:pt x="1183" y="119"/>
                  </a:cubicBezTo>
                  <a:moveTo>
                    <a:pt x="1183" y="119"/>
                  </a:moveTo>
                  <a:cubicBezTo>
                    <a:pt x="1183" y="119"/>
                    <a:pt x="1183" y="119"/>
                    <a:pt x="1183" y="119"/>
                  </a:cubicBezTo>
                  <a:cubicBezTo>
                    <a:pt x="1183" y="119"/>
                    <a:pt x="1183" y="119"/>
                    <a:pt x="1183" y="119"/>
                  </a:cubicBezTo>
                  <a:moveTo>
                    <a:pt x="1184" y="119"/>
                  </a:moveTo>
                  <a:cubicBezTo>
                    <a:pt x="1183" y="119"/>
                    <a:pt x="1183" y="119"/>
                    <a:pt x="1183"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4" y="119"/>
                    <a:pt x="1184" y="119"/>
                    <a:pt x="1184" y="119"/>
                  </a:cubicBezTo>
                  <a:cubicBezTo>
                    <a:pt x="1184" y="119"/>
                    <a:pt x="1184" y="119"/>
                    <a:pt x="1184" y="119"/>
                  </a:cubicBezTo>
                  <a:moveTo>
                    <a:pt x="1184" y="119"/>
                  </a:moveTo>
                  <a:cubicBezTo>
                    <a:pt x="1185" y="119"/>
                    <a:pt x="1185" y="120"/>
                    <a:pt x="1185" y="120"/>
                  </a:cubicBezTo>
                  <a:cubicBezTo>
                    <a:pt x="1185" y="120"/>
                    <a:pt x="1185" y="119"/>
                    <a:pt x="1184" y="119"/>
                  </a:cubicBezTo>
                  <a:moveTo>
                    <a:pt x="1186" y="120"/>
                  </a:moveTo>
                  <a:cubicBezTo>
                    <a:pt x="1186" y="120"/>
                    <a:pt x="1185" y="120"/>
                    <a:pt x="1185" y="120"/>
                  </a:cubicBezTo>
                  <a:cubicBezTo>
                    <a:pt x="1185" y="120"/>
                    <a:pt x="1186" y="120"/>
                    <a:pt x="1186" y="120"/>
                  </a:cubicBezTo>
                  <a:moveTo>
                    <a:pt x="1186" y="120"/>
                  </a:moveTo>
                  <a:cubicBezTo>
                    <a:pt x="1186" y="120"/>
                    <a:pt x="1186" y="120"/>
                    <a:pt x="1186" y="120"/>
                  </a:cubicBezTo>
                  <a:cubicBezTo>
                    <a:pt x="1186" y="120"/>
                    <a:pt x="1186" y="120"/>
                    <a:pt x="1186" y="120"/>
                  </a:cubicBezTo>
                  <a:moveTo>
                    <a:pt x="1186" y="120"/>
                  </a:moveTo>
                  <a:cubicBezTo>
                    <a:pt x="1186" y="120"/>
                    <a:pt x="1186" y="121"/>
                    <a:pt x="1186" y="121"/>
                  </a:cubicBezTo>
                  <a:cubicBezTo>
                    <a:pt x="1186" y="121"/>
                    <a:pt x="1186" y="120"/>
                    <a:pt x="1186" y="120"/>
                  </a:cubicBezTo>
                  <a:moveTo>
                    <a:pt x="1186" y="121"/>
                  </a:moveTo>
                  <a:cubicBezTo>
                    <a:pt x="1187" y="121"/>
                    <a:pt x="1187" y="121"/>
                    <a:pt x="1187" y="121"/>
                  </a:cubicBezTo>
                  <a:cubicBezTo>
                    <a:pt x="1187" y="121"/>
                    <a:pt x="1187" y="121"/>
                    <a:pt x="1186" y="121"/>
                  </a:cubicBezTo>
                  <a:moveTo>
                    <a:pt x="1187" y="121"/>
                  </a:moveTo>
                  <a:cubicBezTo>
                    <a:pt x="1188" y="122"/>
                    <a:pt x="1188" y="122"/>
                    <a:pt x="1188" y="122"/>
                  </a:cubicBezTo>
                  <a:cubicBezTo>
                    <a:pt x="1188" y="122"/>
                    <a:pt x="1188" y="122"/>
                    <a:pt x="1187" y="121"/>
                  </a:cubicBezTo>
                  <a:moveTo>
                    <a:pt x="1189" y="123"/>
                  </a:moveTo>
                  <a:cubicBezTo>
                    <a:pt x="1189" y="123"/>
                    <a:pt x="1189" y="122"/>
                    <a:pt x="1188" y="122"/>
                  </a:cubicBezTo>
                  <a:cubicBezTo>
                    <a:pt x="1189" y="122"/>
                    <a:pt x="1189" y="123"/>
                    <a:pt x="1189" y="123"/>
                  </a:cubicBezTo>
                  <a:moveTo>
                    <a:pt x="1189" y="123"/>
                  </a:moveTo>
                  <a:cubicBezTo>
                    <a:pt x="1190" y="123"/>
                    <a:pt x="1190" y="123"/>
                    <a:pt x="1190" y="123"/>
                  </a:cubicBezTo>
                  <a:cubicBezTo>
                    <a:pt x="1190" y="123"/>
                    <a:pt x="1190" y="123"/>
                    <a:pt x="1189" y="123"/>
                  </a:cubicBezTo>
                  <a:moveTo>
                    <a:pt x="1191" y="124"/>
                  </a:moveTo>
                  <a:cubicBezTo>
                    <a:pt x="1190" y="124"/>
                    <a:pt x="1190" y="124"/>
                    <a:pt x="1190" y="123"/>
                  </a:cubicBezTo>
                  <a:cubicBezTo>
                    <a:pt x="1190" y="124"/>
                    <a:pt x="1190" y="124"/>
                    <a:pt x="1191" y="124"/>
                  </a:cubicBezTo>
                  <a:moveTo>
                    <a:pt x="1192" y="125"/>
                  </a:moveTo>
                  <a:cubicBezTo>
                    <a:pt x="1192" y="124"/>
                    <a:pt x="1191" y="124"/>
                    <a:pt x="1191" y="124"/>
                  </a:cubicBezTo>
                  <a:cubicBezTo>
                    <a:pt x="1191" y="124"/>
                    <a:pt x="1192" y="124"/>
                    <a:pt x="1192" y="125"/>
                  </a:cubicBezTo>
                  <a:moveTo>
                    <a:pt x="1192" y="125"/>
                  </a:moveTo>
                  <a:cubicBezTo>
                    <a:pt x="1192" y="125"/>
                    <a:pt x="1193" y="125"/>
                    <a:pt x="1193" y="125"/>
                  </a:cubicBezTo>
                  <a:cubicBezTo>
                    <a:pt x="1193" y="125"/>
                    <a:pt x="1192" y="125"/>
                    <a:pt x="1192" y="125"/>
                  </a:cubicBezTo>
                  <a:moveTo>
                    <a:pt x="1194" y="126"/>
                  </a:moveTo>
                  <a:cubicBezTo>
                    <a:pt x="1194" y="126"/>
                    <a:pt x="1193" y="126"/>
                    <a:pt x="1193" y="125"/>
                  </a:cubicBezTo>
                  <a:cubicBezTo>
                    <a:pt x="1193" y="126"/>
                    <a:pt x="1194" y="126"/>
                    <a:pt x="1194" y="126"/>
                  </a:cubicBezTo>
                  <a:moveTo>
                    <a:pt x="1194" y="126"/>
                  </a:moveTo>
                  <a:cubicBezTo>
                    <a:pt x="1195" y="127"/>
                    <a:pt x="1195" y="127"/>
                    <a:pt x="1196" y="127"/>
                  </a:cubicBezTo>
                  <a:cubicBezTo>
                    <a:pt x="1195" y="127"/>
                    <a:pt x="1195" y="127"/>
                    <a:pt x="1194" y="126"/>
                  </a:cubicBezTo>
                  <a:moveTo>
                    <a:pt x="1196" y="127"/>
                  </a:moveTo>
                  <a:cubicBezTo>
                    <a:pt x="1196" y="127"/>
                    <a:pt x="1196" y="127"/>
                    <a:pt x="1196" y="128"/>
                  </a:cubicBezTo>
                  <a:cubicBezTo>
                    <a:pt x="1196" y="127"/>
                    <a:pt x="1196" y="127"/>
                    <a:pt x="1196" y="127"/>
                  </a:cubicBezTo>
                  <a:moveTo>
                    <a:pt x="1198" y="129"/>
                  </a:moveTo>
                  <a:cubicBezTo>
                    <a:pt x="1198" y="129"/>
                    <a:pt x="1197" y="128"/>
                    <a:pt x="1196" y="128"/>
                  </a:cubicBezTo>
                  <a:cubicBezTo>
                    <a:pt x="1197" y="128"/>
                    <a:pt x="1198" y="129"/>
                    <a:pt x="1198" y="129"/>
                  </a:cubicBezTo>
                  <a:moveTo>
                    <a:pt x="1199" y="130"/>
                  </a:moveTo>
                  <a:cubicBezTo>
                    <a:pt x="1199" y="130"/>
                    <a:pt x="1199" y="129"/>
                    <a:pt x="1198" y="129"/>
                  </a:cubicBezTo>
                  <a:cubicBezTo>
                    <a:pt x="1199" y="129"/>
                    <a:pt x="1199" y="130"/>
                    <a:pt x="1199" y="130"/>
                  </a:cubicBezTo>
                  <a:moveTo>
                    <a:pt x="1201" y="131"/>
                  </a:moveTo>
                  <a:cubicBezTo>
                    <a:pt x="1200" y="131"/>
                    <a:pt x="1199" y="130"/>
                    <a:pt x="1199" y="130"/>
                  </a:cubicBezTo>
                  <a:cubicBezTo>
                    <a:pt x="1199" y="130"/>
                    <a:pt x="1200" y="131"/>
                    <a:pt x="1201" y="131"/>
                  </a:cubicBezTo>
                  <a:moveTo>
                    <a:pt x="1202" y="132"/>
                  </a:moveTo>
                  <a:cubicBezTo>
                    <a:pt x="1203" y="132"/>
                    <a:pt x="1204" y="133"/>
                    <a:pt x="1204" y="133"/>
                  </a:cubicBezTo>
                  <a:cubicBezTo>
                    <a:pt x="1204" y="133"/>
                    <a:pt x="1202" y="132"/>
                    <a:pt x="1202" y="132"/>
                  </a:cubicBezTo>
                  <a:cubicBezTo>
                    <a:pt x="1202" y="132"/>
                    <a:pt x="1201" y="132"/>
                    <a:pt x="1201" y="131"/>
                  </a:cubicBezTo>
                  <a:cubicBezTo>
                    <a:pt x="1201" y="132"/>
                    <a:pt x="1202" y="132"/>
                    <a:pt x="1202" y="132"/>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3" y="47"/>
                    <a:pt x="1213" y="47"/>
                    <a:pt x="1213" y="47"/>
                  </a:cubicBezTo>
                  <a:cubicBezTo>
                    <a:pt x="1213" y="47"/>
                    <a:pt x="1213" y="47"/>
                    <a:pt x="1213" y="47"/>
                  </a:cubicBezTo>
                  <a:moveTo>
                    <a:pt x="1213" y="47"/>
                  </a:moveTo>
                  <a:cubicBezTo>
                    <a:pt x="1212" y="47"/>
                    <a:pt x="1212" y="47"/>
                    <a:pt x="1212" y="47"/>
                  </a:cubicBezTo>
                  <a:cubicBezTo>
                    <a:pt x="1213" y="47"/>
                    <a:pt x="1213" y="47"/>
                    <a:pt x="1213" y="47"/>
                  </a:cubicBezTo>
                  <a:moveTo>
                    <a:pt x="1212" y="47"/>
                  </a:moveTo>
                  <a:cubicBezTo>
                    <a:pt x="1212" y="47"/>
                    <a:pt x="1212" y="47"/>
                    <a:pt x="1212" y="47"/>
                  </a:cubicBezTo>
                  <a:cubicBezTo>
                    <a:pt x="1212" y="47"/>
                    <a:pt x="1212" y="47"/>
                    <a:pt x="1212" y="47"/>
                  </a:cubicBezTo>
                  <a:moveTo>
                    <a:pt x="1212" y="47"/>
                  </a:moveTo>
                  <a:cubicBezTo>
                    <a:pt x="1212" y="47"/>
                    <a:pt x="1212" y="47"/>
                    <a:pt x="1212" y="47"/>
                  </a:cubicBezTo>
                  <a:cubicBezTo>
                    <a:pt x="1212" y="47"/>
                    <a:pt x="1212" y="47"/>
                    <a:pt x="1212" y="47"/>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2" y="46"/>
                    <a:pt x="1212" y="46"/>
                    <a:pt x="1212" y="46"/>
                  </a:cubicBezTo>
                  <a:cubicBezTo>
                    <a:pt x="1212" y="46"/>
                    <a:pt x="1212" y="46"/>
                    <a:pt x="1212" y="46"/>
                  </a:cubicBezTo>
                  <a:moveTo>
                    <a:pt x="1212" y="46"/>
                  </a:moveTo>
                  <a:cubicBezTo>
                    <a:pt x="1211" y="46"/>
                    <a:pt x="1211" y="46"/>
                    <a:pt x="1211" y="46"/>
                  </a:cubicBezTo>
                  <a:cubicBezTo>
                    <a:pt x="1211" y="46"/>
                    <a:pt x="1211" y="46"/>
                    <a:pt x="1212"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6"/>
                    <a:pt x="1211" y="46"/>
                    <a:pt x="1211" y="46"/>
                  </a:cubicBezTo>
                  <a:cubicBezTo>
                    <a:pt x="1211" y="46"/>
                    <a:pt x="1211" y="46"/>
                    <a:pt x="1211" y="46"/>
                  </a:cubicBezTo>
                  <a:moveTo>
                    <a:pt x="1211" y="46"/>
                  </a:moveTo>
                  <a:cubicBezTo>
                    <a:pt x="1211" y="45"/>
                    <a:pt x="1211" y="45"/>
                    <a:pt x="1211" y="45"/>
                  </a:cubicBezTo>
                  <a:cubicBezTo>
                    <a:pt x="1211" y="46"/>
                    <a:pt x="1211" y="46"/>
                    <a:pt x="1211" y="46"/>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1" y="45"/>
                  </a:moveTo>
                  <a:cubicBezTo>
                    <a:pt x="1211" y="45"/>
                    <a:pt x="1211" y="45"/>
                    <a:pt x="1211" y="45"/>
                  </a:cubicBezTo>
                  <a:cubicBezTo>
                    <a:pt x="1211" y="45"/>
                    <a:pt x="1211" y="45"/>
                    <a:pt x="1211" y="45"/>
                  </a:cubicBezTo>
                  <a:moveTo>
                    <a:pt x="1210" y="44"/>
                  </a:moveTo>
                  <a:cubicBezTo>
                    <a:pt x="1210" y="44"/>
                    <a:pt x="1211" y="44"/>
                    <a:pt x="1211" y="45"/>
                  </a:cubicBezTo>
                  <a:cubicBezTo>
                    <a:pt x="1211" y="44"/>
                    <a:pt x="1211" y="44"/>
                    <a:pt x="1211"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4"/>
                  </a:cubicBezTo>
                  <a:cubicBezTo>
                    <a:pt x="1210" y="44"/>
                    <a:pt x="1210" y="44"/>
                    <a:pt x="1210" y="44"/>
                  </a:cubicBezTo>
                  <a:moveTo>
                    <a:pt x="1210" y="44"/>
                  </a:moveTo>
                  <a:cubicBezTo>
                    <a:pt x="1210" y="44"/>
                    <a:pt x="1210" y="44"/>
                    <a:pt x="1210" y="43"/>
                  </a:cubicBezTo>
                  <a:cubicBezTo>
                    <a:pt x="1210" y="44"/>
                    <a:pt x="1210" y="44"/>
                    <a:pt x="1210" y="44"/>
                  </a:cubicBezTo>
                  <a:moveTo>
                    <a:pt x="1210" y="43"/>
                  </a:moveTo>
                  <a:cubicBezTo>
                    <a:pt x="1210" y="43"/>
                    <a:pt x="1210" y="43"/>
                    <a:pt x="1210" y="43"/>
                  </a:cubicBezTo>
                  <a:cubicBezTo>
                    <a:pt x="1210" y="43"/>
                    <a:pt x="1210" y="43"/>
                    <a:pt x="1210" y="43"/>
                  </a:cubicBezTo>
                  <a:moveTo>
                    <a:pt x="1194" y="59"/>
                  </a:moveTo>
                  <a:cubicBezTo>
                    <a:pt x="1206" y="73"/>
                    <a:pt x="1206" y="73"/>
                    <a:pt x="1206" y="73"/>
                  </a:cubicBezTo>
                  <a:cubicBezTo>
                    <a:pt x="1194" y="59"/>
                    <a:pt x="1194" y="59"/>
                    <a:pt x="1194" y="59"/>
                  </a:cubicBezTo>
                  <a:moveTo>
                    <a:pt x="1178" y="48"/>
                  </a:moveTo>
                  <a:cubicBezTo>
                    <a:pt x="1194" y="59"/>
                    <a:pt x="1194" y="59"/>
                    <a:pt x="1194" y="59"/>
                  </a:cubicBezTo>
                  <a:cubicBezTo>
                    <a:pt x="1178" y="48"/>
                    <a:pt x="1178" y="48"/>
                    <a:pt x="1178" y="48"/>
                  </a:cubicBezTo>
                  <a:cubicBezTo>
                    <a:pt x="1194" y="56"/>
                    <a:pt x="1194" y="56"/>
                    <a:pt x="1194" y="56"/>
                  </a:cubicBezTo>
                  <a:cubicBezTo>
                    <a:pt x="1178" y="48"/>
                    <a:pt x="1178" y="48"/>
                    <a:pt x="1178" y="48"/>
                  </a:cubicBezTo>
                  <a:moveTo>
                    <a:pt x="1239" y="42"/>
                  </a:moveTo>
                  <a:cubicBezTo>
                    <a:pt x="1219" y="30"/>
                    <a:pt x="1199" y="21"/>
                    <a:pt x="1179" y="12"/>
                  </a:cubicBezTo>
                  <a:cubicBezTo>
                    <a:pt x="1179" y="12"/>
                    <a:pt x="1179" y="12"/>
                    <a:pt x="1179" y="12"/>
                  </a:cubicBezTo>
                  <a:cubicBezTo>
                    <a:pt x="1181" y="13"/>
                    <a:pt x="1181" y="13"/>
                    <a:pt x="1191" y="18"/>
                  </a:cubicBezTo>
                  <a:cubicBezTo>
                    <a:pt x="1193" y="19"/>
                    <a:pt x="1195" y="20"/>
                    <a:pt x="1197" y="21"/>
                  </a:cubicBezTo>
                  <a:cubicBezTo>
                    <a:pt x="1183" y="15"/>
                    <a:pt x="1182" y="15"/>
                    <a:pt x="1179" y="14"/>
                  </a:cubicBezTo>
                  <a:cubicBezTo>
                    <a:pt x="1180" y="15"/>
                    <a:pt x="1181" y="16"/>
                    <a:pt x="1182" y="17"/>
                  </a:cubicBezTo>
                  <a:cubicBezTo>
                    <a:pt x="1187" y="19"/>
                    <a:pt x="1193" y="22"/>
                    <a:pt x="1198" y="24"/>
                  </a:cubicBezTo>
                  <a:cubicBezTo>
                    <a:pt x="1217" y="34"/>
                    <a:pt x="1217" y="34"/>
                    <a:pt x="1217" y="34"/>
                  </a:cubicBezTo>
                  <a:cubicBezTo>
                    <a:pt x="1219" y="36"/>
                    <a:pt x="1219" y="37"/>
                    <a:pt x="1221" y="37"/>
                  </a:cubicBezTo>
                  <a:cubicBezTo>
                    <a:pt x="1225" y="41"/>
                    <a:pt x="1230" y="46"/>
                    <a:pt x="1233" y="50"/>
                  </a:cubicBezTo>
                  <a:cubicBezTo>
                    <a:pt x="1203" y="38"/>
                    <a:pt x="1203" y="38"/>
                    <a:pt x="1203" y="38"/>
                  </a:cubicBezTo>
                  <a:cubicBezTo>
                    <a:pt x="1206" y="47"/>
                    <a:pt x="1206" y="49"/>
                    <a:pt x="1203" y="60"/>
                  </a:cubicBezTo>
                  <a:cubicBezTo>
                    <a:pt x="1179" y="47"/>
                    <a:pt x="1179" y="47"/>
                    <a:pt x="1179" y="47"/>
                  </a:cubicBezTo>
                  <a:cubicBezTo>
                    <a:pt x="1169" y="45"/>
                    <a:pt x="1169" y="45"/>
                    <a:pt x="1169" y="45"/>
                  </a:cubicBezTo>
                  <a:cubicBezTo>
                    <a:pt x="1169" y="45"/>
                    <a:pt x="1169" y="45"/>
                    <a:pt x="1169" y="46"/>
                  </a:cubicBezTo>
                  <a:cubicBezTo>
                    <a:pt x="1168" y="47"/>
                    <a:pt x="1167" y="50"/>
                    <a:pt x="1166" y="52"/>
                  </a:cubicBezTo>
                  <a:cubicBezTo>
                    <a:pt x="1156" y="50"/>
                    <a:pt x="1156" y="50"/>
                    <a:pt x="1156" y="50"/>
                  </a:cubicBezTo>
                  <a:cubicBezTo>
                    <a:pt x="1155" y="52"/>
                    <a:pt x="1154" y="53"/>
                    <a:pt x="1153" y="54"/>
                  </a:cubicBezTo>
                  <a:cubicBezTo>
                    <a:pt x="1155" y="60"/>
                    <a:pt x="1158" y="68"/>
                    <a:pt x="1158" y="73"/>
                  </a:cubicBezTo>
                  <a:cubicBezTo>
                    <a:pt x="1158" y="77"/>
                    <a:pt x="1157" y="82"/>
                    <a:pt x="1156" y="85"/>
                  </a:cubicBezTo>
                  <a:cubicBezTo>
                    <a:pt x="1156" y="85"/>
                    <a:pt x="1155" y="86"/>
                    <a:pt x="1155" y="86"/>
                  </a:cubicBezTo>
                  <a:cubicBezTo>
                    <a:pt x="1159" y="93"/>
                    <a:pt x="1159" y="93"/>
                    <a:pt x="1159" y="93"/>
                  </a:cubicBezTo>
                  <a:cubicBezTo>
                    <a:pt x="1164" y="99"/>
                    <a:pt x="1164" y="99"/>
                    <a:pt x="1164" y="99"/>
                  </a:cubicBezTo>
                  <a:cubicBezTo>
                    <a:pt x="1160" y="102"/>
                    <a:pt x="1156" y="104"/>
                    <a:pt x="1152" y="106"/>
                  </a:cubicBezTo>
                  <a:cubicBezTo>
                    <a:pt x="1157" y="109"/>
                    <a:pt x="1161" y="113"/>
                    <a:pt x="1166" y="116"/>
                  </a:cubicBezTo>
                  <a:cubicBezTo>
                    <a:pt x="1158" y="120"/>
                    <a:pt x="1158" y="120"/>
                    <a:pt x="1158" y="120"/>
                  </a:cubicBezTo>
                  <a:cubicBezTo>
                    <a:pt x="1150" y="133"/>
                    <a:pt x="1150" y="133"/>
                    <a:pt x="1150" y="133"/>
                  </a:cubicBezTo>
                  <a:cubicBezTo>
                    <a:pt x="1158" y="137"/>
                    <a:pt x="1158" y="137"/>
                    <a:pt x="1158" y="137"/>
                  </a:cubicBezTo>
                  <a:cubicBezTo>
                    <a:pt x="1180" y="153"/>
                    <a:pt x="1180" y="153"/>
                    <a:pt x="1180" y="153"/>
                  </a:cubicBezTo>
                  <a:cubicBezTo>
                    <a:pt x="1178" y="147"/>
                    <a:pt x="1178" y="147"/>
                    <a:pt x="1178" y="147"/>
                  </a:cubicBezTo>
                  <a:cubicBezTo>
                    <a:pt x="1199" y="154"/>
                    <a:pt x="1199" y="154"/>
                    <a:pt x="1199" y="154"/>
                  </a:cubicBezTo>
                  <a:cubicBezTo>
                    <a:pt x="1201" y="156"/>
                    <a:pt x="1203" y="158"/>
                    <a:pt x="1205" y="160"/>
                  </a:cubicBezTo>
                  <a:cubicBezTo>
                    <a:pt x="1213" y="164"/>
                    <a:pt x="1213" y="164"/>
                    <a:pt x="1213" y="164"/>
                  </a:cubicBezTo>
                  <a:cubicBezTo>
                    <a:pt x="1205" y="160"/>
                    <a:pt x="1205" y="160"/>
                    <a:pt x="1205" y="160"/>
                  </a:cubicBezTo>
                  <a:cubicBezTo>
                    <a:pt x="1205" y="160"/>
                    <a:pt x="1204" y="161"/>
                    <a:pt x="1203" y="161"/>
                  </a:cubicBezTo>
                  <a:cubicBezTo>
                    <a:pt x="1199" y="154"/>
                    <a:pt x="1199" y="154"/>
                    <a:pt x="1199" y="154"/>
                  </a:cubicBezTo>
                  <a:cubicBezTo>
                    <a:pt x="1178" y="147"/>
                    <a:pt x="1178" y="147"/>
                    <a:pt x="1178" y="147"/>
                  </a:cubicBezTo>
                  <a:cubicBezTo>
                    <a:pt x="1180" y="153"/>
                    <a:pt x="1180" y="153"/>
                    <a:pt x="1180" y="153"/>
                  </a:cubicBezTo>
                  <a:cubicBezTo>
                    <a:pt x="1194" y="165"/>
                    <a:pt x="1194" y="165"/>
                    <a:pt x="1194" y="165"/>
                  </a:cubicBezTo>
                  <a:cubicBezTo>
                    <a:pt x="1203" y="179"/>
                    <a:pt x="1203" y="179"/>
                    <a:pt x="1203" y="179"/>
                  </a:cubicBezTo>
                  <a:cubicBezTo>
                    <a:pt x="1202" y="179"/>
                    <a:pt x="1199" y="180"/>
                    <a:pt x="1198" y="180"/>
                  </a:cubicBezTo>
                  <a:cubicBezTo>
                    <a:pt x="1190" y="176"/>
                    <a:pt x="1190" y="176"/>
                    <a:pt x="1190" y="176"/>
                  </a:cubicBezTo>
                  <a:cubicBezTo>
                    <a:pt x="1181" y="160"/>
                    <a:pt x="1181" y="160"/>
                    <a:pt x="1181" y="160"/>
                  </a:cubicBezTo>
                  <a:cubicBezTo>
                    <a:pt x="1173" y="156"/>
                    <a:pt x="1173" y="156"/>
                    <a:pt x="1173" y="156"/>
                  </a:cubicBezTo>
                  <a:cubicBezTo>
                    <a:pt x="1173" y="157"/>
                    <a:pt x="1174" y="158"/>
                    <a:pt x="1175" y="158"/>
                  </a:cubicBezTo>
                  <a:cubicBezTo>
                    <a:pt x="1174" y="158"/>
                    <a:pt x="1173" y="157"/>
                    <a:pt x="1173" y="156"/>
                  </a:cubicBezTo>
                  <a:cubicBezTo>
                    <a:pt x="1162" y="146"/>
                    <a:pt x="1152" y="136"/>
                    <a:pt x="1140" y="127"/>
                  </a:cubicBezTo>
                  <a:cubicBezTo>
                    <a:pt x="1138" y="127"/>
                    <a:pt x="1136" y="128"/>
                    <a:pt x="1134" y="129"/>
                  </a:cubicBezTo>
                  <a:cubicBezTo>
                    <a:pt x="1133" y="130"/>
                    <a:pt x="1132" y="132"/>
                    <a:pt x="1131" y="133"/>
                  </a:cubicBezTo>
                  <a:cubicBezTo>
                    <a:pt x="1131" y="133"/>
                    <a:pt x="1135" y="151"/>
                    <a:pt x="1154" y="162"/>
                  </a:cubicBezTo>
                  <a:cubicBezTo>
                    <a:pt x="1146" y="157"/>
                    <a:pt x="1146" y="157"/>
                    <a:pt x="1146" y="157"/>
                  </a:cubicBezTo>
                  <a:cubicBezTo>
                    <a:pt x="1154" y="162"/>
                    <a:pt x="1154" y="162"/>
                    <a:pt x="1154" y="162"/>
                  </a:cubicBezTo>
                  <a:cubicBezTo>
                    <a:pt x="1158" y="169"/>
                    <a:pt x="1158" y="169"/>
                    <a:pt x="1158" y="169"/>
                  </a:cubicBezTo>
                  <a:cubicBezTo>
                    <a:pt x="1143" y="166"/>
                    <a:pt x="1143" y="166"/>
                    <a:pt x="1143" y="166"/>
                  </a:cubicBezTo>
                  <a:cubicBezTo>
                    <a:pt x="1142" y="166"/>
                    <a:pt x="1141" y="166"/>
                    <a:pt x="1140" y="167"/>
                  </a:cubicBezTo>
                  <a:cubicBezTo>
                    <a:pt x="1116" y="165"/>
                    <a:pt x="1116" y="165"/>
                    <a:pt x="1116" y="165"/>
                  </a:cubicBezTo>
                  <a:cubicBezTo>
                    <a:pt x="1120" y="169"/>
                    <a:pt x="1123" y="173"/>
                    <a:pt x="1127" y="178"/>
                  </a:cubicBezTo>
                  <a:cubicBezTo>
                    <a:pt x="1126" y="178"/>
                    <a:pt x="1125" y="179"/>
                    <a:pt x="1124" y="179"/>
                  </a:cubicBezTo>
                  <a:cubicBezTo>
                    <a:pt x="1182" y="248"/>
                    <a:pt x="1233" y="329"/>
                    <a:pt x="1273" y="419"/>
                  </a:cubicBezTo>
                  <a:cubicBezTo>
                    <a:pt x="1284" y="409"/>
                    <a:pt x="1284" y="409"/>
                    <a:pt x="1284" y="409"/>
                  </a:cubicBezTo>
                  <a:cubicBezTo>
                    <a:pt x="1299" y="443"/>
                    <a:pt x="1299" y="443"/>
                    <a:pt x="1299" y="443"/>
                  </a:cubicBezTo>
                  <a:cubicBezTo>
                    <a:pt x="1288" y="452"/>
                    <a:pt x="1288" y="452"/>
                    <a:pt x="1288" y="452"/>
                  </a:cubicBezTo>
                  <a:cubicBezTo>
                    <a:pt x="1299" y="479"/>
                    <a:pt x="1310" y="507"/>
                    <a:pt x="1319" y="535"/>
                  </a:cubicBezTo>
                  <a:cubicBezTo>
                    <a:pt x="1483" y="494"/>
                    <a:pt x="1569" y="435"/>
                    <a:pt x="1558" y="374"/>
                  </a:cubicBezTo>
                  <a:cubicBezTo>
                    <a:pt x="1556" y="371"/>
                    <a:pt x="1556" y="371"/>
                    <a:pt x="1556" y="371"/>
                  </a:cubicBezTo>
                  <a:cubicBezTo>
                    <a:pt x="1557" y="372"/>
                    <a:pt x="1557" y="373"/>
                    <a:pt x="1557" y="374"/>
                  </a:cubicBezTo>
                  <a:cubicBezTo>
                    <a:pt x="1550" y="367"/>
                    <a:pt x="1550" y="367"/>
                    <a:pt x="1550" y="367"/>
                  </a:cubicBezTo>
                  <a:cubicBezTo>
                    <a:pt x="1538" y="344"/>
                    <a:pt x="1538" y="344"/>
                    <a:pt x="1538" y="344"/>
                  </a:cubicBezTo>
                  <a:cubicBezTo>
                    <a:pt x="1549" y="369"/>
                    <a:pt x="1549" y="369"/>
                    <a:pt x="1549" y="369"/>
                  </a:cubicBezTo>
                  <a:cubicBezTo>
                    <a:pt x="1538" y="344"/>
                    <a:pt x="1538" y="344"/>
                    <a:pt x="1538" y="344"/>
                  </a:cubicBezTo>
                  <a:cubicBezTo>
                    <a:pt x="1533" y="332"/>
                    <a:pt x="1533" y="332"/>
                    <a:pt x="1533" y="332"/>
                  </a:cubicBezTo>
                  <a:cubicBezTo>
                    <a:pt x="1542" y="343"/>
                    <a:pt x="1542" y="343"/>
                    <a:pt x="1542" y="343"/>
                  </a:cubicBezTo>
                  <a:cubicBezTo>
                    <a:pt x="1542" y="343"/>
                    <a:pt x="1541" y="343"/>
                    <a:pt x="1541" y="342"/>
                  </a:cubicBezTo>
                  <a:cubicBezTo>
                    <a:pt x="1535" y="331"/>
                    <a:pt x="1535" y="331"/>
                    <a:pt x="1535" y="331"/>
                  </a:cubicBezTo>
                  <a:cubicBezTo>
                    <a:pt x="1538" y="336"/>
                    <a:pt x="1542" y="340"/>
                    <a:pt x="1551" y="355"/>
                  </a:cubicBezTo>
                  <a:cubicBezTo>
                    <a:pt x="1551" y="356"/>
                    <a:pt x="1552" y="357"/>
                    <a:pt x="1553" y="357"/>
                  </a:cubicBezTo>
                  <a:cubicBezTo>
                    <a:pt x="1552" y="356"/>
                    <a:pt x="1551" y="355"/>
                    <a:pt x="1550" y="353"/>
                  </a:cubicBezTo>
                  <a:cubicBezTo>
                    <a:pt x="1544" y="343"/>
                    <a:pt x="1544" y="343"/>
                    <a:pt x="1544" y="343"/>
                  </a:cubicBezTo>
                  <a:cubicBezTo>
                    <a:pt x="1543" y="341"/>
                    <a:pt x="1543" y="341"/>
                    <a:pt x="1543" y="341"/>
                  </a:cubicBezTo>
                  <a:cubicBezTo>
                    <a:pt x="1526" y="312"/>
                    <a:pt x="1522" y="306"/>
                    <a:pt x="1504" y="280"/>
                  </a:cubicBezTo>
                  <a:cubicBezTo>
                    <a:pt x="1507" y="284"/>
                    <a:pt x="1507" y="284"/>
                    <a:pt x="1507" y="284"/>
                  </a:cubicBezTo>
                  <a:cubicBezTo>
                    <a:pt x="1523" y="308"/>
                    <a:pt x="1529" y="318"/>
                    <a:pt x="1537" y="332"/>
                  </a:cubicBezTo>
                  <a:cubicBezTo>
                    <a:pt x="1536" y="329"/>
                    <a:pt x="1534" y="326"/>
                    <a:pt x="1532" y="324"/>
                  </a:cubicBezTo>
                  <a:cubicBezTo>
                    <a:pt x="1515" y="295"/>
                    <a:pt x="1510" y="289"/>
                    <a:pt x="1478" y="245"/>
                  </a:cubicBezTo>
                  <a:cubicBezTo>
                    <a:pt x="1455" y="219"/>
                    <a:pt x="1424" y="185"/>
                    <a:pt x="1399" y="160"/>
                  </a:cubicBezTo>
                  <a:cubicBezTo>
                    <a:pt x="1401" y="161"/>
                    <a:pt x="1401" y="161"/>
                    <a:pt x="1401" y="161"/>
                  </a:cubicBezTo>
                  <a:cubicBezTo>
                    <a:pt x="1374" y="137"/>
                    <a:pt x="1326" y="92"/>
                    <a:pt x="1239" y="42"/>
                  </a:cubicBezTo>
                  <a:moveTo>
                    <a:pt x="1166" y="52"/>
                  </a:moveTo>
                  <a:cubicBezTo>
                    <a:pt x="1163" y="50"/>
                    <a:pt x="1160" y="49"/>
                    <a:pt x="1158" y="48"/>
                  </a:cubicBezTo>
                  <a:cubicBezTo>
                    <a:pt x="1157" y="48"/>
                    <a:pt x="1157" y="49"/>
                    <a:pt x="1156" y="50"/>
                  </a:cubicBezTo>
                  <a:cubicBezTo>
                    <a:pt x="1156" y="50"/>
                    <a:pt x="1156" y="50"/>
                    <a:pt x="1156" y="50"/>
                  </a:cubicBezTo>
                  <a:cubicBezTo>
                    <a:pt x="1166" y="52"/>
                    <a:pt x="1166" y="52"/>
                    <a:pt x="1166" y="52"/>
                  </a:cubicBezTo>
                  <a:moveTo>
                    <a:pt x="1074" y="123"/>
                  </a:moveTo>
                  <a:cubicBezTo>
                    <a:pt x="1080" y="117"/>
                    <a:pt x="1088" y="110"/>
                    <a:pt x="1094" y="104"/>
                  </a:cubicBezTo>
                  <a:cubicBezTo>
                    <a:pt x="1079" y="92"/>
                    <a:pt x="1079" y="92"/>
                    <a:pt x="1079" y="92"/>
                  </a:cubicBezTo>
                  <a:cubicBezTo>
                    <a:pt x="1075" y="99"/>
                    <a:pt x="1070" y="108"/>
                    <a:pt x="1065" y="114"/>
                  </a:cubicBezTo>
                  <a:cubicBezTo>
                    <a:pt x="1067" y="117"/>
                    <a:pt x="1071" y="120"/>
                    <a:pt x="1074" y="123"/>
                  </a:cubicBezTo>
                  <a:moveTo>
                    <a:pt x="460" y="29"/>
                  </a:moveTo>
                  <a:cubicBezTo>
                    <a:pt x="467" y="30"/>
                    <a:pt x="467" y="30"/>
                    <a:pt x="467" y="30"/>
                  </a:cubicBezTo>
                  <a:cubicBezTo>
                    <a:pt x="475" y="26"/>
                    <a:pt x="475" y="26"/>
                    <a:pt x="475" y="26"/>
                  </a:cubicBezTo>
                  <a:cubicBezTo>
                    <a:pt x="486" y="19"/>
                    <a:pt x="486" y="19"/>
                    <a:pt x="486" y="19"/>
                  </a:cubicBezTo>
                  <a:cubicBezTo>
                    <a:pt x="477" y="22"/>
                    <a:pt x="477" y="22"/>
                    <a:pt x="477" y="22"/>
                  </a:cubicBezTo>
                  <a:cubicBezTo>
                    <a:pt x="477" y="22"/>
                    <a:pt x="478" y="21"/>
                    <a:pt x="479" y="20"/>
                  </a:cubicBezTo>
                  <a:cubicBezTo>
                    <a:pt x="491" y="12"/>
                    <a:pt x="491" y="12"/>
                    <a:pt x="491" y="12"/>
                  </a:cubicBezTo>
                  <a:cubicBezTo>
                    <a:pt x="477" y="16"/>
                    <a:pt x="477" y="16"/>
                    <a:pt x="477" y="16"/>
                  </a:cubicBezTo>
                  <a:cubicBezTo>
                    <a:pt x="491" y="12"/>
                    <a:pt x="491" y="12"/>
                    <a:pt x="491" y="12"/>
                  </a:cubicBezTo>
                  <a:cubicBezTo>
                    <a:pt x="510" y="5"/>
                    <a:pt x="510" y="5"/>
                    <a:pt x="510" y="5"/>
                  </a:cubicBezTo>
                  <a:cubicBezTo>
                    <a:pt x="502" y="6"/>
                    <a:pt x="502" y="6"/>
                    <a:pt x="502" y="6"/>
                  </a:cubicBezTo>
                  <a:cubicBezTo>
                    <a:pt x="494" y="9"/>
                    <a:pt x="494" y="9"/>
                    <a:pt x="494" y="9"/>
                  </a:cubicBezTo>
                  <a:cubicBezTo>
                    <a:pt x="502" y="6"/>
                    <a:pt x="502" y="6"/>
                    <a:pt x="502" y="6"/>
                  </a:cubicBezTo>
                  <a:cubicBezTo>
                    <a:pt x="507" y="2"/>
                    <a:pt x="507" y="2"/>
                    <a:pt x="507" y="2"/>
                  </a:cubicBezTo>
                  <a:cubicBezTo>
                    <a:pt x="494" y="5"/>
                    <a:pt x="494" y="5"/>
                    <a:pt x="494" y="5"/>
                  </a:cubicBezTo>
                  <a:cubicBezTo>
                    <a:pt x="492" y="6"/>
                    <a:pt x="490" y="8"/>
                    <a:pt x="488" y="9"/>
                  </a:cubicBezTo>
                  <a:cubicBezTo>
                    <a:pt x="470" y="18"/>
                    <a:pt x="470" y="18"/>
                    <a:pt x="470" y="18"/>
                  </a:cubicBezTo>
                  <a:cubicBezTo>
                    <a:pt x="474" y="15"/>
                    <a:pt x="477" y="12"/>
                    <a:pt x="482" y="9"/>
                  </a:cubicBezTo>
                  <a:cubicBezTo>
                    <a:pt x="477" y="10"/>
                    <a:pt x="472" y="13"/>
                    <a:pt x="466" y="15"/>
                  </a:cubicBezTo>
                  <a:cubicBezTo>
                    <a:pt x="472" y="13"/>
                    <a:pt x="472" y="13"/>
                    <a:pt x="472" y="13"/>
                  </a:cubicBezTo>
                  <a:cubicBezTo>
                    <a:pt x="469" y="15"/>
                    <a:pt x="466" y="18"/>
                    <a:pt x="463" y="20"/>
                  </a:cubicBezTo>
                  <a:cubicBezTo>
                    <a:pt x="463" y="21"/>
                    <a:pt x="462" y="22"/>
                    <a:pt x="461" y="22"/>
                  </a:cubicBezTo>
                  <a:cubicBezTo>
                    <a:pt x="451" y="27"/>
                    <a:pt x="451" y="27"/>
                    <a:pt x="451" y="27"/>
                  </a:cubicBezTo>
                  <a:cubicBezTo>
                    <a:pt x="450" y="28"/>
                    <a:pt x="450" y="29"/>
                    <a:pt x="449" y="29"/>
                  </a:cubicBezTo>
                  <a:cubicBezTo>
                    <a:pt x="467" y="21"/>
                    <a:pt x="467" y="21"/>
                    <a:pt x="467" y="21"/>
                  </a:cubicBezTo>
                  <a:cubicBezTo>
                    <a:pt x="466" y="22"/>
                    <a:pt x="466" y="23"/>
                    <a:pt x="465" y="23"/>
                  </a:cubicBezTo>
                  <a:cubicBezTo>
                    <a:pt x="463" y="25"/>
                    <a:pt x="463" y="26"/>
                    <a:pt x="462" y="27"/>
                  </a:cubicBezTo>
                  <a:cubicBezTo>
                    <a:pt x="461" y="28"/>
                    <a:pt x="461" y="29"/>
                    <a:pt x="460" y="29"/>
                  </a:cubicBezTo>
                  <a:moveTo>
                    <a:pt x="508" y="10"/>
                  </a:moveTo>
                  <a:cubicBezTo>
                    <a:pt x="509" y="10"/>
                    <a:pt x="510" y="10"/>
                    <a:pt x="511" y="9"/>
                  </a:cubicBezTo>
                  <a:cubicBezTo>
                    <a:pt x="511" y="9"/>
                    <a:pt x="511" y="9"/>
                    <a:pt x="511" y="9"/>
                  </a:cubicBezTo>
                  <a:cubicBezTo>
                    <a:pt x="511" y="9"/>
                    <a:pt x="513" y="9"/>
                    <a:pt x="512" y="7"/>
                  </a:cubicBezTo>
                  <a:cubicBezTo>
                    <a:pt x="512" y="7"/>
                    <a:pt x="511" y="7"/>
                    <a:pt x="511" y="7"/>
                  </a:cubicBezTo>
                  <a:cubicBezTo>
                    <a:pt x="507" y="8"/>
                    <a:pt x="497" y="11"/>
                    <a:pt x="497" y="11"/>
                  </a:cubicBezTo>
                  <a:cubicBezTo>
                    <a:pt x="497" y="12"/>
                    <a:pt x="496" y="13"/>
                    <a:pt x="496" y="13"/>
                  </a:cubicBezTo>
                  <a:cubicBezTo>
                    <a:pt x="496" y="14"/>
                    <a:pt x="495" y="14"/>
                    <a:pt x="494" y="15"/>
                  </a:cubicBezTo>
                  <a:cubicBezTo>
                    <a:pt x="495" y="15"/>
                    <a:pt x="495" y="15"/>
                    <a:pt x="498" y="14"/>
                  </a:cubicBezTo>
                  <a:cubicBezTo>
                    <a:pt x="499" y="13"/>
                    <a:pt x="504" y="12"/>
                    <a:pt x="508" y="10"/>
                  </a:cubicBezTo>
                  <a:moveTo>
                    <a:pt x="489" y="37"/>
                  </a:moveTo>
                  <a:cubicBezTo>
                    <a:pt x="489" y="37"/>
                    <a:pt x="489" y="37"/>
                    <a:pt x="489" y="37"/>
                  </a:cubicBezTo>
                  <a:cubicBezTo>
                    <a:pt x="489" y="37"/>
                    <a:pt x="489" y="36"/>
                    <a:pt x="489" y="35"/>
                  </a:cubicBezTo>
                  <a:cubicBezTo>
                    <a:pt x="495" y="32"/>
                    <a:pt x="501" y="30"/>
                    <a:pt x="506" y="27"/>
                  </a:cubicBezTo>
                  <a:cubicBezTo>
                    <a:pt x="498" y="28"/>
                    <a:pt x="498" y="28"/>
                    <a:pt x="498" y="28"/>
                  </a:cubicBezTo>
                  <a:cubicBezTo>
                    <a:pt x="480" y="40"/>
                    <a:pt x="480" y="40"/>
                    <a:pt x="480" y="40"/>
                  </a:cubicBezTo>
                  <a:cubicBezTo>
                    <a:pt x="455" y="49"/>
                    <a:pt x="455" y="49"/>
                    <a:pt x="455" y="49"/>
                  </a:cubicBezTo>
                  <a:cubicBezTo>
                    <a:pt x="455" y="50"/>
                    <a:pt x="455" y="50"/>
                    <a:pt x="455" y="51"/>
                  </a:cubicBezTo>
                  <a:cubicBezTo>
                    <a:pt x="455" y="52"/>
                    <a:pt x="455" y="52"/>
                    <a:pt x="455" y="53"/>
                  </a:cubicBezTo>
                  <a:cubicBezTo>
                    <a:pt x="462" y="49"/>
                    <a:pt x="463" y="48"/>
                    <a:pt x="464" y="47"/>
                  </a:cubicBezTo>
                  <a:cubicBezTo>
                    <a:pt x="464" y="47"/>
                    <a:pt x="464" y="47"/>
                    <a:pt x="464" y="48"/>
                  </a:cubicBezTo>
                  <a:cubicBezTo>
                    <a:pt x="475" y="43"/>
                    <a:pt x="475" y="43"/>
                    <a:pt x="489" y="37"/>
                  </a:cubicBezTo>
                  <a:moveTo>
                    <a:pt x="498" y="22"/>
                  </a:moveTo>
                  <a:cubicBezTo>
                    <a:pt x="498" y="23"/>
                    <a:pt x="498" y="25"/>
                    <a:pt x="498" y="25"/>
                  </a:cubicBezTo>
                  <a:cubicBezTo>
                    <a:pt x="505" y="23"/>
                    <a:pt x="505" y="23"/>
                    <a:pt x="505" y="23"/>
                  </a:cubicBezTo>
                  <a:cubicBezTo>
                    <a:pt x="516" y="14"/>
                    <a:pt x="516" y="14"/>
                    <a:pt x="516" y="14"/>
                  </a:cubicBezTo>
                  <a:cubicBezTo>
                    <a:pt x="498" y="22"/>
                    <a:pt x="498" y="22"/>
                    <a:pt x="498" y="22"/>
                  </a:cubicBezTo>
                  <a:moveTo>
                    <a:pt x="1153" y="54"/>
                  </a:moveTo>
                  <a:cubicBezTo>
                    <a:pt x="1154" y="53"/>
                    <a:pt x="1155" y="52"/>
                    <a:pt x="1156" y="50"/>
                  </a:cubicBezTo>
                  <a:cubicBezTo>
                    <a:pt x="1129" y="39"/>
                    <a:pt x="1129" y="39"/>
                    <a:pt x="1129" y="39"/>
                  </a:cubicBezTo>
                  <a:cubicBezTo>
                    <a:pt x="1128" y="41"/>
                    <a:pt x="1127" y="41"/>
                    <a:pt x="1126" y="42"/>
                  </a:cubicBezTo>
                  <a:cubicBezTo>
                    <a:pt x="1126" y="43"/>
                    <a:pt x="1126" y="43"/>
                    <a:pt x="1143" y="52"/>
                  </a:cubicBezTo>
                  <a:cubicBezTo>
                    <a:pt x="1143" y="52"/>
                    <a:pt x="1144" y="51"/>
                    <a:pt x="1145" y="50"/>
                  </a:cubicBezTo>
                  <a:cubicBezTo>
                    <a:pt x="1146" y="49"/>
                    <a:pt x="1146" y="48"/>
                    <a:pt x="1146" y="47"/>
                  </a:cubicBezTo>
                  <a:cubicBezTo>
                    <a:pt x="1146" y="48"/>
                    <a:pt x="1146" y="49"/>
                    <a:pt x="1145" y="50"/>
                  </a:cubicBezTo>
                  <a:cubicBezTo>
                    <a:pt x="1147" y="51"/>
                    <a:pt x="1150" y="53"/>
                    <a:pt x="1153" y="54"/>
                  </a:cubicBezTo>
                  <a:moveTo>
                    <a:pt x="1129" y="52"/>
                  </a:moveTo>
                  <a:cubicBezTo>
                    <a:pt x="1127" y="51"/>
                    <a:pt x="1124" y="50"/>
                    <a:pt x="1121" y="48"/>
                  </a:cubicBezTo>
                  <a:cubicBezTo>
                    <a:pt x="1121" y="49"/>
                    <a:pt x="1120" y="49"/>
                    <a:pt x="1120" y="50"/>
                  </a:cubicBezTo>
                  <a:cubicBezTo>
                    <a:pt x="1109" y="47"/>
                    <a:pt x="1109" y="47"/>
                    <a:pt x="1109" y="47"/>
                  </a:cubicBezTo>
                  <a:cubicBezTo>
                    <a:pt x="1115" y="50"/>
                    <a:pt x="1120" y="53"/>
                    <a:pt x="1125" y="56"/>
                  </a:cubicBezTo>
                  <a:cubicBezTo>
                    <a:pt x="1127" y="55"/>
                    <a:pt x="1128" y="54"/>
                    <a:pt x="1129" y="52"/>
                  </a:cubicBezTo>
                  <a:moveTo>
                    <a:pt x="1133" y="49"/>
                  </a:moveTo>
                  <a:cubicBezTo>
                    <a:pt x="1128" y="46"/>
                    <a:pt x="1122" y="44"/>
                    <a:pt x="1116" y="41"/>
                  </a:cubicBezTo>
                  <a:cubicBezTo>
                    <a:pt x="1116" y="42"/>
                    <a:pt x="1115" y="43"/>
                    <a:pt x="1114" y="44"/>
                  </a:cubicBezTo>
                  <a:cubicBezTo>
                    <a:pt x="1121" y="48"/>
                    <a:pt x="1121" y="48"/>
                    <a:pt x="1121" y="48"/>
                  </a:cubicBezTo>
                  <a:cubicBezTo>
                    <a:pt x="1124" y="50"/>
                    <a:pt x="1127" y="51"/>
                    <a:pt x="1129" y="52"/>
                  </a:cubicBezTo>
                  <a:cubicBezTo>
                    <a:pt x="1131" y="51"/>
                    <a:pt x="1132" y="50"/>
                    <a:pt x="1133" y="49"/>
                  </a:cubicBezTo>
                  <a:moveTo>
                    <a:pt x="1121" y="48"/>
                  </a:moveTo>
                  <a:cubicBezTo>
                    <a:pt x="1114" y="44"/>
                    <a:pt x="1114" y="44"/>
                    <a:pt x="1114" y="44"/>
                  </a:cubicBezTo>
                  <a:cubicBezTo>
                    <a:pt x="1105" y="40"/>
                    <a:pt x="1105" y="40"/>
                    <a:pt x="1105" y="40"/>
                  </a:cubicBezTo>
                  <a:cubicBezTo>
                    <a:pt x="1103" y="42"/>
                    <a:pt x="1102" y="43"/>
                    <a:pt x="1100" y="44"/>
                  </a:cubicBezTo>
                  <a:cubicBezTo>
                    <a:pt x="1103" y="46"/>
                    <a:pt x="1105" y="47"/>
                    <a:pt x="1108" y="48"/>
                  </a:cubicBezTo>
                  <a:cubicBezTo>
                    <a:pt x="1108" y="48"/>
                    <a:pt x="1109" y="47"/>
                    <a:pt x="1109" y="47"/>
                  </a:cubicBezTo>
                  <a:cubicBezTo>
                    <a:pt x="1120" y="50"/>
                    <a:pt x="1120" y="50"/>
                    <a:pt x="1120" y="50"/>
                  </a:cubicBezTo>
                  <a:cubicBezTo>
                    <a:pt x="1120" y="49"/>
                    <a:pt x="1121" y="49"/>
                    <a:pt x="1121" y="48"/>
                  </a:cubicBezTo>
                  <a:moveTo>
                    <a:pt x="518" y="34"/>
                  </a:moveTo>
                  <a:cubicBezTo>
                    <a:pt x="521" y="33"/>
                    <a:pt x="524" y="32"/>
                    <a:pt x="527" y="30"/>
                  </a:cubicBezTo>
                  <a:cubicBezTo>
                    <a:pt x="534" y="22"/>
                    <a:pt x="534" y="22"/>
                    <a:pt x="534" y="22"/>
                  </a:cubicBezTo>
                  <a:cubicBezTo>
                    <a:pt x="533" y="21"/>
                    <a:pt x="533" y="20"/>
                    <a:pt x="533" y="19"/>
                  </a:cubicBezTo>
                  <a:cubicBezTo>
                    <a:pt x="533" y="20"/>
                    <a:pt x="533" y="21"/>
                    <a:pt x="534" y="22"/>
                  </a:cubicBezTo>
                  <a:cubicBezTo>
                    <a:pt x="537" y="21"/>
                    <a:pt x="540" y="20"/>
                    <a:pt x="543" y="19"/>
                  </a:cubicBezTo>
                  <a:cubicBezTo>
                    <a:pt x="542" y="18"/>
                    <a:pt x="542" y="17"/>
                    <a:pt x="542" y="16"/>
                  </a:cubicBezTo>
                  <a:cubicBezTo>
                    <a:pt x="533" y="17"/>
                    <a:pt x="533" y="17"/>
                    <a:pt x="533" y="17"/>
                  </a:cubicBezTo>
                  <a:cubicBezTo>
                    <a:pt x="527" y="20"/>
                    <a:pt x="521" y="22"/>
                    <a:pt x="515" y="24"/>
                  </a:cubicBezTo>
                  <a:cubicBezTo>
                    <a:pt x="514" y="25"/>
                    <a:pt x="513" y="26"/>
                    <a:pt x="506" y="31"/>
                  </a:cubicBezTo>
                  <a:cubicBezTo>
                    <a:pt x="501" y="34"/>
                    <a:pt x="500" y="36"/>
                    <a:pt x="500" y="37"/>
                  </a:cubicBezTo>
                  <a:cubicBezTo>
                    <a:pt x="500" y="37"/>
                    <a:pt x="501" y="37"/>
                    <a:pt x="508" y="34"/>
                  </a:cubicBezTo>
                  <a:cubicBezTo>
                    <a:pt x="508" y="35"/>
                    <a:pt x="508" y="35"/>
                    <a:pt x="508" y="35"/>
                  </a:cubicBezTo>
                  <a:cubicBezTo>
                    <a:pt x="518" y="34"/>
                    <a:pt x="518" y="34"/>
                    <a:pt x="518" y="34"/>
                  </a:cubicBezTo>
                  <a:moveTo>
                    <a:pt x="1034" y="79"/>
                  </a:moveTo>
                  <a:cubicBezTo>
                    <a:pt x="1030" y="76"/>
                    <a:pt x="1026" y="73"/>
                    <a:pt x="1022" y="70"/>
                  </a:cubicBezTo>
                  <a:cubicBezTo>
                    <a:pt x="1021" y="70"/>
                    <a:pt x="1019" y="70"/>
                    <a:pt x="1018" y="70"/>
                  </a:cubicBezTo>
                  <a:cubicBezTo>
                    <a:pt x="1022" y="74"/>
                    <a:pt x="1026" y="77"/>
                    <a:pt x="1030" y="81"/>
                  </a:cubicBezTo>
                  <a:cubicBezTo>
                    <a:pt x="1032" y="80"/>
                    <a:pt x="1033" y="80"/>
                    <a:pt x="1034" y="79"/>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26" y="82"/>
                  </a:moveTo>
                  <a:cubicBezTo>
                    <a:pt x="526" y="82"/>
                    <a:pt x="526" y="82"/>
                    <a:pt x="526" y="82"/>
                  </a:cubicBezTo>
                  <a:cubicBezTo>
                    <a:pt x="526" y="82"/>
                    <a:pt x="526" y="82"/>
                    <a:pt x="526" y="82"/>
                  </a:cubicBezTo>
                  <a:moveTo>
                    <a:pt x="501" y="42"/>
                  </a:moveTo>
                  <a:cubicBezTo>
                    <a:pt x="504" y="40"/>
                    <a:pt x="507" y="39"/>
                    <a:pt x="510" y="38"/>
                  </a:cubicBezTo>
                  <a:cubicBezTo>
                    <a:pt x="507" y="39"/>
                    <a:pt x="504" y="40"/>
                    <a:pt x="501" y="42"/>
                  </a:cubicBezTo>
                  <a:moveTo>
                    <a:pt x="550" y="61"/>
                  </a:moveTo>
                  <a:cubicBezTo>
                    <a:pt x="552" y="60"/>
                    <a:pt x="555" y="58"/>
                    <a:pt x="558" y="57"/>
                  </a:cubicBezTo>
                  <a:cubicBezTo>
                    <a:pt x="555" y="58"/>
                    <a:pt x="552" y="60"/>
                    <a:pt x="550" y="61"/>
                  </a:cubicBezTo>
                  <a:moveTo>
                    <a:pt x="582" y="53"/>
                  </a:moveTo>
                  <a:cubicBezTo>
                    <a:pt x="586" y="53"/>
                    <a:pt x="586" y="53"/>
                    <a:pt x="586" y="53"/>
                  </a:cubicBezTo>
                  <a:cubicBezTo>
                    <a:pt x="582" y="53"/>
                    <a:pt x="582" y="53"/>
                    <a:pt x="582" y="53"/>
                  </a:cubicBezTo>
                  <a:moveTo>
                    <a:pt x="529" y="89"/>
                  </a:moveTo>
                  <a:cubicBezTo>
                    <a:pt x="548" y="76"/>
                    <a:pt x="567" y="64"/>
                    <a:pt x="586" y="53"/>
                  </a:cubicBezTo>
                  <a:cubicBezTo>
                    <a:pt x="582" y="53"/>
                    <a:pt x="582" y="53"/>
                    <a:pt x="582" y="53"/>
                  </a:cubicBezTo>
                  <a:cubicBezTo>
                    <a:pt x="579" y="49"/>
                    <a:pt x="579" y="49"/>
                    <a:pt x="579" y="49"/>
                  </a:cubicBezTo>
                  <a:cubicBezTo>
                    <a:pt x="596" y="43"/>
                    <a:pt x="596" y="43"/>
                    <a:pt x="596" y="43"/>
                  </a:cubicBezTo>
                  <a:cubicBezTo>
                    <a:pt x="595" y="43"/>
                    <a:pt x="593" y="42"/>
                    <a:pt x="592" y="42"/>
                  </a:cubicBezTo>
                  <a:cubicBezTo>
                    <a:pt x="575" y="35"/>
                    <a:pt x="564" y="30"/>
                    <a:pt x="554" y="20"/>
                  </a:cubicBezTo>
                  <a:cubicBezTo>
                    <a:pt x="553" y="20"/>
                    <a:pt x="553" y="19"/>
                    <a:pt x="553" y="18"/>
                  </a:cubicBezTo>
                  <a:cubicBezTo>
                    <a:pt x="538" y="30"/>
                    <a:pt x="538" y="30"/>
                    <a:pt x="538" y="30"/>
                  </a:cubicBezTo>
                  <a:cubicBezTo>
                    <a:pt x="548" y="29"/>
                    <a:pt x="548" y="29"/>
                    <a:pt x="548" y="29"/>
                  </a:cubicBezTo>
                  <a:cubicBezTo>
                    <a:pt x="549" y="31"/>
                    <a:pt x="551" y="35"/>
                    <a:pt x="552" y="37"/>
                  </a:cubicBezTo>
                  <a:cubicBezTo>
                    <a:pt x="551" y="35"/>
                    <a:pt x="549" y="31"/>
                    <a:pt x="548" y="29"/>
                  </a:cubicBezTo>
                  <a:cubicBezTo>
                    <a:pt x="538" y="30"/>
                    <a:pt x="538" y="30"/>
                    <a:pt x="538" y="30"/>
                  </a:cubicBezTo>
                  <a:cubicBezTo>
                    <a:pt x="553" y="18"/>
                    <a:pt x="553" y="18"/>
                    <a:pt x="553" y="18"/>
                  </a:cubicBezTo>
                  <a:cubicBezTo>
                    <a:pt x="545" y="21"/>
                    <a:pt x="545" y="21"/>
                    <a:pt x="545" y="21"/>
                  </a:cubicBezTo>
                  <a:cubicBezTo>
                    <a:pt x="535" y="29"/>
                    <a:pt x="535" y="29"/>
                    <a:pt x="535" y="29"/>
                  </a:cubicBezTo>
                  <a:cubicBezTo>
                    <a:pt x="527" y="30"/>
                    <a:pt x="527" y="30"/>
                    <a:pt x="527" y="30"/>
                  </a:cubicBezTo>
                  <a:cubicBezTo>
                    <a:pt x="524" y="32"/>
                    <a:pt x="521" y="33"/>
                    <a:pt x="518" y="34"/>
                  </a:cubicBezTo>
                  <a:cubicBezTo>
                    <a:pt x="510" y="39"/>
                    <a:pt x="510" y="39"/>
                    <a:pt x="510" y="39"/>
                  </a:cubicBezTo>
                  <a:cubicBezTo>
                    <a:pt x="505" y="42"/>
                    <a:pt x="499" y="45"/>
                    <a:pt x="493" y="47"/>
                  </a:cubicBezTo>
                  <a:cubicBezTo>
                    <a:pt x="496" y="50"/>
                    <a:pt x="496" y="50"/>
                    <a:pt x="496" y="50"/>
                  </a:cubicBezTo>
                  <a:cubicBezTo>
                    <a:pt x="493" y="47"/>
                    <a:pt x="493" y="47"/>
                    <a:pt x="493" y="47"/>
                  </a:cubicBezTo>
                  <a:cubicBezTo>
                    <a:pt x="499" y="45"/>
                    <a:pt x="505" y="42"/>
                    <a:pt x="510" y="39"/>
                  </a:cubicBezTo>
                  <a:cubicBezTo>
                    <a:pt x="518" y="34"/>
                    <a:pt x="518" y="34"/>
                    <a:pt x="518" y="34"/>
                  </a:cubicBezTo>
                  <a:cubicBezTo>
                    <a:pt x="508" y="35"/>
                    <a:pt x="508" y="35"/>
                    <a:pt x="508" y="35"/>
                  </a:cubicBezTo>
                  <a:cubicBezTo>
                    <a:pt x="498" y="40"/>
                    <a:pt x="498" y="40"/>
                    <a:pt x="498" y="40"/>
                  </a:cubicBezTo>
                  <a:cubicBezTo>
                    <a:pt x="510" y="38"/>
                    <a:pt x="510" y="38"/>
                    <a:pt x="510" y="38"/>
                  </a:cubicBezTo>
                  <a:cubicBezTo>
                    <a:pt x="507" y="39"/>
                    <a:pt x="504" y="40"/>
                    <a:pt x="501" y="42"/>
                  </a:cubicBezTo>
                  <a:cubicBezTo>
                    <a:pt x="485" y="46"/>
                    <a:pt x="485" y="46"/>
                    <a:pt x="485" y="46"/>
                  </a:cubicBezTo>
                  <a:cubicBezTo>
                    <a:pt x="484" y="50"/>
                    <a:pt x="484" y="50"/>
                    <a:pt x="484" y="50"/>
                  </a:cubicBezTo>
                  <a:cubicBezTo>
                    <a:pt x="486" y="53"/>
                    <a:pt x="489" y="57"/>
                    <a:pt x="492" y="61"/>
                  </a:cubicBezTo>
                  <a:cubicBezTo>
                    <a:pt x="510" y="53"/>
                    <a:pt x="510" y="53"/>
                    <a:pt x="510" y="53"/>
                  </a:cubicBezTo>
                  <a:cubicBezTo>
                    <a:pt x="510" y="54"/>
                    <a:pt x="510" y="54"/>
                    <a:pt x="511" y="54"/>
                  </a:cubicBezTo>
                  <a:cubicBezTo>
                    <a:pt x="540" y="39"/>
                    <a:pt x="540" y="39"/>
                    <a:pt x="540" y="39"/>
                  </a:cubicBezTo>
                  <a:cubicBezTo>
                    <a:pt x="506" y="49"/>
                    <a:pt x="506" y="49"/>
                    <a:pt x="506" y="49"/>
                  </a:cubicBezTo>
                  <a:cubicBezTo>
                    <a:pt x="540" y="39"/>
                    <a:pt x="540" y="39"/>
                    <a:pt x="540" y="39"/>
                  </a:cubicBezTo>
                  <a:cubicBezTo>
                    <a:pt x="511" y="54"/>
                    <a:pt x="511" y="54"/>
                    <a:pt x="511" y="54"/>
                  </a:cubicBezTo>
                  <a:cubicBezTo>
                    <a:pt x="512" y="55"/>
                    <a:pt x="513" y="56"/>
                    <a:pt x="513" y="56"/>
                  </a:cubicBezTo>
                  <a:cubicBezTo>
                    <a:pt x="529" y="47"/>
                    <a:pt x="529" y="47"/>
                    <a:pt x="529" y="47"/>
                  </a:cubicBezTo>
                  <a:cubicBezTo>
                    <a:pt x="532" y="50"/>
                    <a:pt x="532" y="50"/>
                    <a:pt x="532" y="50"/>
                  </a:cubicBezTo>
                  <a:cubicBezTo>
                    <a:pt x="535" y="48"/>
                    <a:pt x="538" y="47"/>
                    <a:pt x="541" y="46"/>
                  </a:cubicBezTo>
                  <a:cubicBezTo>
                    <a:pt x="539" y="45"/>
                    <a:pt x="537" y="43"/>
                    <a:pt x="536" y="42"/>
                  </a:cubicBezTo>
                  <a:cubicBezTo>
                    <a:pt x="537" y="43"/>
                    <a:pt x="539" y="45"/>
                    <a:pt x="541" y="46"/>
                  </a:cubicBezTo>
                  <a:cubicBezTo>
                    <a:pt x="549" y="46"/>
                    <a:pt x="561" y="46"/>
                    <a:pt x="569" y="46"/>
                  </a:cubicBezTo>
                  <a:cubicBezTo>
                    <a:pt x="570" y="46"/>
                    <a:pt x="570" y="46"/>
                    <a:pt x="571" y="47"/>
                  </a:cubicBezTo>
                  <a:cubicBezTo>
                    <a:pt x="571" y="47"/>
                    <a:pt x="571" y="47"/>
                    <a:pt x="572" y="47"/>
                  </a:cubicBezTo>
                  <a:cubicBezTo>
                    <a:pt x="566" y="53"/>
                    <a:pt x="566" y="53"/>
                    <a:pt x="566" y="53"/>
                  </a:cubicBezTo>
                  <a:cubicBezTo>
                    <a:pt x="565" y="52"/>
                    <a:pt x="564" y="51"/>
                    <a:pt x="563" y="51"/>
                  </a:cubicBezTo>
                  <a:cubicBezTo>
                    <a:pt x="560" y="53"/>
                    <a:pt x="557" y="54"/>
                    <a:pt x="555" y="56"/>
                  </a:cubicBezTo>
                  <a:cubicBezTo>
                    <a:pt x="556" y="56"/>
                    <a:pt x="556" y="56"/>
                    <a:pt x="558" y="57"/>
                  </a:cubicBezTo>
                  <a:cubicBezTo>
                    <a:pt x="560" y="56"/>
                    <a:pt x="563" y="54"/>
                    <a:pt x="566" y="53"/>
                  </a:cubicBezTo>
                  <a:cubicBezTo>
                    <a:pt x="563" y="54"/>
                    <a:pt x="560" y="56"/>
                    <a:pt x="558" y="57"/>
                  </a:cubicBezTo>
                  <a:cubicBezTo>
                    <a:pt x="555" y="58"/>
                    <a:pt x="552" y="60"/>
                    <a:pt x="550" y="61"/>
                  </a:cubicBezTo>
                  <a:cubicBezTo>
                    <a:pt x="549" y="61"/>
                    <a:pt x="548" y="60"/>
                    <a:pt x="547" y="59"/>
                  </a:cubicBezTo>
                  <a:cubicBezTo>
                    <a:pt x="545" y="59"/>
                    <a:pt x="544" y="58"/>
                    <a:pt x="543" y="57"/>
                  </a:cubicBezTo>
                  <a:cubicBezTo>
                    <a:pt x="540" y="59"/>
                    <a:pt x="537" y="60"/>
                    <a:pt x="535" y="62"/>
                  </a:cubicBezTo>
                  <a:cubicBezTo>
                    <a:pt x="533" y="60"/>
                    <a:pt x="531" y="59"/>
                    <a:pt x="530" y="58"/>
                  </a:cubicBezTo>
                  <a:cubicBezTo>
                    <a:pt x="529" y="58"/>
                    <a:pt x="529" y="58"/>
                    <a:pt x="528" y="57"/>
                  </a:cubicBezTo>
                  <a:cubicBezTo>
                    <a:pt x="526" y="59"/>
                    <a:pt x="523" y="60"/>
                    <a:pt x="520" y="62"/>
                  </a:cubicBezTo>
                  <a:cubicBezTo>
                    <a:pt x="522" y="63"/>
                    <a:pt x="523" y="64"/>
                    <a:pt x="524" y="64"/>
                  </a:cubicBezTo>
                  <a:cubicBezTo>
                    <a:pt x="526" y="66"/>
                    <a:pt x="529" y="67"/>
                    <a:pt x="531" y="68"/>
                  </a:cubicBezTo>
                  <a:cubicBezTo>
                    <a:pt x="532" y="69"/>
                    <a:pt x="532" y="69"/>
                    <a:pt x="533" y="69"/>
                  </a:cubicBezTo>
                  <a:cubicBezTo>
                    <a:pt x="528" y="73"/>
                    <a:pt x="522" y="76"/>
                    <a:pt x="517" y="79"/>
                  </a:cubicBezTo>
                  <a:cubicBezTo>
                    <a:pt x="519" y="79"/>
                    <a:pt x="519" y="79"/>
                    <a:pt x="525" y="82"/>
                  </a:cubicBezTo>
                  <a:cubicBezTo>
                    <a:pt x="519" y="79"/>
                    <a:pt x="519" y="79"/>
                    <a:pt x="517" y="79"/>
                  </a:cubicBezTo>
                  <a:cubicBezTo>
                    <a:pt x="522" y="76"/>
                    <a:pt x="528" y="73"/>
                    <a:pt x="533" y="69"/>
                  </a:cubicBezTo>
                  <a:cubicBezTo>
                    <a:pt x="532" y="69"/>
                    <a:pt x="532" y="69"/>
                    <a:pt x="531" y="68"/>
                  </a:cubicBezTo>
                  <a:cubicBezTo>
                    <a:pt x="529" y="67"/>
                    <a:pt x="526" y="66"/>
                    <a:pt x="524" y="64"/>
                  </a:cubicBezTo>
                  <a:cubicBezTo>
                    <a:pt x="496" y="82"/>
                    <a:pt x="502" y="85"/>
                    <a:pt x="525" y="91"/>
                  </a:cubicBezTo>
                  <a:cubicBezTo>
                    <a:pt x="526" y="91"/>
                    <a:pt x="528" y="89"/>
                    <a:pt x="529" y="89"/>
                  </a:cubicBezTo>
                  <a:cubicBezTo>
                    <a:pt x="530" y="86"/>
                    <a:pt x="529" y="84"/>
                    <a:pt x="527" y="82"/>
                  </a:cubicBezTo>
                  <a:cubicBezTo>
                    <a:pt x="529" y="84"/>
                    <a:pt x="530" y="86"/>
                    <a:pt x="529" y="89"/>
                  </a:cubicBezTo>
                </a:path>
              </a:pathLst>
            </a:custGeom>
            <a:solidFill>
              <a:srgbClr val="2462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3" name="图片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5000" contrast="-40000"/>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876256" y="-20538"/>
            <a:ext cx="2110673" cy="5833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128" name="椭圆 127"/>
          <p:cNvSpPr/>
          <p:nvPr/>
        </p:nvSpPr>
        <p:spPr>
          <a:xfrm>
            <a:off x="540658" y="1161176"/>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493217" y="900015"/>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cxnSp>
        <p:nvCxnSpPr>
          <p:cNvPr id="133" name="直接连接符 132"/>
          <p:cNvCxnSpPr>
            <a:cxnSpLocks/>
          </p:cNvCxnSpPr>
          <p:nvPr/>
        </p:nvCxnSpPr>
        <p:spPr>
          <a:xfrm flipV="1">
            <a:off x="723509" y="1239520"/>
            <a:ext cx="1447318" cy="1"/>
          </a:xfrm>
          <a:prstGeom prst="line">
            <a:avLst/>
          </a:prstGeom>
          <a:ln w="15875">
            <a:solidFill>
              <a:srgbClr val="056CC9"/>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flipV="1">
            <a:off x="723509" y="4390390"/>
            <a:ext cx="6904421"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四、预期结果与进度安排</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sp>
        <p:nvSpPr>
          <p:cNvPr id="29" name="TextBox 55">
            <a:extLst>
              <a:ext uri="{FF2B5EF4-FFF2-40B4-BE49-F238E27FC236}">
                <a16:creationId xmlns:a16="http://schemas.microsoft.com/office/drawing/2014/main" id="{81B22F8A-D218-4994-8C85-F23D6D7D2F90}"/>
              </a:ext>
            </a:extLst>
          </p:cNvPr>
          <p:cNvSpPr txBox="1"/>
          <p:nvPr/>
        </p:nvSpPr>
        <p:spPr>
          <a:xfrm>
            <a:off x="676070" y="869553"/>
            <a:ext cx="1374008" cy="369332"/>
          </a:xfrm>
          <a:prstGeom prst="rect">
            <a:avLst/>
          </a:prstGeom>
          <a:noFill/>
        </p:spPr>
        <p:txBody>
          <a:bodyPr wrap="square" rtlCol="0">
            <a:spAutoFit/>
          </a:bodyPr>
          <a:lstStyle/>
          <a:p>
            <a:pPr defTabSz="1219200"/>
            <a:r>
              <a:rPr lang="en-US" altLang="zh-CN" b="1" dirty="0">
                <a:solidFill>
                  <a:srgbClr val="056CC9"/>
                </a:solidFill>
                <a:cs typeface="+mn-ea"/>
                <a:sym typeface="+mn-lt"/>
              </a:rPr>
              <a:t>1.</a:t>
            </a:r>
            <a:r>
              <a:rPr lang="zh-CN" altLang="en-US" b="1" dirty="0">
                <a:solidFill>
                  <a:srgbClr val="056CC9"/>
                </a:solidFill>
                <a:cs typeface="+mn-ea"/>
                <a:sym typeface="+mn-lt"/>
              </a:rPr>
              <a:t>预期结果</a:t>
            </a:r>
          </a:p>
        </p:txBody>
      </p:sp>
      <p:sp>
        <p:nvSpPr>
          <p:cNvPr id="24" name="矩形: 圆角 23">
            <a:extLst>
              <a:ext uri="{FF2B5EF4-FFF2-40B4-BE49-F238E27FC236}">
                <a16:creationId xmlns:a16="http://schemas.microsoft.com/office/drawing/2014/main" id="{2AE5E9EE-834E-4CAC-8D29-FF31111D2C82}"/>
              </a:ext>
            </a:extLst>
          </p:cNvPr>
          <p:cNvSpPr/>
          <p:nvPr/>
        </p:nvSpPr>
        <p:spPr>
          <a:xfrm>
            <a:off x="723509" y="1552755"/>
            <a:ext cx="7645694" cy="194768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1.</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 一个针对工业抓取场景的自建目标</a:t>
            </a:r>
            <a:r>
              <a:rPr lang="zh-CN" altLang="en-US"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图像数据集</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及训练好的高性能</a:t>
            </a:r>
            <a:r>
              <a:rPr lang="en-US" altLang="zh-CN"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YOLOv8-seg</a:t>
            </a:r>
            <a:r>
              <a:rPr lang="zh-CN" altLang="en-US"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模型</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a:t>
            </a:r>
            <a:endPar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a:p>
            <a:pPr algn="just"/>
            <a:endPar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a:p>
            <a:pPr algn="just"/>
            <a:r>
              <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2.</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 一套融合了深度学习分割与几何视觉测量的</a:t>
            </a:r>
            <a:r>
              <a:rPr lang="zh-CN" altLang="en-US"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核心算法软件</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模块。。</a:t>
            </a:r>
            <a:endPar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a:p>
            <a:pPr algn="just"/>
            <a:endPar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a:p>
            <a:pPr algn="just"/>
            <a:r>
              <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3.</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 一套稳定可靠且能够准确识别和定位装配零件的</a:t>
            </a:r>
            <a:r>
              <a:rPr lang="zh-CN" altLang="en-US" sz="1400" b="1" kern="100" dirty="0">
                <a:solidFill>
                  <a:srgbClr val="FF0000"/>
                </a:solidFill>
                <a:latin typeface="微软雅黑" panose="020B0503020204020204" charset="-122"/>
                <a:ea typeface="微软雅黑" panose="020B0503020204020204" charset="-122"/>
                <a:cs typeface="宋体" panose="02010600030101010101" pitchFamily="2" charset="-122"/>
                <a:sym typeface="+mn-ea"/>
              </a:rPr>
              <a:t>机器视觉系统</a:t>
            </a:r>
            <a:r>
              <a:rPr lang="zh-CN" altLang="en-US"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rPr>
              <a:t>。</a:t>
            </a:r>
            <a:endParaRPr lang="en-US" altLang="zh-CN" sz="1400" b="1" kern="100" dirty="0">
              <a:solidFill>
                <a:schemeClr val="accent1"/>
              </a:solidFill>
              <a:latin typeface="微软雅黑" panose="020B0503020204020204" charset="-122"/>
              <a:ea typeface="微软雅黑" panose="020B0503020204020204" charset="-122"/>
              <a:cs typeface="宋体" panose="02010600030101010101" pitchFamily="2" charset="-122"/>
              <a:sym typeface="+mn-ea"/>
            </a:endParaRPr>
          </a:p>
        </p:txBody>
      </p:sp>
      <p:sp>
        <p:nvSpPr>
          <p:cNvPr id="3" name="Rectangle 2">
            <a:extLst>
              <a:ext uri="{FF2B5EF4-FFF2-40B4-BE49-F238E27FC236}">
                <a16:creationId xmlns:a16="http://schemas.microsoft.com/office/drawing/2014/main" id="{30E68F71-BC19-48DB-805A-1F2A621EA797}"/>
              </a:ext>
            </a:extLst>
          </p:cNvPr>
          <p:cNvSpPr>
            <a:spLocks noChangeArrowheads="1"/>
          </p:cNvSpPr>
          <p:nvPr/>
        </p:nvSpPr>
        <p:spPr bwMode="auto">
          <a:xfrm>
            <a:off x="3726973" y="900015"/>
            <a:ext cx="7258186" cy="5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957160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19E9F5C-EA81-4226-A090-74378DC96B01}"/>
              </a:ext>
            </a:extLst>
          </p:cNvPr>
          <p:cNvGrpSpPr/>
          <p:nvPr/>
        </p:nvGrpSpPr>
        <p:grpSpPr>
          <a:xfrm>
            <a:off x="108044" y="185466"/>
            <a:ext cx="4511723" cy="316096"/>
            <a:chOff x="146540" y="177450"/>
            <a:chExt cx="5923291" cy="316096"/>
          </a:xfrm>
          <a:solidFill>
            <a:schemeClr val="bg1"/>
          </a:solidFill>
          <a:effectLst>
            <a:outerShdw blurRad="177800" sx="1000" sy="1000" algn="ctr" rotWithShape="0">
              <a:prstClr val="black">
                <a:alpha val="81000"/>
              </a:prstClr>
            </a:outerShdw>
          </a:effectLst>
        </p:grpSpPr>
        <p:grpSp>
          <p:nvGrpSpPr>
            <p:cNvPr id="9" name="组合 8">
              <a:extLst>
                <a:ext uri="{FF2B5EF4-FFF2-40B4-BE49-F238E27FC236}">
                  <a16:creationId xmlns:a16="http://schemas.microsoft.com/office/drawing/2014/main" id="{6331AA55-0F28-493E-ABD0-AFA90BBE84F0}"/>
                </a:ext>
              </a:extLst>
            </p:cNvPr>
            <p:cNvGrpSpPr/>
            <p:nvPr/>
          </p:nvGrpSpPr>
          <p:grpSpPr>
            <a:xfrm>
              <a:off x="493216" y="177452"/>
              <a:ext cx="5576615" cy="316094"/>
              <a:chOff x="3255943" y="144063"/>
              <a:chExt cx="1581350" cy="348027"/>
            </a:xfrm>
            <a:grpFill/>
            <a:effectLst>
              <a:outerShdw blurRad="63500" sx="102000" sy="102000" algn="ctr" rotWithShape="0">
                <a:prstClr val="black">
                  <a:alpha val="18000"/>
                </a:prstClr>
              </a:outerShdw>
            </a:effectLst>
          </p:grpSpPr>
          <p:sp>
            <p:nvSpPr>
              <p:cNvPr id="8" name="矩形 7">
                <a:extLst>
                  <a:ext uri="{FF2B5EF4-FFF2-40B4-BE49-F238E27FC236}">
                    <a16:creationId xmlns:a16="http://schemas.microsoft.com/office/drawing/2014/main" id="{DA6E21EB-B004-4058-AA49-B02FAE00FB10}"/>
                  </a:ext>
                </a:extLst>
              </p:cNvPr>
              <p:cNvSpPr/>
              <p:nvPr/>
            </p:nvSpPr>
            <p:spPr>
              <a:xfrm>
                <a:off x="3255943" y="144063"/>
                <a:ext cx="1504950" cy="348027"/>
              </a:xfrm>
              <a:prstGeom prst="rect">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流程图: 延期 5">
                <a:extLst>
                  <a:ext uri="{FF2B5EF4-FFF2-40B4-BE49-F238E27FC236}">
                    <a16:creationId xmlns:a16="http://schemas.microsoft.com/office/drawing/2014/main" id="{90262E5F-1DB1-43D1-9AAC-20BA111621E5}"/>
                  </a:ext>
                </a:extLst>
              </p:cNvPr>
              <p:cNvSpPr/>
              <p:nvPr/>
            </p:nvSpPr>
            <p:spPr>
              <a:xfrm>
                <a:off x="4738388" y="144063"/>
                <a:ext cx="98905" cy="348026"/>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43" name="流程图: 延期 42">
              <a:extLst>
                <a:ext uri="{FF2B5EF4-FFF2-40B4-BE49-F238E27FC236}">
                  <a16:creationId xmlns:a16="http://schemas.microsoft.com/office/drawing/2014/main" id="{479BC9AA-6F8A-4EE0-A662-6A5DD8F965FC}"/>
                </a:ext>
              </a:extLst>
            </p:cNvPr>
            <p:cNvSpPr/>
            <p:nvPr/>
          </p:nvSpPr>
          <p:spPr>
            <a:xfrm rot="10800000">
              <a:off x="146540" y="177450"/>
              <a:ext cx="342334" cy="316094"/>
            </a:xfrm>
            <a:prstGeom prst="flowChartDelay">
              <a:avLst/>
            </a:prstGeom>
            <a:grp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
        <p:nvSpPr>
          <p:cNvPr id="128" name="椭圆 127"/>
          <p:cNvSpPr/>
          <p:nvPr/>
        </p:nvSpPr>
        <p:spPr>
          <a:xfrm>
            <a:off x="540658" y="1161176"/>
            <a:ext cx="91438" cy="45719"/>
          </a:xfrm>
          <a:prstGeom prst="ellipse">
            <a:avLst/>
          </a:prstGeom>
          <a:solidFill>
            <a:srgbClr val="056C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5" name="组合 124"/>
          <p:cNvGrpSpPr/>
          <p:nvPr/>
        </p:nvGrpSpPr>
        <p:grpSpPr>
          <a:xfrm>
            <a:off x="493217" y="900015"/>
            <a:ext cx="182852" cy="264678"/>
            <a:chOff x="5521709" y="2593888"/>
            <a:chExt cx="1151558" cy="1666875"/>
          </a:xfrm>
          <a:solidFill>
            <a:srgbClr val="056CC9"/>
          </a:solidFill>
          <a:effectLst>
            <a:outerShdw blurRad="63500" sx="102000" sy="102000" algn="ctr" rotWithShape="0">
              <a:prstClr val="black">
                <a:alpha val="25000"/>
              </a:prstClr>
            </a:outerShdw>
          </a:effectLst>
        </p:grpSpPr>
        <p:sp>
          <p:nvSpPr>
            <p:cNvPr id="126" name="任意多边形: 形状 125"/>
            <p:cNvSpPr/>
            <p:nvPr/>
          </p:nvSpPr>
          <p:spPr>
            <a:xfrm>
              <a:off x="5521709" y="2593888"/>
              <a:ext cx="1151558" cy="1666875"/>
            </a:xfrm>
            <a:custGeom>
              <a:avLst/>
              <a:gdLst>
                <a:gd name="connsiteX0" fmla="*/ 1152302 w 1151557"/>
                <a:gd name="connsiteY0" fmla="*/ 576151 h 1666875"/>
                <a:gd name="connsiteX1" fmla="*/ 576151 w 1151557"/>
                <a:gd name="connsiteY1" fmla="*/ 0 h 1666875"/>
                <a:gd name="connsiteX2" fmla="*/ 0 w 1151557"/>
                <a:gd name="connsiteY2" fmla="*/ 576151 h 1666875"/>
                <a:gd name="connsiteX3" fmla="*/ 1302 w 1151557"/>
                <a:gd name="connsiteY3" fmla="*/ 576151 h 1666875"/>
                <a:gd name="connsiteX4" fmla="*/ 930 w 1151557"/>
                <a:gd name="connsiteY4" fmla="*/ 589918 h 1666875"/>
                <a:gd name="connsiteX5" fmla="*/ 535595 w 1151557"/>
                <a:gd name="connsiteY5" fmla="*/ 1623157 h 1666875"/>
                <a:gd name="connsiteX6" fmla="*/ 576151 w 1151557"/>
                <a:gd name="connsiteY6" fmla="*/ 1667619 h 1666875"/>
                <a:gd name="connsiteX7" fmla="*/ 616707 w 1151557"/>
                <a:gd name="connsiteY7" fmla="*/ 1623157 h 1666875"/>
                <a:gd name="connsiteX8" fmla="*/ 1151372 w 1151557"/>
                <a:gd name="connsiteY8" fmla="*/ 589918 h 1666875"/>
                <a:gd name="connsiteX9" fmla="*/ 1151000 w 1151557"/>
                <a:gd name="connsiteY9" fmla="*/ 576151 h 1666875"/>
                <a:gd name="connsiteX10" fmla="*/ 1152302 w 1151557"/>
                <a:gd name="connsiteY10" fmla="*/ 576151 h 1666875"/>
                <a:gd name="connsiteX11" fmla="*/ 576151 w 1151557"/>
                <a:gd name="connsiteY11" fmla="*/ 1497583 h 1666875"/>
                <a:gd name="connsiteX12" fmla="*/ 110877 w 1151557"/>
                <a:gd name="connsiteY12" fmla="*/ 589918 h 1666875"/>
                <a:gd name="connsiteX13" fmla="*/ 576151 w 1151557"/>
                <a:gd name="connsiteY13" fmla="*/ 124644 h 1666875"/>
                <a:gd name="connsiteX14" fmla="*/ 1041425 w 1151557"/>
                <a:gd name="connsiteY14" fmla="*/ 589918 h 1666875"/>
                <a:gd name="connsiteX15" fmla="*/ 576151 w 1151557"/>
                <a:gd name="connsiteY15" fmla="*/ 1497583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1557" h="1666875">
                  <a:moveTo>
                    <a:pt x="1152302" y="576151"/>
                  </a:moveTo>
                  <a:cubicBezTo>
                    <a:pt x="1152302" y="258403"/>
                    <a:pt x="893899" y="0"/>
                    <a:pt x="576151" y="0"/>
                  </a:cubicBezTo>
                  <a:cubicBezTo>
                    <a:pt x="258403" y="0"/>
                    <a:pt x="0" y="258403"/>
                    <a:pt x="0" y="576151"/>
                  </a:cubicBezTo>
                  <a:lnTo>
                    <a:pt x="1302" y="576151"/>
                  </a:lnTo>
                  <a:cubicBezTo>
                    <a:pt x="1116" y="580802"/>
                    <a:pt x="930" y="585267"/>
                    <a:pt x="930" y="589918"/>
                  </a:cubicBezTo>
                  <a:cubicBezTo>
                    <a:pt x="930" y="864505"/>
                    <a:pt x="389372" y="1406426"/>
                    <a:pt x="535595" y="1623157"/>
                  </a:cubicBezTo>
                  <a:lnTo>
                    <a:pt x="576151" y="1667619"/>
                  </a:lnTo>
                  <a:lnTo>
                    <a:pt x="616707" y="1623157"/>
                  </a:lnTo>
                  <a:cubicBezTo>
                    <a:pt x="762930" y="1421495"/>
                    <a:pt x="1151372" y="864505"/>
                    <a:pt x="1151372" y="589918"/>
                  </a:cubicBezTo>
                  <a:cubicBezTo>
                    <a:pt x="1151372" y="585267"/>
                    <a:pt x="1151186" y="580802"/>
                    <a:pt x="1151000" y="576151"/>
                  </a:cubicBezTo>
                  <a:lnTo>
                    <a:pt x="1152302" y="576151"/>
                  </a:lnTo>
                  <a:close/>
                  <a:moveTo>
                    <a:pt x="576151" y="1497583"/>
                  </a:moveTo>
                  <a:cubicBezTo>
                    <a:pt x="439043" y="1310060"/>
                    <a:pt x="110877" y="789719"/>
                    <a:pt x="110877" y="589918"/>
                  </a:cubicBezTo>
                  <a:cubicBezTo>
                    <a:pt x="110877" y="333375"/>
                    <a:pt x="319608" y="124644"/>
                    <a:pt x="576151" y="124644"/>
                  </a:cubicBezTo>
                  <a:cubicBezTo>
                    <a:pt x="832693" y="124644"/>
                    <a:pt x="1041425" y="333375"/>
                    <a:pt x="1041425" y="589918"/>
                  </a:cubicBezTo>
                  <a:cubicBezTo>
                    <a:pt x="1041425" y="789719"/>
                    <a:pt x="713259" y="1310060"/>
                    <a:pt x="576151" y="1497583"/>
                  </a:cubicBezTo>
                  <a:close/>
                </a:path>
              </a:pathLst>
            </a:custGeom>
            <a:grpFill/>
            <a:ln w="1860" cap="flat">
              <a:noFill/>
              <a:prstDash val="solid"/>
              <a:miter/>
            </a:ln>
          </p:spPr>
          <p:txBody>
            <a:bodyPr rtlCol="0" anchor="ctr"/>
            <a:lstStyle/>
            <a:p>
              <a:endParaRPr lang="zh-CN" altLang="en-US">
                <a:cs typeface="+mn-ea"/>
                <a:sym typeface="+mn-lt"/>
              </a:endParaRPr>
            </a:p>
          </p:txBody>
        </p:sp>
        <p:sp>
          <p:nvSpPr>
            <p:cNvPr id="127" name="任意多边形: 形状 126"/>
            <p:cNvSpPr/>
            <p:nvPr/>
          </p:nvSpPr>
          <p:spPr>
            <a:xfrm>
              <a:off x="5820482" y="2886894"/>
              <a:ext cx="554385" cy="554385"/>
            </a:xfrm>
            <a:custGeom>
              <a:avLst/>
              <a:gdLst>
                <a:gd name="connsiteX0" fmla="*/ 277378 w 554384"/>
                <a:gd name="connsiteY0" fmla="*/ 0 h 554384"/>
                <a:gd name="connsiteX1" fmla="*/ 0 w 554384"/>
                <a:gd name="connsiteY1" fmla="*/ 277378 h 554384"/>
                <a:gd name="connsiteX2" fmla="*/ 277378 w 554384"/>
                <a:gd name="connsiteY2" fmla="*/ 554943 h 554384"/>
                <a:gd name="connsiteX3" fmla="*/ 554757 w 554384"/>
                <a:gd name="connsiteY3" fmla="*/ 277564 h 554384"/>
                <a:gd name="connsiteX4" fmla="*/ 277378 w 554384"/>
                <a:gd name="connsiteY4" fmla="*/ 0 h 554384"/>
                <a:gd name="connsiteX5" fmla="*/ 277378 w 554384"/>
                <a:gd name="connsiteY5" fmla="*/ 454670 h 554384"/>
                <a:gd name="connsiteX6" fmla="*/ 100273 w 554384"/>
                <a:gd name="connsiteY6" fmla="*/ 277564 h 554384"/>
                <a:gd name="connsiteX7" fmla="*/ 277378 w 554384"/>
                <a:gd name="connsiteY7" fmla="*/ 100459 h 554384"/>
                <a:gd name="connsiteX8" fmla="*/ 454484 w 554384"/>
                <a:gd name="connsiteY8" fmla="*/ 277564 h 554384"/>
                <a:gd name="connsiteX9" fmla="*/ 277378 w 554384"/>
                <a:gd name="connsiteY9" fmla="*/ 454670 h 55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4384" h="554384">
                  <a:moveTo>
                    <a:pt x="277378" y="0"/>
                  </a:moveTo>
                  <a:cubicBezTo>
                    <a:pt x="124458" y="0"/>
                    <a:pt x="0" y="124458"/>
                    <a:pt x="0" y="277378"/>
                  </a:cubicBezTo>
                  <a:cubicBezTo>
                    <a:pt x="0" y="430299"/>
                    <a:pt x="124458" y="554943"/>
                    <a:pt x="277378" y="554943"/>
                  </a:cubicBezTo>
                  <a:cubicBezTo>
                    <a:pt x="430299" y="554943"/>
                    <a:pt x="554757" y="430485"/>
                    <a:pt x="554757" y="277564"/>
                  </a:cubicBezTo>
                  <a:cubicBezTo>
                    <a:pt x="554757" y="124644"/>
                    <a:pt x="430299" y="0"/>
                    <a:pt x="277378" y="0"/>
                  </a:cubicBezTo>
                  <a:close/>
                  <a:moveTo>
                    <a:pt x="277378" y="454670"/>
                  </a:moveTo>
                  <a:cubicBezTo>
                    <a:pt x="179710" y="454670"/>
                    <a:pt x="100273" y="375233"/>
                    <a:pt x="100273" y="277564"/>
                  </a:cubicBezTo>
                  <a:cubicBezTo>
                    <a:pt x="100273" y="179896"/>
                    <a:pt x="179710" y="100459"/>
                    <a:pt x="277378" y="100459"/>
                  </a:cubicBezTo>
                  <a:cubicBezTo>
                    <a:pt x="375047" y="100459"/>
                    <a:pt x="454484" y="179896"/>
                    <a:pt x="454484" y="277564"/>
                  </a:cubicBezTo>
                  <a:cubicBezTo>
                    <a:pt x="454484" y="375233"/>
                    <a:pt x="375047" y="454670"/>
                    <a:pt x="277378" y="454670"/>
                  </a:cubicBezTo>
                  <a:close/>
                </a:path>
              </a:pathLst>
            </a:custGeom>
            <a:grpFill/>
            <a:ln w="1860" cap="flat">
              <a:noFill/>
              <a:prstDash val="solid"/>
              <a:miter/>
            </a:ln>
          </p:spPr>
          <p:txBody>
            <a:bodyPr rtlCol="0" anchor="ctr"/>
            <a:lstStyle/>
            <a:p>
              <a:endParaRPr lang="zh-CN" altLang="en-US">
                <a:cs typeface="+mn-ea"/>
                <a:sym typeface="+mn-lt"/>
              </a:endParaRPr>
            </a:p>
          </p:txBody>
        </p:sp>
      </p:grpSp>
      <p:cxnSp>
        <p:nvCxnSpPr>
          <p:cNvPr id="133" name="直接连接符 132"/>
          <p:cNvCxnSpPr>
            <a:cxnSpLocks/>
          </p:cNvCxnSpPr>
          <p:nvPr/>
        </p:nvCxnSpPr>
        <p:spPr>
          <a:xfrm flipV="1">
            <a:off x="723509" y="1239520"/>
            <a:ext cx="1447318" cy="1"/>
          </a:xfrm>
          <a:prstGeom prst="line">
            <a:avLst/>
          </a:prstGeom>
          <a:ln w="15875">
            <a:solidFill>
              <a:srgbClr val="056CC9"/>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flipV="1">
            <a:off x="723509" y="4390390"/>
            <a:ext cx="6904421" cy="45719"/>
            <a:chOff x="5655588" y="3500734"/>
            <a:chExt cx="2783562" cy="0"/>
          </a:xfrm>
        </p:grpSpPr>
        <p:cxnSp>
          <p:nvCxnSpPr>
            <p:cNvPr id="137" name="直接连接符 136"/>
            <p:cNvCxnSpPr/>
            <p:nvPr/>
          </p:nvCxnSpPr>
          <p:spPr>
            <a:xfrm>
              <a:off x="5655588" y="3500734"/>
              <a:ext cx="414219" cy="0"/>
            </a:xfrm>
            <a:prstGeom prst="line">
              <a:avLst/>
            </a:prstGeom>
            <a:ln w="31750">
              <a:solidFill>
                <a:srgbClr val="056CC9"/>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043731" y="3500734"/>
              <a:ext cx="2395419" cy="0"/>
            </a:xfrm>
            <a:prstGeom prst="line">
              <a:avLst/>
            </a:prstGeom>
            <a:ln w="6350">
              <a:solidFill>
                <a:srgbClr val="056CC9"/>
              </a:solidFill>
            </a:ln>
          </p:spPr>
          <p:style>
            <a:lnRef idx="1">
              <a:schemeClr val="accent1"/>
            </a:lnRef>
            <a:fillRef idx="0">
              <a:schemeClr val="accent1"/>
            </a:fillRef>
            <a:effectRef idx="0">
              <a:schemeClr val="accent1"/>
            </a:effectRef>
            <a:fontRef idx="minor">
              <a:schemeClr val="tx1"/>
            </a:fontRef>
          </p:style>
        </p:cxnSp>
      </p:grpSp>
      <p:sp>
        <p:nvSpPr>
          <p:cNvPr id="7" name="文本占位符 53"/>
          <p:cNvSpPr txBox="1"/>
          <p:nvPr/>
        </p:nvSpPr>
        <p:spPr>
          <a:xfrm>
            <a:off x="1561263" y="247862"/>
            <a:ext cx="3058504" cy="29522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1000" dirty="0">
                <a:solidFill>
                  <a:schemeClr val="accent1"/>
                </a:solidFill>
                <a:latin typeface="Arial" panose="020B0604020202020204"/>
                <a:ea typeface="微软雅黑" panose="020B0503020204020204" charset="-122"/>
                <a:cs typeface="+mn-ea"/>
              </a:rPr>
              <a:t>四、预期结果与进度安排</a:t>
            </a:r>
          </a:p>
        </p:txBody>
      </p:sp>
      <p:pic>
        <p:nvPicPr>
          <p:cNvPr id="13" name="图片 12">
            <a:extLst>
              <a:ext uri="{FF2B5EF4-FFF2-40B4-BE49-F238E27FC236}">
                <a16:creationId xmlns:a16="http://schemas.microsoft.com/office/drawing/2014/main" id="{874C8B0B-1205-449A-A34B-D50346414B94}"/>
              </a:ext>
            </a:extLst>
          </p:cNvPr>
          <p:cNvPicPr>
            <a:picLocks noChangeAspect="1"/>
          </p:cNvPicPr>
          <p:nvPr/>
        </p:nvPicPr>
        <p:blipFill>
          <a:blip r:embed="rId3"/>
          <a:stretch>
            <a:fillRect/>
          </a:stretch>
        </p:blipFill>
        <p:spPr>
          <a:xfrm>
            <a:off x="169647" y="221880"/>
            <a:ext cx="1477740" cy="246290"/>
          </a:xfrm>
          <a:prstGeom prst="rect">
            <a:avLst/>
          </a:prstGeom>
        </p:spPr>
      </p:pic>
      <p:sp>
        <p:nvSpPr>
          <p:cNvPr id="29" name="TextBox 55">
            <a:extLst>
              <a:ext uri="{FF2B5EF4-FFF2-40B4-BE49-F238E27FC236}">
                <a16:creationId xmlns:a16="http://schemas.microsoft.com/office/drawing/2014/main" id="{81B22F8A-D218-4994-8C85-F23D6D7D2F90}"/>
              </a:ext>
            </a:extLst>
          </p:cNvPr>
          <p:cNvSpPr txBox="1"/>
          <p:nvPr/>
        </p:nvSpPr>
        <p:spPr>
          <a:xfrm>
            <a:off x="676070" y="869553"/>
            <a:ext cx="1374008" cy="369332"/>
          </a:xfrm>
          <a:prstGeom prst="rect">
            <a:avLst/>
          </a:prstGeom>
          <a:noFill/>
        </p:spPr>
        <p:txBody>
          <a:bodyPr wrap="square" rtlCol="0">
            <a:spAutoFit/>
          </a:bodyPr>
          <a:lstStyle/>
          <a:p>
            <a:pPr defTabSz="1219200"/>
            <a:r>
              <a:rPr lang="en-US" altLang="zh-CN" b="1" dirty="0">
                <a:solidFill>
                  <a:srgbClr val="056CC9"/>
                </a:solidFill>
                <a:cs typeface="+mn-ea"/>
                <a:sym typeface="+mn-lt"/>
              </a:rPr>
              <a:t>2.</a:t>
            </a:r>
            <a:r>
              <a:rPr lang="zh-CN" altLang="en-US" b="1" dirty="0">
                <a:solidFill>
                  <a:srgbClr val="056CC9"/>
                </a:solidFill>
                <a:cs typeface="+mn-ea"/>
                <a:sym typeface="+mn-lt"/>
              </a:rPr>
              <a:t>进度安排</a:t>
            </a:r>
          </a:p>
        </p:txBody>
      </p:sp>
      <p:sp>
        <p:nvSpPr>
          <p:cNvPr id="3" name="Rectangle 2">
            <a:extLst>
              <a:ext uri="{FF2B5EF4-FFF2-40B4-BE49-F238E27FC236}">
                <a16:creationId xmlns:a16="http://schemas.microsoft.com/office/drawing/2014/main" id="{30E68F71-BC19-48DB-805A-1F2A621EA797}"/>
              </a:ext>
            </a:extLst>
          </p:cNvPr>
          <p:cNvSpPr>
            <a:spLocks noChangeArrowheads="1"/>
          </p:cNvSpPr>
          <p:nvPr/>
        </p:nvSpPr>
        <p:spPr bwMode="auto">
          <a:xfrm>
            <a:off x="3726973" y="900015"/>
            <a:ext cx="7258186" cy="5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2" name="表格 1">
            <a:extLst>
              <a:ext uri="{FF2B5EF4-FFF2-40B4-BE49-F238E27FC236}">
                <a16:creationId xmlns:a16="http://schemas.microsoft.com/office/drawing/2014/main" id="{9F35DFC5-2EC7-49C2-B3B9-294C0E527944}"/>
              </a:ext>
            </a:extLst>
          </p:cNvPr>
          <p:cNvGraphicFramePr>
            <a:graphicFrameLocks noGrp="1"/>
          </p:cNvGraphicFramePr>
          <p:nvPr>
            <p:extLst>
              <p:ext uri="{D42A27DB-BD31-4B8C-83A1-F6EECF244321}">
                <p14:modId xmlns:p14="http://schemas.microsoft.com/office/powerpoint/2010/main" val="1928504604"/>
              </p:ext>
            </p:extLst>
          </p:nvPr>
        </p:nvGraphicFramePr>
        <p:xfrm>
          <a:off x="1130218" y="1612415"/>
          <a:ext cx="7258186" cy="1993776"/>
        </p:xfrm>
        <a:graphic>
          <a:graphicData uri="http://schemas.openxmlformats.org/drawingml/2006/table">
            <a:tbl>
              <a:tblPr firstRow="1" firstCol="1" bandRow="1">
                <a:tableStyleId>{5C22544A-7EE6-4342-B048-85BDC9FD1C3A}</a:tableStyleId>
              </a:tblPr>
              <a:tblGrid>
                <a:gridCol w="2310997">
                  <a:extLst>
                    <a:ext uri="{9D8B030D-6E8A-4147-A177-3AD203B41FA5}">
                      <a16:colId xmlns:a16="http://schemas.microsoft.com/office/drawing/2014/main" val="284529870"/>
                    </a:ext>
                  </a:extLst>
                </a:gridCol>
                <a:gridCol w="4947189">
                  <a:extLst>
                    <a:ext uri="{9D8B030D-6E8A-4147-A177-3AD203B41FA5}">
                      <a16:colId xmlns:a16="http://schemas.microsoft.com/office/drawing/2014/main" val="2943642287"/>
                    </a:ext>
                  </a:extLst>
                </a:gridCol>
              </a:tblGrid>
              <a:tr h="331952">
                <a:tc>
                  <a:txBody>
                    <a:bodyPr/>
                    <a:lstStyle/>
                    <a:p>
                      <a:pPr algn="ctr"/>
                      <a:r>
                        <a:rPr lang="zh-CN" sz="1050" kern="0" dirty="0">
                          <a:effectLst/>
                        </a:rPr>
                        <a:t>时间</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algn="ctr"/>
                      <a:r>
                        <a:rPr lang="zh-CN" sz="1050" kern="0" dirty="0">
                          <a:effectLst/>
                        </a:rPr>
                        <a:t>任务</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extLst>
                  <a:ext uri="{0D108BD9-81ED-4DB2-BD59-A6C34878D82A}">
                    <a16:rowId xmlns:a16="http://schemas.microsoft.com/office/drawing/2014/main" val="1082918061"/>
                  </a:ext>
                </a:extLst>
              </a:tr>
              <a:tr h="337491">
                <a:tc>
                  <a:txBody>
                    <a:bodyPr/>
                    <a:lstStyle/>
                    <a:p>
                      <a:pPr algn="ctr"/>
                      <a:r>
                        <a:rPr lang="en-US" sz="1050" kern="0" dirty="0">
                          <a:effectLst/>
                        </a:rPr>
                        <a:t>2025</a:t>
                      </a:r>
                      <a:r>
                        <a:rPr lang="zh-CN" sz="1050" kern="0" dirty="0">
                          <a:effectLst/>
                        </a:rPr>
                        <a:t>年</a:t>
                      </a:r>
                      <a:r>
                        <a:rPr lang="en-US" sz="1050" kern="0" dirty="0">
                          <a:effectLst/>
                        </a:rPr>
                        <a:t>12</a:t>
                      </a:r>
                      <a:r>
                        <a:rPr lang="zh-CN" sz="1050" kern="0" dirty="0">
                          <a:effectLst/>
                        </a:rPr>
                        <a:t>月</a:t>
                      </a:r>
                      <a:r>
                        <a:rPr lang="en-US" sz="1050" kern="0" dirty="0">
                          <a:effectLst/>
                        </a:rPr>
                        <a:t>—2026</a:t>
                      </a:r>
                      <a:r>
                        <a:rPr lang="zh-CN" sz="1050" kern="0" dirty="0">
                          <a:effectLst/>
                        </a:rPr>
                        <a:t>年</a:t>
                      </a:r>
                      <a:r>
                        <a:rPr lang="en-US" altLang="zh-CN" sz="1050" kern="0" dirty="0">
                          <a:effectLst/>
                        </a:rPr>
                        <a:t>0</a:t>
                      </a:r>
                      <a:r>
                        <a:rPr lang="en-US" sz="1050" kern="0" dirty="0">
                          <a:effectLst/>
                        </a:rPr>
                        <a:t>3</a:t>
                      </a:r>
                      <a:r>
                        <a:rPr lang="zh-CN" sz="1050" kern="0" dirty="0">
                          <a:effectLst/>
                        </a:rPr>
                        <a:t>月</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algn="ctr"/>
                      <a:r>
                        <a:rPr lang="zh-CN" altLang="en-US" sz="1050" kern="0" dirty="0">
                          <a:solidFill>
                            <a:schemeClr val="dk1"/>
                          </a:solidFill>
                          <a:effectLst/>
                          <a:latin typeface="+mn-lt"/>
                          <a:ea typeface="+mn-ea"/>
                          <a:cs typeface="+mn-cs"/>
                        </a:rPr>
                        <a:t>完成硬件平台搭建与双目系统标定</a:t>
                      </a:r>
                    </a:p>
                  </a:txBody>
                  <a:tcPr marL="68580" marR="68580" marT="9525" marB="9525" anchor="ctr"/>
                </a:tc>
                <a:extLst>
                  <a:ext uri="{0D108BD9-81ED-4DB2-BD59-A6C34878D82A}">
                    <a16:rowId xmlns:a16="http://schemas.microsoft.com/office/drawing/2014/main" val="3642773959"/>
                  </a:ext>
                </a:extLst>
              </a:tr>
              <a:tr h="337491">
                <a:tc>
                  <a:txBody>
                    <a:bodyPr/>
                    <a:lstStyle/>
                    <a:p>
                      <a:pPr algn="ctr"/>
                      <a:r>
                        <a:rPr lang="en-US" sz="1050" kern="0" dirty="0">
                          <a:effectLst/>
                        </a:rPr>
                        <a:t>2026</a:t>
                      </a:r>
                      <a:r>
                        <a:rPr lang="zh-CN" sz="1050" kern="0" dirty="0">
                          <a:effectLst/>
                        </a:rPr>
                        <a:t>年</a:t>
                      </a:r>
                      <a:r>
                        <a:rPr lang="en-US" altLang="zh-CN" sz="1050" kern="0" dirty="0">
                          <a:effectLst/>
                        </a:rPr>
                        <a:t>0</a:t>
                      </a:r>
                      <a:r>
                        <a:rPr lang="en-US" sz="1050" kern="0" dirty="0">
                          <a:effectLst/>
                        </a:rPr>
                        <a:t>4</a:t>
                      </a:r>
                      <a:r>
                        <a:rPr lang="zh-CN" sz="1050" kern="0" dirty="0">
                          <a:effectLst/>
                        </a:rPr>
                        <a:t>月</a:t>
                      </a:r>
                      <a:r>
                        <a:rPr lang="en-US" sz="1050" kern="0" dirty="0">
                          <a:effectLst/>
                        </a:rPr>
                        <a:t>—2026</a:t>
                      </a:r>
                      <a:r>
                        <a:rPr lang="zh-CN" sz="1050" kern="0" dirty="0">
                          <a:effectLst/>
                        </a:rPr>
                        <a:t>年</a:t>
                      </a:r>
                      <a:r>
                        <a:rPr lang="en-US" altLang="zh-CN" sz="1050" kern="0" dirty="0">
                          <a:effectLst/>
                        </a:rPr>
                        <a:t>0</a:t>
                      </a:r>
                      <a:r>
                        <a:rPr lang="en-US" sz="1050" kern="0" dirty="0">
                          <a:effectLst/>
                        </a:rPr>
                        <a:t>7</a:t>
                      </a:r>
                      <a:r>
                        <a:rPr lang="zh-CN" sz="1050" kern="0" dirty="0">
                          <a:effectLst/>
                        </a:rPr>
                        <a:t>月</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algn="ctr"/>
                      <a:r>
                        <a:rPr lang="zh-CN" altLang="en-US" sz="1050" kern="0" dirty="0">
                          <a:solidFill>
                            <a:schemeClr val="dk1"/>
                          </a:solidFill>
                          <a:effectLst/>
                          <a:latin typeface="+mn-lt"/>
                          <a:ea typeface="+mn-ea"/>
                          <a:cs typeface="+mn-cs"/>
                        </a:rPr>
                        <a:t>构建数据集，训练并优化</a:t>
                      </a:r>
                      <a:r>
                        <a:rPr lang="en-US" altLang="zh-CN" sz="1050" kern="0" dirty="0">
                          <a:solidFill>
                            <a:schemeClr val="dk1"/>
                          </a:solidFill>
                          <a:effectLst/>
                          <a:latin typeface="+mn-lt"/>
                          <a:ea typeface="+mn-ea"/>
                          <a:cs typeface="+mn-cs"/>
                        </a:rPr>
                        <a:t>YOLOv8-seg</a:t>
                      </a:r>
                      <a:r>
                        <a:rPr lang="zh-CN" altLang="en-US" sz="1050" kern="0" dirty="0">
                          <a:solidFill>
                            <a:schemeClr val="dk1"/>
                          </a:solidFill>
                          <a:effectLst/>
                          <a:latin typeface="+mn-lt"/>
                          <a:ea typeface="+mn-ea"/>
                          <a:cs typeface="+mn-cs"/>
                        </a:rPr>
                        <a:t>模型。实现传统特征匹配算法</a:t>
                      </a:r>
                    </a:p>
                  </a:txBody>
                  <a:tcPr marL="68580" marR="68580" marT="9525" marB="9525" anchor="ctr"/>
                </a:tc>
                <a:extLst>
                  <a:ext uri="{0D108BD9-81ED-4DB2-BD59-A6C34878D82A}">
                    <a16:rowId xmlns:a16="http://schemas.microsoft.com/office/drawing/2014/main" val="377982305"/>
                  </a:ext>
                </a:extLst>
              </a:tr>
              <a:tr h="347216">
                <a:tc>
                  <a:txBody>
                    <a:bodyPr/>
                    <a:lstStyle/>
                    <a:p>
                      <a:pPr algn="ctr"/>
                      <a:r>
                        <a:rPr lang="en-US" sz="1050" kern="0" dirty="0">
                          <a:effectLst/>
                        </a:rPr>
                        <a:t>2026</a:t>
                      </a:r>
                      <a:r>
                        <a:rPr lang="zh-CN" sz="1050" kern="0" dirty="0">
                          <a:effectLst/>
                        </a:rPr>
                        <a:t>年</a:t>
                      </a:r>
                      <a:r>
                        <a:rPr lang="en-US" altLang="zh-CN" sz="1050" kern="0" dirty="0">
                          <a:effectLst/>
                        </a:rPr>
                        <a:t>0</a:t>
                      </a:r>
                      <a:r>
                        <a:rPr lang="en-US" sz="1050" kern="0" dirty="0">
                          <a:effectLst/>
                        </a:rPr>
                        <a:t>8</a:t>
                      </a:r>
                      <a:r>
                        <a:rPr lang="zh-CN" sz="1050" kern="0" dirty="0">
                          <a:effectLst/>
                        </a:rPr>
                        <a:t>月—</a:t>
                      </a:r>
                      <a:r>
                        <a:rPr lang="en-US" sz="1050" kern="0" dirty="0">
                          <a:effectLst/>
                        </a:rPr>
                        <a:t>2026</a:t>
                      </a:r>
                      <a:r>
                        <a:rPr lang="zh-CN" sz="1050" kern="0" dirty="0">
                          <a:effectLst/>
                        </a:rPr>
                        <a:t>年</a:t>
                      </a:r>
                      <a:r>
                        <a:rPr lang="en-US" sz="1050" kern="0" dirty="0">
                          <a:effectLst/>
                        </a:rPr>
                        <a:t>10</a:t>
                      </a:r>
                      <a:r>
                        <a:rPr lang="zh-CN" sz="1050" kern="0" dirty="0">
                          <a:effectLst/>
                        </a:rPr>
                        <a:t>月</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indent="0" algn="ctr">
                        <a:lnSpc>
                          <a:spcPct val="150000"/>
                        </a:lnSpc>
                        <a:spcAft>
                          <a:spcPts val="0"/>
                        </a:spcAft>
                        <a:tabLst>
                          <a:tab pos="266700" algn="l"/>
                        </a:tabLst>
                      </a:pPr>
                      <a:r>
                        <a:rPr lang="zh-CN" altLang="en-US" sz="1050" kern="0" dirty="0">
                          <a:solidFill>
                            <a:schemeClr val="dk1"/>
                          </a:solidFill>
                          <a:effectLst/>
                          <a:latin typeface="+mn-lt"/>
                          <a:ea typeface="+mn-ea"/>
                          <a:cs typeface="+mn-cs"/>
                        </a:rPr>
                        <a:t>实现立体匹配与三维位姿估计算法并完成机器人手眼标定与运动学集成。</a:t>
                      </a:r>
                    </a:p>
                  </a:txBody>
                  <a:tcPr marL="68580" marR="68580" marT="0" marB="0" anchor="ctr"/>
                </a:tc>
                <a:extLst>
                  <a:ext uri="{0D108BD9-81ED-4DB2-BD59-A6C34878D82A}">
                    <a16:rowId xmlns:a16="http://schemas.microsoft.com/office/drawing/2014/main" val="3019182103"/>
                  </a:ext>
                </a:extLst>
              </a:tr>
              <a:tr h="337491">
                <a:tc>
                  <a:txBody>
                    <a:bodyPr/>
                    <a:lstStyle/>
                    <a:p>
                      <a:pPr algn="ctr"/>
                      <a:r>
                        <a:rPr lang="en-US" sz="1050" kern="0" dirty="0">
                          <a:effectLst/>
                        </a:rPr>
                        <a:t>2026</a:t>
                      </a:r>
                      <a:r>
                        <a:rPr lang="zh-CN" sz="1050" kern="0" dirty="0">
                          <a:effectLst/>
                        </a:rPr>
                        <a:t>年</a:t>
                      </a:r>
                      <a:r>
                        <a:rPr lang="en-US" sz="1050" kern="0" dirty="0">
                          <a:effectLst/>
                        </a:rPr>
                        <a:t>11</a:t>
                      </a:r>
                      <a:r>
                        <a:rPr lang="zh-CN" sz="1050" kern="0" dirty="0">
                          <a:effectLst/>
                        </a:rPr>
                        <a:t>月</a:t>
                      </a:r>
                      <a:r>
                        <a:rPr lang="en-US" sz="1050" kern="0" dirty="0">
                          <a:effectLst/>
                        </a:rPr>
                        <a:t>—2026</a:t>
                      </a:r>
                      <a:r>
                        <a:rPr lang="zh-CN" sz="1050" kern="0" dirty="0">
                          <a:effectLst/>
                        </a:rPr>
                        <a:t>年</a:t>
                      </a:r>
                      <a:r>
                        <a:rPr lang="en-US" sz="1050" kern="0" dirty="0">
                          <a:effectLst/>
                        </a:rPr>
                        <a:t>12</a:t>
                      </a:r>
                      <a:r>
                        <a:rPr lang="zh-CN" sz="1050" kern="0" dirty="0">
                          <a:effectLst/>
                        </a:rPr>
                        <a:t>月</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algn="ctr"/>
                      <a:r>
                        <a:rPr lang="zh-CN" altLang="en-US" sz="1050" kern="0" dirty="0">
                          <a:solidFill>
                            <a:schemeClr val="dk1"/>
                          </a:solidFill>
                          <a:effectLst/>
                          <a:latin typeface="+mn-lt"/>
                          <a:ea typeface="+mn-ea"/>
                          <a:cs typeface="+mn-cs"/>
                        </a:rPr>
                        <a:t>进行全面的对比实验与抓取验证实验，分析数据，优化系统。</a:t>
                      </a:r>
                    </a:p>
                  </a:txBody>
                  <a:tcPr marL="68580" marR="68580" marT="9525" marB="9525" anchor="ctr"/>
                </a:tc>
                <a:extLst>
                  <a:ext uri="{0D108BD9-81ED-4DB2-BD59-A6C34878D82A}">
                    <a16:rowId xmlns:a16="http://schemas.microsoft.com/office/drawing/2014/main" val="2151839666"/>
                  </a:ext>
                </a:extLst>
              </a:tr>
              <a:tr h="302135">
                <a:tc>
                  <a:txBody>
                    <a:bodyPr/>
                    <a:lstStyle/>
                    <a:p>
                      <a:pPr algn="ctr"/>
                      <a:r>
                        <a:rPr lang="en-US" sz="1050" kern="0" dirty="0">
                          <a:effectLst/>
                        </a:rPr>
                        <a:t>2027</a:t>
                      </a:r>
                      <a:r>
                        <a:rPr lang="zh-CN" sz="1050" kern="0" dirty="0">
                          <a:effectLst/>
                        </a:rPr>
                        <a:t>年</a:t>
                      </a:r>
                      <a:r>
                        <a:rPr lang="en-US" altLang="zh-CN" sz="1050" kern="0" dirty="0">
                          <a:effectLst/>
                        </a:rPr>
                        <a:t>0</a:t>
                      </a:r>
                      <a:r>
                        <a:rPr lang="en-US" sz="1050" kern="0" dirty="0">
                          <a:effectLst/>
                        </a:rPr>
                        <a:t>1</a:t>
                      </a:r>
                      <a:r>
                        <a:rPr lang="zh-CN" sz="1050" kern="0" dirty="0">
                          <a:effectLst/>
                        </a:rPr>
                        <a:t>月</a:t>
                      </a:r>
                      <a:r>
                        <a:rPr lang="en-US" sz="1050" kern="0" dirty="0">
                          <a:effectLst/>
                        </a:rPr>
                        <a:t>—2027</a:t>
                      </a:r>
                      <a:r>
                        <a:rPr lang="zh-CN" sz="1050" kern="0" dirty="0">
                          <a:effectLst/>
                        </a:rPr>
                        <a:t>年</a:t>
                      </a:r>
                      <a:r>
                        <a:rPr lang="en-US" altLang="zh-CN" sz="1050" kern="0" dirty="0">
                          <a:effectLst/>
                        </a:rPr>
                        <a:t>0</a:t>
                      </a:r>
                      <a:r>
                        <a:rPr lang="en-US" sz="1050" kern="0" dirty="0">
                          <a:effectLst/>
                        </a:rPr>
                        <a:t>3</a:t>
                      </a:r>
                      <a:r>
                        <a:rPr lang="zh-CN" sz="1050" kern="0" dirty="0">
                          <a:effectLst/>
                        </a:rPr>
                        <a:t>月</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tc>
                  <a:txBody>
                    <a:bodyPr/>
                    <a:lstStyle/>
                    <a:p>
                      <a:pPr algn="ctr"/>
                      <a:r>
                        <a:rPr lang="zh-CN" altLang="en-US" sz="1050" kern="0" dirty="0">
                          <a:effectLst/>
                        </a:rPr>
                        <a:t>收集实验数据，完成论文撰写。</a:t>
                      </a:r>
                      <a:endParaRPr lang="zh-CN" sz="1200" kern="100" dirty="0">
                        <a:effectLst/>
                        <a:latin typeface="Times New Roman" panose="02020603050405020304" pitchFamily="18" charset="0"/>
                        <a:ea typeface="仿宋" panose="02010609060101010101" pitchFamily="49" charset="-122"/>
                      </a:endParaRPr>
                    </a:p>
                  </a:txBody>
                  <a:tcPr marL="68580" marR="68580" marT="9525" marB="9525" anchor="ctr"/>
                </a:tc>
                <a:extLst>
                  <a:ext uri="{0D108BD9-81ED-4DB2-BD59-A6C34878D82A}">
                    <a16:rowId xmlns:a16="http://schemas.microsoft.com/office/drawing/2014/main" val="3946744401"/>
                  </a:ext>
                </a:extLst>
              </a:tr>
            </a:tbl>
          </a:graphicData>
        </a:graphic>
      </p:graphicFrame>
    </p:spTree>
    <p:extLst>
      <p:ext uri="{BB962C8B-B14F-4D97-AF65-F5344CB8AC3E}">
        <p14:creationId xmlns:p14="http://schemas.microsoft.com/office/powerpoint/2010/main" val="2330349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2B3F0C9E-C5FC-4D24-DBED-4C50E62A1965}"/>
              </a:ext>
            </a:extLst>
          </p:cNvPr>
          <p:cNvPicPr>
            <a:picLocks noChangeAspect="1"/>
          </p:cNvPicPr>
          <p:nvPr/>
        </p:nvPicPr>
        <p:blipFill>
          <a:blip r:embed="rId3"/>
          <a:stretch>
            <a:fillRect/>
          </a:stretch>
        </p:blipFill>
        <p:spPr>
          <a:xfrm>
            <a:off x="3770334" y="522864"/>
            <a:ext cx="1840980" cy="449897"/>
          </a:xfrm>
          <a:prstGeom prst="rect">
            <a:avLst/>
          </a:prstGeom>
        </p:spPr>
      </p:pic>
      <p:pic>
        <p:nvPicPr>
          <p:cNvPr id="14" name="图片 13">
            <a:extLst>
              <a:ext uri="{FF2B5EF4-FFF2-40B4-BE49-F238E27FC236}">
                <a16:creationId xmlns:a16="http://schemas.microsoft.com/office/drawing/2014/main" id="{7E0D0ED6-2036-4352-9B8F-078E3856014A}"/>
              </a:ext>
            </a:extLst>
          </p:cNvPr>
          <p:cNvPicPr>
            <a:picLocks noChangeAspect="1"/>
          </p:cNvPicPr>
          <p:nvPr/>
        </p:nvPicPr>
        <p:blipFill rotWithShape="1">
          <a:blip r:embed="rId4">
            <a:alphaModFix amt="46000"/>
            <a:extLst>
              <a:ext uri="{28A0092B-C50C-407E-A947-70E740481C1C}">
                <a14:useLocalDpi xmlns:a14="http://schemas.microsoft.com/office/drawing/2010/main" val="0"/>
              </a:ext>
            </a:extLst>
          </a:blip>
          <a:srcRect l="27153" r="23073"/>
          <a:stretch>
            <a:fillRect/>
          </a:stretch>
        </p:blipFill>
        <p:spPr>
          <a:xfrm>
            <a:off x="0" y="0"/>
            <a:ext cx="9143999" cy="5143500"/>
          </a:xfrm>
          <a:prstGeom prst="rect">
            <a:avLst/>
          </a:prstGeom>
        </p:spPr>
      </p:pic>
      <p:sp>
        <p:nvSpPr>
          <p:cNvPr id="23" name="矩形 22">
            <a:extLst>
              <a:ext uri="{FF2B5EF4-FFF2-40B4-BE49-F238E27FC236}">
                <a16:creationId xmlns:a16="http://schemas.microsoft.com/office/drawing/2014/main" id="{E69EDD9B-C0E5-425A-A435-E81CD3E8543B}"/>
              </a:ext>
            </a:extLst>
          </p:cNvPr>
          <p:cNvSpPr/>
          <p:nvPr/>
        </p:nvSpPr>
        <p:spPr>
          <a:xfrm flipH="1">
            <a:off x="0" y="1532076"/>
            <a:ext cx="9144000" cy="2528727"/>
          </a:xfrm>
          <a:prstGeom prst="rect">
            <a:avLst/>
          </a:prstGeom>
          <a:gradFill flip="none" rotWithShape="1">
            <a:gsLst>
              <a:gs pos="25000">
                <a:srgbClr val="3366FF">
                  <a:alpha val="43000"/>
                </a:srgbClr>
              </a:gs>
              <a:gs pos="100000">
                <a:srgbClr val="00B0F0"/>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思源宋体 CN" panose="02020400000000000000" pitchFamily="18" charset="-122"/>
              <a:ea typeface="思源宋体 CN" panose="02020400000000000000" pitchFamily="18" charset="-122"/>
              <a:cs typeface="+mn-cs"/>
            </a:endParaRPr>
          </a:p>
        </p:txBody>
      </p:sp>
      <p:sp>
        <p:nvSpPr>
          <p:cNvPr id="11" name="文本占位符 1">
            <a:extLst>
              <a:ext uri="{FF2B5EF4-FFF2-40B4-BE49-F238E27FC236}">
                <a16:creationId xmlns:a16="http://schemas.microsoft.com/office/drawing/2014/main" id="{0900EA7E-8666-47AE-A790-980106B8FA65}"/>
              </a:ext>
            </a:extLst>
          </p:cNvPr>
          <p:cNvSpPr>
            <a:spLocks noGrp="1"/>
          </p:cNvSpPr>
          <p:nvPr/>
        </p:nvSpPr>
        <p:spPr>
          <a:xfrm>
            <a:off x="2286375" y="2021128"/>
            <a:ext cx="4707728" cy="507365"/>
          </a:xfrm>
          <a:prstGeom prst="rect">
            <a:avLst/>
          </a:prstGeom>
        </p:spPr>
        <p:txBody>
          <a:bodyPr vert="horz" lIns="91440" tIns="45720" rIns="91440" bIns="45720" rtlCol="0">
            <a:noAutofit/>
          </a:bodyPr>
          <a:lstStyle>
            <a:lvl1pPr marL="0" indent="0" algn="l" defTabSz="457200" rtl="0" eaLnBrk="1" latinLnBrk="0" hangingPunct="1">
              <a:lnSpc>
                <a:spcPct val="110000"/>
              </a:lnSpc>
              <a:spcBef>
                <a:spcPts val="0"/>
              </a:spcBef>
              <a:buFont typeface="Arial" panose="020B0604020202020204" pitchFamily="34" charset="0"/>
              <a:buNone/>
              <a:defRPr lang="zh-CN" altLang="en-US" sz="2400" b="1" kern="1200" spc="300" dirty="0" smtClean="0">
                <a:solidFill>
                  <a:schemeClr val="accent1"/>
                </a:solidFill>
                <a:latin typeface="Arial" panose="020B0604020202020204" pitchFamily="34" charset="0"/>
                <a:ea typeface="微软雅黑" panose="020B0503020204020204" charset="-122"/>
                <a:cs typeface="+mn-ea"/>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zh-CN" altLang="en-US" sz="2800" dirty="0">
                <a:solidFill>
                  <a:schemeClr val="bg1"/>
                </a:solidFill>
                <a:latin typeface="+mn-ea"/>
                <a:ea typeface="+mn-ea"/>
                <a:sym typeface="+mn-lt"/>
              </a:rPr>
              <a:t>感谢聆听，欢迎批评指正</a:t>
            </a:r>
          </a:p>
        </p:txBody>
      </p:sp>
      <p:sp>
        <p:nvSpPr>
          <p:cNvPr id="25" name="文本占位符 1">
            <a:extLst>
              <a:ext uri="{FF2B5EF4-FFF2-40B4-BE49-F238E27FC236}">
                <a16:creationId xmlns:a16="http://schemas.microsoft.com/office/drawing/2014/main" id="{EAB27E06-81C7-4673-A2AC-A4C929F2BC04}"/>
              </a:ext>
            </a:extLst>
          </p:cNvPr>
          <p:cNvSpPr>
            <a:spLocks noGrp="1"/>
          </p:cNvSpPr>
          <p:nvPr/>
        </p:nvSpPr>
        <p:spPr>
          <a:xfrm>
            <a:off x="3642136" y="3533125"/>
            <a:ext cx="1859727" cy="319332"/>
          </a:xfrm>
          <a:prstGeom prst="rect">
            <a:avLst/>
          </a:prstGeom>
        </p:spPr>
        <p:txBody>
          <a:bodyPr vert="horz" lIns="91440" tIns="45720" rIns="91440" bIns="45720" rtlCol="0">
            <a:noAutofit/>
          </a:bodyPr>
          <a:lstStyle>
            <a:lvl1pPr marL="0" indent="0" algn="l" defTabSz="457200" rtl="0" eaLnBrk="1" latinLnBrk="0" hangingPunct="1">
              <a:lnSpc>
                <a:spcPct val="110000"/>
              </a:lnSpc>
              <a:spcBef>
                <a:spcPts val="0"/>
              </a:spcBef>
              <a:buFont typeface="Arial" panose="020B0604020202020204" pitchFamily="34" charset="0"/>
              <a:buNone/>
              <a:defRPr lang="zh-CN" altLang="en-US" sz="2400" b="1" kern="1200" spc="300" dirty="0" smtClean="0">
                <a:solidFill>
                  <a:schemeClr val="accent1"/>
                </a:solidFill>
                <a:latin typeface="Arial" panose="020B0604020202020204" pitchFamily="34" charset="0"/>
                <a:ea typeface="微软雅黑" panose="020B0503020204020204" charset="-122"/>
                <a:cs typeface="+mn-ea"/>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ltLang="zh-CN" sz="1400" dirty="0">
                <a:solidFill>
                  <a:schemeClr val="bg1"/>
                </a:solidFill>
                <a:latin typeface="+mn-ea"/>
                <a:ea typeface="+mn-ea"/>
                <a:sym typeface="+mn-lt"/>
              </a:rPr>
              <a:t>2025</a:t>
            </a:r>
            <a:r>
              <a:rPr lang="zh-CN" altLang="en-US" sz="1400" dirty="0">
                <a:solidFill>
                  <a:schemeClr val="bg1"/>
                </a:solidFill>
                <a:latin typeface="+mn-ea"/>
                <a:ea typeface="+mn-ea"/>
                <a:sym typeface="+mn-lt"/>
              </a:rPr>
              <a:t>年</a:t>
            </a:r>
            <a:r>
              <a:rPr lang="en-US" altLang="zh-CN" sz="1400" dirty="0">
                <a:solidFill>
                  <a:schemeClr val="bg1"/>
                </a:solidFill>
                <a:latin typeface="+mn-ea"/>
                <a:ea typeface="+mn-ea"/>
                <a:sym typeface="+mn-lt"/>
              </a:rPr>
              <a:t>12</a:t>
            </a:r>
            <a:r>
              <a:rPr lang="zh-CN" altLang="en-US" sz="1400" dirty="0">
                <a:solidFill>
                  <a:schemeClr val="bg1"/>
                </a:solidFill>
                <a:latin typeface="+mn-ea"/>
                <a:ea typeface="+mn-ea"/>
                <a:sym typeface="+mn-lt"/>
              </a:rPr>
              <a:t>月</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ViMWVmODE4NGI1NzU1MjYyZGMwMTNkZmZhMGZjZ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1">
      <a:dk1>
        <a:srgbClr val="000000"/>
      </a:dk1>
      <a:lt1>
        <a:srgbClr val="FFFFFF"/>
      </a:lt1>
      <a:dk2>
        <a:srgbClr val="768395"/>
      </a:dk2>
      <a:lt2>
        <a:srgbClr val="F0F0F0"/>
      </a:lt2>
      <a:accent1>
        <a:srgbClr val="056CC9"/>
      </a:accent1>
      <a:accent2>
        <a:srgbClr val="00A3E5"/>
      </a:accent2>
      <a:accent3>
        <a:srgbClr val="00B0D3"/>
      </a:accent3>
      <a:accent4>
        <a:srgbClr val="39BFC4"/>
      </a:accent4>
      <a:accent5>
        <a:srgbClr val="20BFD6"/>
      </a:accent5>
      <a:accent6>
        <a:srgbClr val="54D3FA"/>
      </a:accent6>
      <a:hlink>
        <a:srgbClr val="056CC9"/>
      </a:hlink>
      <a:folHlink>
        <a:srgbClr val="BFBFBF"/>
      </a:folHlink>
    </a:clrScheme>
    <a:fontScheme name="fblmmnt2">
      <a:majorFont>
        <a:latin typeface="Microsoft YaHei"/>
        <a:ea typeface="Microsoft YaHei"/>
        <a:cs typeface=""/>
      </a:majorFont>
      <a:minorFont>
        <a:latin typeface="Microsoft YaHei"/>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3639</TotalTime>
  <Words>756</Words>
  <Application>Microsoft Office PowerPoint</Application>
  <PresentationFormat>全屏显示(16:9)</PresentationFormat>
  <Paragraphs>113</Paragraphs>
  <Slides>14</Slides>
  <Notes>14</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14</vt:i4>
      </vt:variant>
    </vt:vector>
  </HeadingPairs>
  <TitlesOfParts>
    <vt:vector size="33" baseType="lpstr">
      <vt:lpstr>等线</vt:lpstr>
      <vt:lpstr>Helvetica Light</vt:lpstr>
      <vt:lpstr>Inter</vt:lpstr>
      <vt:lpstr>微软雅黑</vt:lpstr>
      <vt:lpstr>微软雅黑</vt:lpstr>
      <vt:lpstr>宋体</vt:lpstr>
      <vt:lpstr>仿宋</vt:lpstr>
      <vt:lpstr>思源宋体 CN</vt:lpstr>
      <vt:lpstr>思源宋体 CN Heavy</vt:lpstr>
      <vt:lpstr>方正小标宋简体</vt:lpstr>
      <vt:lpstr>Arial</vt:lpstr>
      <vt:lpstr>Calibri</vt:lpstr>
      <vt:lpstr>Century Gothic</vt:lpstr>
      <vt:lpstr>Impact</vt:lpstr>
      <vt:lpstr>Segoe UI</vt:lpstr>
      <vt:lpstr>Segoe UI Light</vt:lpstr>
      <vt:lpstr>Times New Roman</vt:lpstr>
      <vt:lpstr>Office 主题​​</vt:lpstr>
      <vt:lpstr>2_OfficePLUS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兰 荣</dc:creator>
  <cp:lastModifiedBy>什么棋 杨</cp:lastModifiedBy>
  <cp:revision>911</cp:revision>
  <dcterms:created xsi:type="dcterms:W3CDTF">2019-03-24T12:20:00Z</dcterms:created>
  <dcterms:modified xsi:type="dcterms:W3CDTF">2025-12-26T07:44:04Z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2019-04-12T02:28:09.0720307Z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714c39ca-7420-4571-8a96-6688f3cda247</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2052-12.1.0.15712</vt:lpwstr>
  </property>
  <property fmtid="{D5CDD505-2E9C-101B-9397-08002B2CF9AE}" pid="12" name="ICV">
    <vt:lpwstr>80BC4A31073B46A0BC132D5BFB017D99</vt:lpwstr>
  </property>
</Properties>
</file>